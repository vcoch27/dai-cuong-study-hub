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38"/>
  </p:notesMasterIdLst>
  <p:handoutMasterIdLst>
    <p:handoutMasterId r:id="rId39"/>
  </p:handoutMasterIdLst>
  <p:sldIdLst>
    <p:sldId id="304" r:id="rId2"/>
    <p:sldId id="306" r:id="rId3"/>
    <p:sldId id="307" r:id="rId4"/>
    <p:sldId id="308" r:id="rId5"/>
    <p:sldId id="309" r:id="rId6"/>
    <p:sldId id="310" r:id="rId7"/>
    <p:sldId id="311" r:id="rId8"/>
    <p:sldId id="312" r:id="rId9"/>
    <p:sldId id="313" r:id="rId10"/>
    <p:sldId id="314" r:id="rId11"/>
    <p:sldId id="315" r:id="rId12"/>
    <p:sldId id="316" r:id="rId13"/>
    <p:sldId id="317" r:id="rId14"/>
    <p:sldId id="318" r:id="rId15"/>
    <p:sldId id="319" r:id="rId16"/>
    <p:sldId id="320" r:id="rId17"/>
    <p:sldId id="321" r:id="rId18"/>
    <p:sldId id="322" r:id="rId19"/>
    <p:sldId id="323" r:id="rId20"/>
    <p:sldId id="324" r:id="rId21"/>
    <p:sldId id="325" r:id="rId22"/>
    <p:sldId id="326" r:id="rId23"/>
    <p:sldId id="327" r:id="rId24"/>
    <p:sldId id="328" r:id="rId25"/>
    <p:sldId id="329" r:id="rId26"/>
    <p:sldId id="330" r:id="rId27"/>
    <p:sldId id="331" r:id="rId28"/>
    <p:sldId id="332" r:id="rId29"/>
    <p:sldId id="333" r:id="rId30"/>
    <p:sldId id="334" r:id="rId31"/>
    <p:sldId id="335" r:id="rId32"/>
    <p:sldId id="336" r:id="rId33"/>
    <p:sldId id="337" r:id="rId34"/>
    <p:sldId id="338" r:id="rId35"/>
    <p:sldId id="339" r:id="rId36"/>
    <p:sldId id="340"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3659" autoAdjust="0"/>
    <p:restoredTop sz="89747"/>
  </p:normalViewPr>
  <p:slideViewPr>
    <p:cSldViewPr snapToGrid="0">
      <p:cViewPr varScale="1">
        <p:scale>
          <a:sx n="66" d="100"/>
          <a:sy n="66" d="100"/>
        </p:scale>
        <p:origin x="546" y="66"/>
      </p:cViewPr>
      <p:guideLst>
        <p:guide orient="horz" pos="2160"/>
        <p:guide pos="3840"/>
      </p:guideLst>
    </p:cSldViewPr>
  </p:slideViewPr>
  <p:notesTextViewPr>
    <p:cViewPr>
      <p:scale>
        <a:sx n="1" d="1"/>
        <a:sy n="1" d="1"/>
      </p:scale>
      <p:origin x="0" y="0"/>
    </p:cViewPr>
  </p:notesTextViewPr>
  <p:notesViewPr>
    <p:cSldViewPr snapToGrid="0">
      <p:cViewPr varScale="1">
        <p:scale>
          <a:sx n="53" d="100"/>
          <a:sy n="53" d="100"/>
        </p:scale>
        <p:origin x="1986" y="6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4390029-2981-48AB-BCDE-E7B99F69AC6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B9E13EAA-E463-473E-8FA5-416C0BEB43B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D73E5DD-FE26-4A43-9FC2-607ACF25AE17}" type="datetimeFigureOut">
              <a:rPr lang="en-US" smtClean="0"/>
              <a:t>1/30/2023</a:t>
            </a:fld>
            <a:endParaRPr lang="en-US" dirty="0"/>
          </a:p>
        </p:txBody>
      </p:sp>
      <p:sp>
        <p:nvSpPr>
          <p:cNvPr id="4" name="Footer Placeholder 3">
            <a:extLst>
              <a:ext uri="{FF2B5EF4-FFF2-40B4-BE49-F238E27FC236}">
                <a16:creationId xmlns:a16="http://schemas.microsoft.com/office/drawing/2014/main" id="{012E6E36-07C1-47E7-BC3C-45180E8E828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9C453305-BBEE-4DEA-9540-C6AC9C870C3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45794F4-726C-4777-8F27-19A841922AF3}" type="slidenum">
              <a:rPr lang="en-US" smtClean="0"/>
              <a:t>‹#›</a:t>
            </a:fld>
            <a:endParaRPr lang="en-US" dirty="0"/>
          </a:p>
        </p:txBody>
      </p:sp>
    </p:spTree>
    <p:extLst>
      <p:ext uri="{BB962C8B-B14F-4D97-AF65-F5344CB8AC3E}">
        <p14:creationId xmlns:p14="http://schemas.microsoft.com/office/powerpoint/2010/main" val="46289147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x-non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EE2EB55-B567-2D4C-B847-F70BF368BAE2}" type="datetimeFigureOut">
              <a:rPr lang="x-none" smtClean="0"/>
              <a:t>1/30/2023</a:t>
            </a:fld>
            <a:endParaRPr lang="x-non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x-non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x-non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A67767-766C-FF4A-8F17-25D8402747FE}" type="slidenum">
              <a:rPr lang="x-none" smtClean="0"/>
              <a:t>‹#›</a:t>
            </a:fld>
            <a:endParaRPr lang="x-none"/>
          </a:p>
        </p:txBody>
      </p:sp>
    </p:spTree>
    <p:extLst>
      <p:ext uri="{BB962C8B-B14F-4D97-AF65-F5344CB8AC3E}">
        <p14:creationId xmlns:p14="http://schemas.microsoft.com/office/powerpoint/2010/main" val="23308047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lide Image Placeholder 1"/>
          <p:cNvSpPr>
            <a:spLocks noGrp="1" noRot="1" noChangeAspect="1" noTextEdit="1"/>
          </p:cNvSpPr>
          <p:nvPr>
            <p:ph type="sldImg"/>
          </p:nvPr>
        </p:nvSpPr>
        <p:spPr>
          <a:ln/>
        </p:spPr>
      </p:sp>
      <p:sp>
        <p:nvSpPr>
          <p:cNvPr id="6656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r>
              <a:rPr lang="en-US" altLang="en-US" smtClean="0">
                <a:latin typeface="Arial" panose="020B0604020202020204" pitchFamily="34" charset="0"/>
              </a:rPr>
              <a:t>VS</a:t>
            </a:r>
          </a:p>
        </p:txBody>
      </p:sp>
      <p:sp>
        <p:nvSpPr>
          <p:cNvPr id="6656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rgbClr val="00FF00"/>
                </a:solidFill>
                <a:latin typeface=".VnArial" panose="020B7200000000000000" pitchFamily="34" charset="0"/>
              </a:defRPr>
            </a:lvl1pPr>
            <a:lvl2pPr marL="742950" indent="-285750" eaLnBrk="0" hangingPunct="0">
              <a:defRPr sz="2400">
                <a:solidFill>
                  <a:srgbClr val="00FF00"/>
                </a:solidFill>
                <a:latin typeface=".VnArial" panose="020B7200000000000000" pitchFamily="34" charset="0"/>
              </a:defRPr>
            </a:lvl2pPr>
            <a:lvl3pPr marL="1143000" indent="-228600" eaLnBrk="0" hangingPunct="0">
              <a:defRPr sz="2400">
                <a:solidFill>
                  <a:srgbClr val="00FF00"/>
                </a:solidFill>
                <a:latin typeface=".VnArial" panose="020B7200000000000000" pitchFamily="34" charset="0"/>
              </a:defRPr>
            </a:lvl3pPr>
            <a:lvl4pPr marL="1600200" indent="-228600" eaLnBrk="0" hangingPunct="0">
              <a:defRPr sz="2400">
                <a:solidFill>
                  <a:srgbClr val="00FF00"/>
                </a:solidFill>
                <a:latin typeface=".VnArial" panose="020B7200000000000000" pitchFamily="34" charset="0"/>
              </a:defRPr>
            </a:lvl4pPr>
            <a:lvl5pPr marL="2057400" indent="-228600" eaLnBrk="0" hangingPunct="0">
              <a:defRPr sz="2400">
                <a:solidFill>
                  <a:srgbClr val="00FF00"/>
                </a:solidFill>
                <a:latin typeface=".VnArial" panose="020B7200000000000000" pitchFamily="34" charset="0"/>
              </a:defRPr>
            </a:lvl5pPr>
            <a:lvl6pPr marL="2514600" indent="-228600" eaLnBrk="0" fontAlgn="base" hangingPunct="0">
              <a:spcBef>
                <a:spcPct val="0"/>
              </a:spcBef>
              <a:spcAft>
                <a:spcPct val="0"/>
              </a:spcAft>
              <a:defRPr sz="2400">
                <a:solidFill>
                  <a:srgbClr val="00FF00"/>
                </a:solidFill>
                <a:latin typeface=".VnArial" panose="020B7200000000000000" pitchFamily="34" charset="0"/>
              </a:defRPr>
            </a:lvl6pPr>
            <a:lvl7pPr marL="2971800" indent="-228600" eaLnBrk="0" fontAlgn="base" hangingPunct="0">
              <a:spcBef>
                <a:spcPct val="0"/>
              </a:spcBef>
              <a:spcAft>
                <a:spcPct val="0"/>
              </a:spcAft>
              <a:defRPr sz="2400">
                <a:solidFill>
                  <a:srgbClr val="00FF00"/>
                </a:solidFill>
                <a:latin typeface=".VnArial" panose="020B7200000000000000" pitchFamily="34" charset="0"/>
              </a:defRPr>
            </a:lvl7pPr>
            <a:lvl8pPr marL="3429000" indent="-228600" eaLnBrk="0" fontAlgn="base" hangingPunct="0">
              <a:spcBef>
                <a:spcPct val="0"/>
              </a:spcBef>
              <a:spcAft>
                <a:spcPct val="0"/>
              </a:spcAft>
              <a:defRPr sz="2400">
                <a:solidFill>
                  <a:srgbClr val="00FF00"/>
                </a:solidFill>
                <a:latin typeface=".VnArial" panose="020B7200000000000000" pitchFamily="34" charset="0"/>
              </a:defRPr>
            </a:lvl8pPr>
            <a:lvl9pPr marL="3886200" indent="-228600" eaLnBrk="0" fontAlgn="base" hangingPunct="0">
              <a:spcBef>
                <a:spcPct val="0"/>
              </a:spcBef>
              <a:spcAft>
                <a:spcPct val="0"/>
              </a:spcAft>
              <a:defRPr sz="2400">
                <a:solidFill>
                  <a:srgbClr val="00FF00"/>
                </a:solidFill>
                <a:latin typeface=".VnArial" panose="020B7200000000000000" pitchFamily="34" charset="0"/>
              </a:defRPr>
            </a:lvl9pPr>
          </a:lstStyle>
          <a:p>
            <a:fld id="{D5D39E4F-0375-418F-8E80-AE6AE0334361}" type="slidenum">
              <a:rPr lang="en-US" sz="1200">
                <a:solidFill>
                  <a:schemeClr val="tx1"/>
                </a:solidFill>
                <a:latin typeface="Times New Roman" panose="02020603050405020304" pitchFamily="18" charset="0"/>
              </a:rPr>
              <a:pPr/>
              <a:t>21</a:t>
            </a:fld>
            <a:endParaRPr lang="en-US" sz="1200">
              <a:solidFill>
                <a:schemeClr val="tx1"/>
              </a:solidFill>
              <a:latin typeface="Times New Roman" panose="02020603050405020304" pitchFamily="18" charset="0"/>
            </a:endParaRPr>
          </a:p>
        </p:txBody>
      </p:sp>
    </p:spTree>
    <p:extLst>
      <p:ext uri="{BB962C8B-B14F-4D97-AF65-F5344CB8AC3E}">
        <p14:creationId xmlns:p14="http://schemas.microsoft.com/office/powerpoint/2010/main" val="12883330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Slide Image Placeholder 1"/>
          <p:cNvSpPr>
            <a:spLocks noGrp="1" noRot="1" noChangeAspect="1" noTextEdit="1"/>
          </p:cNvSpPr>
          <p:nvPr>
            <p:ph type="sldImg"/>
          </p:nvPr>
        </p:nvSpPr>
        <p:spPr>
          <a:ln/>
        </p:spPr>
      </p:sp>
      <p:sp>
        <p:nvSpPr>
          <p:cNvPr id="6758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r>
              <a:rPr lang="en-US" altLang="en-US" smtClean="0">
                <a:latin typeface="Arial" panose="020B0604020202020204" pitchFamily="34" charset="0"/>
              </a:rPr>
              <a:t>VS</a:t>
            </a:r>
          </a:p>
        </p:txBody>
      </p:sp>
      <p:sp>
        <p:nvSpPr>
          <p:cNvPr id="6758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rgbClr val="00FF00"/>
                </a:solidFill>
                <a:latin typeface=".VnArial" panose="020B7200000000000000" pitchFamily="34" charset="0"/>
              </a:defRPr>
            </a:lvl1pPr>
            <a:lvl2pPr marL="742950" indent="-285750" eaLnBrk="0" hangingPunct="0">
              <a:defRPr sz="2400">
                <a:solidFill>
                  <a:srgbClr val="00FF00"/>
                </a:solidFill>
                <a:latin typeface=".VnArial" panose="020B7200000000000000" pitchFamily="34" charset="0"/>
              </a:defRPr>
            </a:lvl2pPr>
            <a:lvl3pPr marL="1143000" indent="-228600" eaLnBrk="0" hangingPunct="0">
              <a:defRPr sz="2400">
                <a:solidFill>
                  <a:srgbClr val="00FF00"/>
                </a:solidFill>
                <a:latin typeface=".VnArial" panose="020B7200000000000000" pitchFamily="34" charset="0"/>
              </a:defRPr>
            </a:lvl3pPr>
            <a:lvl4pPr marL="1600200" indent="-228600" eaLnBrk="0" hangingPunct="0">
              <a:defRPr sz="2400">
                <a:solidFill>
                  <a:srgbClr val="00FF00"/>
                </a:solidFill>
                <a:latin typeface=".VnArial" panose="020B7200000000000000" pitchFamily="34" charset="0"/>
              </a:defRPr>
            </a:lvl4pPr>
            <a:lvl5pPr marL="2057400" indent="-228600" eaLnBrk="0" hangingPunct="0">
              <a:defRPr sz="2400">
                <a:solidFill>
                  <a:srgbClr val="00FF00"/>
                </a:solidFill>
                <a:latin typeface=".VnArial" panose="020B7200000000000000" pitchFamily="34" charset="0"/>
              </a:defRPr>
            </a:lvl5pPr>
            <a:lvl6pPr marL="2514600" indent="-228600" eaLnBrk="0" fontAlgn="base" hangingPunct="0">
              <a:spcBef>
                <a:spcPct val="0"/>
              </a:spcBef>
              <a:spcAft>
                <a:spcPct val="0"/>
              </a:spcAft>
              <a:defRPr sz="2400">
                <a:solidFill>
                  <a:srgbClr val="00FF00"/>
                </a:solidFill>
                <a:latin typeface=".VnArial" panose="020B7200000000000000" pitchFamily="34" charset="0"/>
              </a:defRPr>
            </a:lvl6pPr>
            <a:lvl7pPr marL="2971800" indent="-228600" eaLnBrk="0" fontAlgn="base" hangingPunct="0">
              <a:spcBef>
                <a:spcPct val="0"/>
              </a:spcBef>
              <a:spcAft>
                <a:spcPct val="0"/>
              </a:spcAft>
              <a:defRPr sz="2400">
                <a:solidFill>
                  <a:srgbClr val="00FF00"/>
                </a:solidFill>
                <a:latin typeface=".VnArial" panose="020B7200000000000000" pitchFamily="34" charset="0"/>
              </a:defRPr>
            </a:lvl7pPr>
            <a:lvl8pPr marL="3429000" indent="-228600" eaLnBrk="0" fontAlgn="base" hangingPunct="0">
              <a:spcBef>
                <a:spcPct val="0"/>
              </a:spcBef>
              <a:spcAft>
                <a:spcPct val="0"/>
              </a:spcAft>
              <a:defRPr sz="2400">
                <a:solidFill>
                  <a:srgbClr val="00FF00"/>
                </a:solidFill>
                <a:latin typeface=".VnArial" panose="020B7200000000000000" pitchFamily="34" charset="0"/>
              </a:defRPr>
            </a:lvl8pPr>
            <a:lvl9pPr marL="3886200" indent="-228600" eaLnBrk="0" fontAlgn="base" hangingPunct="0">
              <a:spcBef>
                <a:spcPct val="0"/>
              </a:spcBef>
              <a:spcAft>
                <a:spcPct val="0"/>
              </a:spcAft>
              <a:defRPr sz="2400">
                <a:solidFill>
                  <a:srgbClr val="00FF00"/>
                </a:solidFill>
                <a:latin typeface=".VnArial" panose="020B7200000000000000" pitchFamily="34" charset="0"/>
              </a:defRPr>
            </a:lvl9pPr>
          </a:lstStyle>
          <a:p>
            <a:fld id="{8786AA26-1AD8-4042-8CD4-9B8899759397}" type="slidenum">
              <a:rPr lang="en-US" sz="1200">
                <a:solidFill>
                  <a:schemeClr val="tx1"/>
                </a:solidFill>
                <a:latin typeface="Times New Roman" panose="02020603050405020304" pitchFamily="18" charset="0"/>
              </a:rPr>
              <a:pPr/>
              <a:t>22</a:t>
            </a:fld>
            <a:endParaRPr lang="en-US" sz="1200">
              <a:solidFill>
                <a:schemeClr val="tx1"/>
              </a:solidFill>
              <a:latin typeface="Times New Roman" panose="02020603050405020304" pitchFamily="18" charset="0"/>
            </a:endParaRPr>
          </a:p>
        </p:txBody>
      </p:sp>
    </p:spTree>
    <p:extLst>
      <p:ext uri="{BB962C8B-B14F-4D97-AF65-F5344CB8AC3E}">
        <p14:creationId xmlns:p14="http://schemas.microsoft.com/office/powerpoint/2010/main" val="23727255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Slide Image Placeholder 1"/>
          <p:cNvSpPr>
            <a:spLocks noGrp="1" noRot="1" noChangeAspect="1" noTextEdit="1"/>
          </p:cNvSpPr>
          <p:nvPr>
            <p:ph type="sldImg"/>
          </p:nvPr>
        </p:nvSpPr>
        <p:spPr>
          <a:ln/>
        </p:spPr>
      </p:sp>
      <p:sp>
        <p:nvSpPr>
          <p:cNvPr id="6861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r>
              <a:rPr lang="en-US" altLang="en-US" smtClean="0">
                <a:latin typeface="Arial" panose="020B0604020202020204" pitchFamily="34" charset="0"/>
              </a:rPr>
              <a:t>VS</a:t>
            </a:r>
          </a:p>
        </p:txBody>
      </p:sp>
      <p:sp>
        <p:nvSpPr>
          <p:cNvPr id="6861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rgbClr val="00FF00"/>
                </a:solidFill>
                <a:latin typeface=".VnArial" panose="020B7200000000000000" pitchFamily="34" charset="0"/>
              </a:defRPr>
            </a:lvl1pPr>
            <a:lvl2pPr marL="742950" indent="-285750" eaLnBrk="0" hangingPunct="0">
              <a:defRPr sz="2400">
                <a:solidFill>
                  <a:srgbClr val="00FF00"/>
                </a:solidFill>
                <a:latin typeface=".VnArial" panose="020B7200000000000000" pitchFamily="34" charset="0"/>
              </a:defRPr>
            </a:lvl2pPr>
            <a:lvl3pPr marL="1143000" indent="-228600" eaLnBrk="0" hangingPunct="0">
              <a:defRPr sz="2400">
                <a:solidFill>
                  <a:srgbClr val="00FF00"/>
                </a:solidFill>
                <a:latin typeface=".VnArial" panose="020B7200000000000000" pitchFamily="34" charset="0"/>
              </a:defRPr>
            </a:lvl3pPr>
            <a:lvl4pPr marL="1600200" indent="-228600" eaLnBrk="0" hangingPunct="0">
              <a:defRPr sz="2400">
                <a:solidFill>
                  <a:srgbClr val="00FF00"/>
                </a:solidFill>
                <a:latin typeface=".VnArial" panose="020B7200000000000000" pitchFamily="34" charset="0"/>
              </a:defRPr>
            </a:lvl4pPr>
            <a:lvl5pPr marL="2057400" indent="-228600" eaLnBrk="0" hangingPunct="0">
              <a:defRPr sz="2400">
                <a:solidFill>
                  <a:srgbClr val="00FF00"/>
                </a:solidFill>
                <a:latin typeface=".VnArial" panose="020B7200000000000000" pitchFamily="34" charset="0"/>
              </a:defRPr>
            </a:lvl5pPr>
            <a:lvl6pPr marL="2514600" indent="-228600" eaLnBrk="0" fontAlgn="base" hangingPunct="0">
              <a:spcBef>
                <a:spcPct val="0"/>
              </a:spcBef>
              <a:spcAft>
                <a:spcPct val="0"/>
              </a:spcAft>
              <a:defRPr sz="2400">
                <a:solidFill>
                  <a:srgbClr val="00FF00"/>
                </a:solidFill>
                <a:latin typeface=".VnArial" panose="020B7200000000000000" pitchFamily="34" charset="0"/>
              </a:defRPr>
            </a:lvl6pPr>
            <a:lvl7pPr marL="2971800" indent="-228600" eaLnBrk="0" fontAlgn="base" hangingPunct="0">
              <a:spcBef>
                <a:spcPct val="0"/>
              </a:spcBef>
              <a:spcAft>
                <a:spcPct val="0"/>
              </a:spcAft>
              <a:defRPr sz="2400">
                <a:solidFill>
                  <a:srgbClr val="00FF00"/>
                </a:solidFill>
                <a:latin typeface=".VnArial" panose="020B7200000000000000" pitchFamily="34" charset="0"/>
              </a:defRPr>
            </a:lvl7pPr>
            <a:lvl8pPr marL="3429000" indent="-228600" eaLnBrk="0" fontAlgn="base" hangingPunct="0">
              <a:spcBef>
                <a:spcPct val="0"/>
              </a:spcBef>
              <a:spcAft>
                <a:spcPct val="0"/>
              </a:spcAft>
              <a:defRPr sz="2400">
                <a:solidFill>
                  <a:srgbClr val="00FF00"/>
                </a:solidFill>
                <a:latin typeface=".VnArial" panose="020B7200000000000000" pitchFamily="34" charset="0"/>
              </a:defRPr>
            </a:lvl8pPr>
            <a:lvl9pPr marL="3886200" indent="-228600" eaLnBrk="0" fontAlgn="base" hangingPunct="0">
              <a:spcBef>
                <a:spcPct val="0"/>
              </a:spcBef>
              <a:spcAft>
                <a:spcPct val="0"/>
              </a:spcAft>
              <a:defRPr sz="2400">
                <a:solidFill>
                  <a:srgbClr val="00FF00"/>
                </a:solidFill>
                <a:latin typeface=".VnArial" panose="020B7200000000000000" pitchFamily="34" charset="0"/>
              </a:defRPr>
            </a:lvl9pPr>
          </a:lstStyle>
          <a:p>
            <a:fld id="{57B9B410-0507-4692-BED8-278AEB8893F8}" type="slidenum">
              <a:rPr lang="en-US" sz="1200">
                <a:solidFill>
                  <a:schemeClr val="tx1"/>
                </a:solidFill>
                <a:latin typeface="Times New Roman" panose="02020603050405020304" pitchFamily="18" charset="0"/>
              </a:rPr>
              <a:pPr/>
              <a:t>23</a:t>
            </a:fld>
            <a:endParaRPr lang="en-US" sz="1200">
              <a:solidFill>
                <a:schemeClr val="tx1"/>
              </a:solidFill>
              <a:latin typeface="Times New Roman" panose="02020603050405020304" pitchFamily="18" charset="0"/>
            </a:endParaRPr>
          </a:p>
        </p:txBody>
      </p:sp>
    </p:spTree>
    <p:extLst>
      <p:ext uri="{BB962C8B-B14F-4D97-AF65-F5344CB8AC3E}">
        <p14:creationId xmlns:p14="http://schemas.microsoft.com/office/powerpoint/2010/main" val="9062830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Slide Image Placeholder 1"/>
          <p:cNvSpPr>
            <a:spLocks noGrp="1" noRot="1" noChangeAspect="1" noTextEdit="1"/>
          </p:cNvSpPr>
          <p:nvPr>
            <p:ph type="sldImg"/>
          </p:nvPr>
        </p:nvSpPr>
        <p:spPr>
          <a:ln/>
        </p:spPr>
      </p:sp>
      <p:sp>
        <p:nvSpPr>
          <p:cNvPr id="6963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r>
              <a:rPr lang="en-US" altLang="en-US" smtClean="0">
                <a:latin typeface="Arial" panose="020B0604020202020204" pitchFamily="34" charset="0"/>
              </a:rPr>
              <a:t>VS</a:t>
            </a:r>
          </a:p>
        </p:txBody>
      </p:sp>
      <p:sp>
        <p:nvSpPr>
          <p:cNvPr id="6963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rgbClr val="00FF00"/>
                </a:solidFill>
                <a:latin typeface=".VnArial" panose="020B7200000000000000" pitchFamily="34" charset="0"/>
              </a:defRPr>
            </a:lvl1pPr>
            <a:lvl2pPr marL="742950" indent="-285750" eaLnBrk="0" hangingPunct="0">
              <a:defRPr sz="2400">
                <a:solidFill>
                  <a:srgbClr val="00FF00"/>
                </a:solidFill>
                <a:latin typeface=".VnArial" panose="020B7200000000000000" pitchFamily="34" charset="0"/>
              </a:defRPr>
            </a:lvl2pPr>
            <a:lvl3pPr marL="1143000" indent="-228600" eaLnBrk="0" hangingPunct="0">
              <a:defRPr sz="2400">
                <a:solidFill>
                  <a:srgbClr val="00FF00"/>
                </a:solidFill>
                <a:latin typeface=".VnArial" panose="020B7200000000000000" pitchFamily="34" charset="0"/>
              </a:defRPr>
            </a:lvl3pPr>
            <a:lvl4pPr marL="1600200" indent="-228600" eaLnBrk="0" hangingPunct="0">
              <a:defRPr sz="2400">
                <a:solidFill>
                  <a:srgbClr val="00FF00"/>
                </a:solidFill>
                <a:latin typeface=".VnArial" panose="020B7200000000000000" pitchFamily="34" charset="0"/>
              </a:defRPr>
            </a:lvl4pPr>
            <a:lvl5pPr marL="2057400" indent="-228600" eaLnBrk="0" hangingPunct="0">
              <a:defRPr sz="2400">
                <a:solidFill>
                  <a:srgbClr val="00FF00"/>
                </a:solidFill>
                <a:latin typeface=".VnArial" panose="020B7200000000000000" pitchFamily="34" charset="0"/>
              </a:defRPr>
            </a:lvl5pPr>
            <a:lvl6pPr marL="2514600" indent="-228600" eaLnBrk="0" fontAlgn="base" hangingPunct="0">
              <a:spcBef>
                <a:spcPct val="0"/>
              </a:spcBef>
              <a:spcAft>
                <a:spcPct val="0"/>
              </a:spcAft>
              <a:defRPr sz="2400">
                <a:solidFill>
                  <a:srgbClr val="00FF00"/>
                </a:solidFill>
                <a:latin typeface=".VnArial" panose="020B7200000000000000" pitchFamily="34" charset="0"/>
              </a:defRPr>
            </a:lvl6pPr>
            <a:lvl7pPr marL="2971800" indent="-228600" eaLnBrk="0" fontAlgn="base" hangingPunct="0">
              <a:spcBef>
                <a:spcPct val="0"/>
              </a:spcBef>
              <a:spcAft>
                <a:spcPct val="0"/>
              </a:spcAft>
              <a:defRPr sz="2400">
                <a:solidFill>
                  <a:srgbClr val="00FF00"/>
                </a:solidFill>
                <a:latin typeface=".VnArial" panose="020B7200000000000000" pitchFamily="34" charset="0"/>
              </a:defRPr>
            </a:lvl7pPr>
            <a:lvl8pPr marL="3429000" indent="-228600" eaLnBrk="0" fontAlgn="base" hangingPunct="0">
              <a:spcBef>
                <a:spcPct val="0"/>
              </a:spcBef>
              <a:spcAft>
                <a:spcPct val="0"/>
              </a:spcAft>
              <a:defRPr sz="2400">
                <a:solidFill>
                  <a:srgbClr val="00FF00"/>
                </a:solidFill>
                <a:latin typeface=".VnArial" panose="020B7200000000000000" pitchFamily="34" charset="0"/>
              </a:defRPr>
            </a:lvl8pPr>
            <a:lvl9pPr marL="3886200" indent="-228600" eaLnBrk="0" fontAlgn="base" hangingPunct="0">
              <a:spcBef>
                <a:spcPct val="0"/>
              </a:spcBef>
              <a:spcAft>
                <a:spcPct val="0"/>
              </a:spcAft>
              <a:defRPr sz="2400">
                <a:solidFill>
                  <a:srgbClr val="00FF00"/>
                </a:solidFill>
                <a:latin typeface=".VnArial" panose="020B7200000000000000" pitchFamily="34" charset="0"/>
              </a:defRPr>
            </a:lvl9pPr>
          </a:lstStyle>
          <a:p>
            <a:fld id="{972547D4-922D-4A6E-AFAA-F27CC07144BD}" type="slidenum">
              <a:rPr lang="en-US" sz="1200">
                <a:solidFill>
                  <a:schemeClr val="tx1"/>
                </a:solidFill>
                <a:latin typeface="Times New Roman" panose="02020603050405020304" pitchFamily="18" charset="0"/>
              </a:rPr>
              <a:pPr/>
              <a:t>24</a:t>
            </a:fld>
            <a:endParaRPr lang="en-US" sz="1200">
              <a:solidFill>
                <a:schemeClr val="tx1"/>
              </a:solidFill>
              <a:latin typeface="Times New Roman" panose="02020603050405020304" pitchFamily="18" charset="0"/>
            </a:endParaRPr>
          </a:p>
        </p:txBody>
      </p:sp>
    </p:spTree>
    <p:extLst>
      <p:ext uri="{BB962C8B-B14F-4D97-AF65-F5344CB8AC3E}">
        <p14:creationId xmlns:p14="http://schemas.microsoft.com/office/powerpoint/2010/main" val="41423037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Slide Image Placeholder 1"/>
          <p:cNvSpPr>
            <a:spLocks noGrp="1" noRot="1" noChangeAspect="1" noTextEdit="1"/>
          </p:cNvSpPr>
          <p:nvPr>
            <p:ph type="sldImg"/>
          </p:nvPr>
        </p:nvSpPr>
        <p:spPr>
          <a:ln/>
        </p:spPr>
      </p:sp>
      <p:sp>
        <p:nvSpPr>
          <p:cNvPr id="7065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r>
              <a:rPr lang="en-US" altLang="en-US" smtClean="0">
                <a:latin typeface="Arial" panose="020B0604020202020204" pitchFamily="34" charset="0"/>
              </a:rPr>
              <a:t>VS</a:t>
            </a:r>
          </a:p>
        </p:txBody>
      </p:sp>
      <p:sp>
        <p:nvSpPr>
          <p:cNvPr id="7066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rgbClr val="00FF00"/>
                </a:solidFill>
                <a:latin typeface=".VnArial" panose="020B7200000000000000" pitchFamily="34" charset="0"/>
              </a:defRPr>
            </a:lvl1pPr>
            <a:lvl2pPr marL="742950" indent="-285750" eaLnBrk="0" hangingPunct="0">
              <a:defRPr sz="2400">
                <a:solidFill>
                  <a:srgbClr val="00FF00"/>
                </a:solidFill>
                <a:latin typeface=".VnArial" panose="020B7200000000000000" pitchFamily="34" charset="0"/>
              </a:defRPr>
            </a:lvl2pPr>
            <a:lvl3pPr marL="1143000" indent="-228600" eaLnBrk="0" hangingPunct="0">
              <a:defRPr sz="2400">
                <a:solidFill>
                  <a:srgbClr val="00FF00"/>
                </a:solidFill>
                <a:latin typeface=".VnArial" panose="020B7200000000000000" pitchFamily="34" charset="0"/>
              </a:defRPr>
            </a:lvl3pPr>
            <a:lvl4pPr marL="1600200" indent="-228600" eaLnBrk="0" hangingPunct="0">
              <a:defRPr sz="2400">
                <a:solidFill>
                  <a:srgbClr val="00FF00"/>
                </a:solidFill>
                <a:latin typeface=".VnArial" panose="020B7200000000000000" pitchFamily="34" charset="0"/>
              </a:defRPr>
            </a:lvl4pPr>
            <a:lvl5pPr marL="2057400" indent="-228600" eaLnBrk="0" hangingPunct="0">
              <a:defRPr sz="2400">
                <a:solidFill>
                  <a:srgbClr val="00FF00"/>
                </a:solidFill>
                <a:latin typeface=".VnArial" panose="020B7200000000000000" pitchFamily="34" charset="0"/>
              </a:defRPr>
            </a:lvl5pPr>
            <a:lvl6pPr marL="2514600" indent="-228600" eaLnBrk="0" fontAlgn="base" hangingPunct="0">
              <a:spcBef>
                <a:spcPct val="0"/>
              </a:spcBef>
              <a:spcAft>
                <a:spcPct val="0"/>
              </a:spcAft>
              <a:defRPr sz="2400">
                <a:solidFill>
                  <a:srgbClr val="00FF00"/>
                </a:solidFill>
                <a:latin typeface=".VnArial" panose="020B7200000000000000" pitchFamily="34" charset="0"/>
              </a:defRPr>
            </a:lvl6pPr>
            <a:lvl7pPr marL="2971800" indent="-228600" eaLnBrk="0" fontAlgn="base" hangingPunct="0">
              <a:spcBef>
                <a:spcPct val="0"/>
              </a:spcBef>
              <a:spcAft>
                <a:spcPct val="0"/>
              </a:spcAft>
              <a:defRPr sz="2400">
                <a:solidFill>
                  <a:srgbClr val="00FF00"/>
                </a:solidFill>
                <a:latin typeface=".VnArial" panose="020B7200000000000000" pitchFamily="34" charset="0"/>
              </a:defRPr>
            </a:lvl7pPr>
            <a:lvl8pPr marL="3429000" indent="-228600" eaLnBrk="0" fontAlgn="base" hangingPunct="0">
              <a:spcBef>
                <a:spcPct val="0"/>
              </a:spcBef>
              <a:spcAft>
                <a:spcPct val="0"/>
              </a:spcAft>
              <a:defRPr sz="2400">
                <a:solidFill>
                  <a:srgbClr val="00FF00"/>
                </a:solidFill>
                <a:latin typeface=".VnArial" panose="020B7200000000000000" pitchFamily="34" charset="0"/>
              </a:defRPr>
            </a:lvl8pPr>
            <a:lvl9pPr marL="3886200" indent="-228600" eaLnBrk="0" fontAlgn="base" hangingPunct="0">
              <a:spcBef>
                <a:spcPct val="0"/>
              </a:spcBef>
              <a:spcAft>
                <a:spcPct val="0"/>
              </a:spcAft>
              <a:defRPr sz="2400">
                <a:solidFill>
                  <a:srgbClr val="00FF00"/>
                </a:solidFill>
                <a:latin typeface=".VnArial" panose="020B7200000000000000" pitchFamily="34" charset="0"/>
              </a:defRPr>
            </a:lvl9pPr>
          </a:lstStyle>
          <a:p>
            <a:fld id="{D4981277-AF5F-4BB9-9970-E2E3B7A63714}" type="slidenum">
              <a:rPr lang="en-US" sz="1200">
                <a:solidFill>
                  <a:schemeClr val="tx1"/>
                </a:solidFill>
                <a:latin typeface="Times New Roman" panose="02020603050405020304" pitchFamily="18" charset="0"/>
              </a:rPr>
              <a:pPr/>
              <a:t>25</a:t>
            </a:fld>
            <a:endParaRPr lang="en-US" sz="1200">
              <a:solidFill>
                <a:schemeClr val="tx1"/>
              </a:solidFill>
              <a:latin typeface="Times New Roman" panose="02020603050405020304" pitchFamily="18" charset="0"/>
            </a:endParaRPr>
          </a:p>
        </p:txBody>
      </p:sp>
    </p:spTree>
    <p:extLst>
      <p:ext uri="{BB962C8B-B14F-4D97-AF65-F5344CB8AC3E}">
        <p14:creationId xmlns:p14="http://schemas.microsoft.com/office/powerpoint/2010/main" val="21075732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Slide Image Placeholder 1"/>
          <p:cNvSpPr>
            <a:spLocks noGrp="1" noRot="1" noChangeAspect="1" noTextEdit="1"/>
          </p:cNvSpPr>
          <p:nvPr>
            <p:ph type="sldImg"/>
          </p:nvPr>
        </p:nvSpPr>
        <p:spPr>
          <a:ln/>
        </p:spPr>
      </p:sp>
      <p:sp>
        <p:nvSpPr>
          <p:cNvPr id="7168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r>
              <a:rPr lang="en-US" altLang="en-US" smtClean="0">
                <a:latin typeface="Arial" panose="020B0604020202020204" pitchFamily="34" charset="0"/>
              </a:rPr>
              <a:t>VS</a:t>
            </a:r>
          </a:p>
        </p:txBody>
      </p:sp>
      <p:sp>
        <p:nvSpPr>
          <p:cNvPr id="7168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rgbClr val="00FF00"/>
                </a:solidFill>
                <a:latin typeface=".VnArial" panose="020B7200000000000000" pitchFamily="34" charset="0"/>
              </a:defRPr>
            </a:lvl1pPr>
            <a:lvl2pPr marL="742950" indent="-285750" eaLnBrk="0" hangingPunct="0">
              <a:defRPr sz="2400">
                <a:solidFill>
                  <a:srgbClr val="00FF00"/>
                </a:solidFill>
                <a:latin typeface=".VnArial" panose="020B7200000000000000" pitchFamily="34" charset="0"/>
              </a:defRPr>
            </a:lvl2pPr>
            <a:lvl3pPr marL="1143000" indent="-228600" eaLnBrk="0" hangingPunct="0">
              <a:defRPr sz="2400">
                <a:solidFill>
                  <a:srgbClr val="00FF00"/>
                </a:solidFill>
                <a:latin typeface=".VnArial" panose="020B7200000000000000" pitchFamily="34" charset="0"/>
              </a:defRPr>
            </a:lvl3pPr>
            <a:lvl4pPr marL="1600200" indent="-228600" eaLnBrk="0" hangingPunct="0">
              <a:defRPr sz="2400">
                <a:solidFill>
                  <a:srgbClr val="00FF00"/>
                </a:solidFill>
                <a:latin typeface=".VnArial" panose="020B7200000000000000" pitchFamily="34" charset="0"/>
              </a:defRPr>
            </a:lvl4pPr>
            <a:lvl5pPr marL="2057400" indent="-228600" eaLnBrk="0" hangingPunct="0">
              <a:defRPr sz="2400">
                <a:solidFill>
                  <a:srgbClr val="00FF00"/>
                </a:solidFill>
                <a:latin typeface=".VnArial" panose="020B7200000000000000" pitchFamily="34" charset="0"/>
              </a:defRPr>
            </a:lvl5pPr>
            <a:lvl6pPr marL="2514600" indent="-228600" eaLnBrk="0" fontAlgn="base" hangingPunct="0">
              <a:spcBef>
                <a:spcPct val="0"/>
              </a:spcBef>
              <a:spcAft>
                <a:spcPct val="0"/>
              </a:spcAft>
              <a:defRPr sz="2400">
                <a:solidFill>
                  <a:srgbClr val="00FF00"/>
                </a:solidFill>
                <a:latin typeface=".VnArial" panose="020B7200000000000000" pitchFamily="34" charset="0"/>
              </a:defRPr>
            </a:lvl6pPr>
            <a:lvl7pPr marL="2971800" indent="-228600" eaLnBrk="0" fontAlgn="base" hangingPunct="0">
              <a:spcBef>
                <a:spcPct val="0"/>
              </a:spcBef>
              <a:spcAft>
                <a:spcPct val="0"/>
              </a:spcAft>
              <a:defRPr sz="2400">
                <a:solidFill>
                  <a:srgbClr val="00FF00"/>
                </a:solidFill>
                <a:latin typeface=".VnArial" panose="020B7200000000000000" pitchFamily="34" charset="0"/>
              </a:defRPr>
            </a:lvl7pPr>
            <a:lvl8pPr marL="3429000" indent="-228600" eaLnBrk="0" fontAlgn="base" hangingPunct="0">
              <a:spcBef>
                <a:spcPct val="0"/>
              </a:spcBef>
              <a:spcAft>
                <a:spcPct val="0"/>
              </a:spcAft>
              <a:defRPr sz="2400">
                <a:solidFill>
                  <a:srgbClr val="00FF00"/>
                </a:solidFill>
                <a:latin typeface=".VnArial" panose="020B7200000000000000" pitchFamily="34" charset="0"/>
              </a:defRPr>
            </a:lvl8pPr>
            <a:lvl9pPr marL="3886200" indent="-228600" eaLnBrk="0" fontAlgn="base" hangingPunct="0">
              <a:spcBef>
                <a:spcPct val="0"/>
              </a:spcBef>
              <a:spcAft>
                <a:spcPct val="0"/>
              </a:spcAft>
              <a:defRPr sz="2400">
                <a:solidFill>
                  <a:srgbClr val="00FF00"/>
                </a:solidFill>
                <a:latin typeface=".VnArial" panose="020B7200000000000000" pitchFamily="34" charset="0"/>
              </a:defRPr>
            </a:lvl9pPr>
          </a:lstStyle>
          <a:p>
            <a:fld id="{B0F94350-FFE1-4E5A-B348-D91D174874FD}" type="slidenum">
              <a:rPr lang="en-US" sz="1200">
                <a:solidFill>
                  <a:schemeClr val="tx1"/>
                </a:solidFill>
                <a:latin typeface="Times New Roman" panose="02020603050405020304" pitchFamily="18" charset="0"/>
              </a:rPr>
              <a:pPr/>
              <a:t>26</a:t>
            </a:fld>
            <a:endParaRPr lang="en-US" sz="1200">
              <a:solidFill>
                <a:schemeClr val="tx1"/>
              </a:solidFill>
              <a:latin typeface="Times New Roman" panose="02020603050405020304" pitchFamily="18" charset="0"/>
            </a:endParaRPr>
          </a:p>
        </p:txBody>
      </p:sp>
    </p:spTree>
    <p:extLst>
      <p:ext uri="{BB962C8B-B14F-4D97-AF65-F5344CB8AC3E}">
        <p14:creationId xmlns:p14="http://schemas.microsoft.com/office/powerpoint/2010/main" val="2421932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Slide Image Placeholder 1"/>
          <p:cNvSpPr>
            <a:spLocks noGrp="1" noRot="1" noChangeAspect="1" noTextEdit="1"/>
          </p:cNvSpPr>
          <p:nvPr>
            <p:ph type="sldImg"/>
          </p:nvPr>
        </p:nvSpPr>
        <p:spPr>
          <a:ln/>
        </p:spPr>
      </p:sp>
      <p:sp>
        <p:nvSpPr>
          <p:cNvPr id="7270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r>
              <a:rPr lang="en-US" altLang="en-US" smtClean="0">
                <a:latin typeface="Arial" panose="020B0604020202020204" pitchFamily="34" charset="0"/>
              </a:rPr>
              <a:t>VS</a:t>
            </a:r>
          </a:p>
        </p:txBody>
      </p:sp>
      <p:sp>
        <p:nvSpPr>
          <p:cNvPr id="7270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rgbClr val="00FF00"/>
                </a:solidFill>
                <a:latin typeface=".VnArial" panose="020B7200000000000000" pitchFamily="34" charset="0"/>
              </a:defRPr>
            </a:lvl1pPr>
            <a:lvl2pPr marL="742950" indent="-285750" eaLnBrk="0" hangingPunct="0">
              <a:defRPr sz="2400">
                <a:solidFill>
                  <a:srgbClr val="00FF00"/>
                </a:solidFill>
                <a:latin typeface=".VnArial" panose="020B7200000000000000" pitchFamily="34" charset="0"/>
              </a:defRPr>
            </a:lvl2pPr>
            <a:lvl3pPr marL="1143000" indent="-228600" eaLnBrk="0" hangingPunct="0">
              <a:defRPr sz="2400">
                <a:solidFill>
                  <a:srgbClr val="00FF00"/>
                </a:solidFill>
                <a:latin typeface=".VnArial" panose="020B7200000000000000" pitchFamily="34" charset="0"/>
              </a:defRPr>
            </a:lvl3pPr>
            <a:lvl4pPr marL="1600200" indent="-228600" eaLnBrk="0" hangingPunct="0">
              <a:defRPr sz="2400">
                <a:solidFill>
                  <a:srgbClr val="00FF00"/>
                </a:solidFill>
                <a:latin typeface=".VnArial" panose="020B7200000000000000" pitchFamily="34" charset="0"/>
              </a:defRPr>
            </a:lvl4pPr>
            <a:lvl5pPr marL="2057400" indent="-228600" eaLnBrk="0" hangingPunct="0">
              <a:defRPr sz="2400">
                <a:solidFill>
                  <a:srgbClr val="00FF00"/>
                </a:solidFill>
                <a:latin typeface=".VnArial" panose="020B7200000000000000" pitchFamily="34" charset="0"/>
              </a:defRPr>
            </a:lvl5pPr>
            <a:lvl6pPr marL="2514600" indent="-228600" eaLnBrk="0" fontAlgn="base" hangingPunct="0">
              <a:spcBef>
                <a:spcPct val="0"/>
              </a:spcBef>
              <a:spcAft>
                <a:spcPct val="0"/>
              </a:spcAft>
              <a:defRPr sz="2400">
                <a:solidFill>
                  <a:srgbClr val="00FF00"/>
                </a:solidFill>
                <a:latin typeface=".VnArial" panose="020B7200000000000000" pitchFamily="34" charset="0"/>
              </a:defRPr>
            </a:lvl6pPr>
            <a:lvl7pPr marL="2971800" indent="-228600" eaLnBrk="0" fontAlgn="base" hangingPunct="0">
              <a:spcBef>
                <a:spcPct val="0"/>
              </a:spcBef>
              <a:spcAft>
                <a:spcPct val="0"/>
              </a:spcAft>
              <a:defRPr sz="2400">
                <a:solidFill>
                  <a:srgbClr val="00FF00"/>
                </a:solidFill>
                <a:latin typeface=".VnArial" panose="020B7200000000000000" pitchFamily="34" charset="0"/>
              </a:defRPr>
            </a:lvl7pPr>
            <a:lvl8pPr marL="3429000" indent="-228600" eaLnBrk="0" fontAlgn="base" hangingPunct="0">
              <a:spcBef>
                <a:spcPct val="0"/>
              </a:spcBef>
              <a:spcAft>
                <a:spcPct val="0"/>
              </a:spcAft>
              <a:defRPr sz="2400">
                <a:solidFill>
                  <a:srgbClr val="00FF00"/>
                </a:solidFill>
                <a:latin typeface=".VnArial" panose="020B7200000000000000" pitchFamily="34" charset="0"/>
              </a:defRPr>
            </a:lvl8pPr>
            <a:lvl9pPr marL="3886200" indent="-228600" eaLnBrk="0" fontAlgn="base" hangingPunct="0">
              <a:spcBef>
                <a:spcPct val="0"/>
              </a:spcBef>
              <a:spcAft>
                <a:spcPct val="0"/>
              </a:spcAft>
              <a:defRPr sz="2400">
                <a:solidFill>
                  <a:srgbClr val="00FF00"/>
                </a:solidFill>
                <a:latin typeface=".VnArial" panose="020B7200000000000000" pitchFamily="34" charset="0"/>
              </a:defRPr>
            </a:lvl9pPr>
          </a:lstStyle>
          <a:p>
            <a:fld id="{1F2C2152-7247-42F8-AC4F-6E5D25FF8BE8}" type="slidenum">
              <a:rPr lang="en-US" sz="1200">
                <a:solidFill>
                  <a:schemeClr val="tx1"/>
                </a:solidFill>
                <a:latin typeface="Times New Roman" panose="02020603050405020304" pitchFamily="18" charset="0"/>
              </a:rPr>
              <a:pPr/>
              <a:t>27</a:t>
            </a:fld>
            <a:endParaRPr lang="en-US" sz="1200">
              <a:solidFill>
                <a:schemeClr val="tx1"/>
              </a:solidFill>
              <a:latin typeface="Times New Roman" panose="02020603050405020304" pitchFamily="18" charset="0"/>
            </a:endParaRPr>
          </a:p>
        </p:txBody>
      </p:sp>
    </p:spTree>
    <p:extLst>
      <p:ext uri="{BB962C8B-B14F-4D97-AF65-F5344CB8AC3E}">
        <p14:creationId xmlns:p14="http://schemas.microsoft.com/office/powerpoint/2010/main" val="11080511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Image Placeholder 1"/>
          <p:cNvSpPr>
            <a:spLocks noGrp="1" noRot="1" noChangeAspect="1" noTextEdit="1"/>
          </p:cNvSpPr>
          <p:nvPr>
            <p:ph type="sldImg"/>
          </p:nvPr>
        </p:nvSpPr>
        <p:spPr>
          <a:ln/>
        </p:spPr>
      </p:sp>
      <p:sp>
        <p:nvSpPr>
          <p:cNvPr id="7373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r>
              <a:rPr lang="en-US" altLang="en-US" smtClean="0">
                <a:latin typeface="Arial" panose="020B0604020202020204" pitchFamily="34" charset="0"/>
              </a:rPr>
              <a:t>VS</a:t>
            </a:r>
          </a:p>
        </p:txBody>
      </p:sp>
      <p:sp>
        <p:nvSpPr>
          <p:cNvPr id="7373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rgbClr val="00FF00"/>
                </a:solidFill>
                <a:latin typeface=".VnArial" panose="020B7200000000000000" pitchFamily="34" charset="0"/>
              </a:defRPr>
            </a:lvl1pPr>
            <a:lvl2pPr marL="742950" indent="-285750" eaLnBrk="0" hangingPunct="0">
              <a:defRPr sz="2400">
                <a:solidFill>
                  <a:srgbClr val="00FF00"/>
                </a:solidFill>
                <a:latin typeface=".VnArial" panose="020B7200000000000000" pitchFamily="34" charset="0"/>
              </a:defRPr>
            </a:lvl2pPr>
            <a:lvl3pPr marL="1143000" indent="-228600" eaLnBrk="0" hangingPunct="0">
              <a:defRPr sz="2400">
                <a:solidFill>
                  <a:srgbClr val="00FF00"/>
                </a:solidFill>
                <a:latin typeface=".VnArial" panose="020B7200000000000000" pitchFamily="34" charset="0"/>
              </a:defRPr>
            </a:lvl3pPr>
            <a:lvl4pPr marL="1600200" indent="-228600" eaLnBrk="0" hangingPunct="0">
              <a:defRPr sz="2400">
                <a:solidFill>
                  <a:srgbClr val="00FF00"/>
                </a:solidFill>
                <a:latin typeface=".VnArial" panose="020B7200000000000000" pitchFamily="34" charset="0"/>
              </a:defRPr>
            </a:lvl4pPr>
            <a:lvl5pPr marL="2057400" indent="-228600" eaLnBrk="0" hangingPunct="0">
              <a:defRPr sz="2400">
                <a:solidFill>
                  <a:srgbClr val="00FF00"/>
                </a:solidFill>
                <a:latin typeface=".VnArial" panose="020B7200000000000000" pitchFamily="34" charset="0"/>
              </a:defRPr>
            </a:lvl5pPr>
            <a:lvl6pPr marL="2514600" indent="-228600" eaLnBrk="0" fontAlgn="base" hangingPunct="0">
              <a:spcBef>
                <a:spcPct val="0"/>
              </a:spcBef>
              <a:spcAft>
                <a:spcPct val="0"/>
              </a:spcAft>
              <a:defRPr sz="2400">
                <a:solidFill>
                  <a:srgbClr val="00FF00"/>
                </a:solidFill>
                <a:latin typeface=".VnArial" panose="020B7200000000000000" pitchFamily="34" charset="0"/>
              </a:defRPr>
            </a:lvl6pPr>
            <a:lvl7pPr marL="2971800" indent="-228600" eaLnBrk="0" fontAlgn="base" hangingPunct="0">
              <a:spcBef>
                <a:spcPct val="0"/>
              </a:spcBef>
              <a:spcAft>
                <a:spcPct val="0"/>
              </a:spcAft>
              <a:defRPr sz="2400">
                <a:solidFill>
                  <a:srgbClr val="00FF00"/>
                </a:solidFill>
                <a:latin typeface=".VnArial" panose="020B7200000000000000" pitchFamily="34" charset="0"/>
              </a:defRPr>
            </a:lvl7pPr>
            <a:lvl8pPr marL="3429000" indent="-228600" eaLnBrk="0" fontAlgn="base" hangingPunct="0">
              <a:spcBef>
                <a:spcPct val="0"/>
              </a:spcBef>
              <a:spcAft>
                <a:spcPct val="0"/>
              </a:spcAft>
              <a:defRPr sz="2400">
                <a:solidFill>
                  <a:srgbClr val="00FF00"/>
                </a:solidFill>
                <a:latin typeface=".VnArial" panose="020B7200000000000000" pitchFamily="34" charset="0"/>
              </a:defRPr>
            </a:lvl8pPr>
            <a:lvl9pPr marL="3886200" indent="-228600" eaLnBrk="0" fontAlgn="base" hangingPunct="0">
              <a:spcBef>
                <a:spcPct val="0"/>
              </a:spcBef>
              <a:spcAft>
                <a:spcPct val="0"/>
              </a:spcAft>
              <a:defRPr sz="2400">
                <a:solidFill>
                  <a:srgbClr val="00FF00"/>
                </a:solidFill>
                <a:latin typeface=".VnArial" panose="020B7200000000000000" pitchFamily="34" charset="0"/>
              </a:defRPr>
            </a:lvl9pPr>
          </a:lstStyle>
          <a:p>
            <a:fld id="{8030D392-ACF7-4089-BB5F-30D5037A4222}" type="slidenum">
              <a:rPr lang="en-US" sz="1200">
                <a:solidFill>
                  <a:schemeClr val="tx1"/>
                </a:solidFill>
                <a:latin typeface="Times New Roman" panose="02020603050405020304" pitchFamily="18" charset="0"/>
              </a:rPr>
              <a:pPr/>
              <a:t>28</a:t>
            </a:fld>
            <a:endParaRPr lang="en-US" sz="1200">
              <a:solidFill>
                <a:schemeClr val="tx1"/>
              </a:solidFill>
              <a:latin typeface="Times New Roman" panose="02020603050405020304" pitchFamily="18" charset="0"/>
            </a:endParaRPr>
          </a:p>
        </p:txBody>
      </p:sp>
    </p:spTree>
    <p:extLst>
      <p:ext uri="{BB962C8B-B14F-4D97-AF65-F5344CB8AC3E}">
        <p14:creationId xmlns:p14="http://schemas.microsoft.com/office/powerpoint/2010/main" val="4224893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lide Image Placeholder 1"/>
          <p:cNvSpPr>
            <a:spLocks noGrp="1" noRot="1" noChangeAspect="1" noTextEdit="1"/>
          </p:cNvSpPr>
          <p:nvPr>
            <p:ph type="sldImg"/>
          </p:nvPr>
        </p:nvSpPr>
        <p:spPr>
          <a:ln/>
        </p:spPr>
      </p:sp>
      <p:sp>
        <p:nvSpPr>
          <p:cNvPr id="7475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r>
              <a:rPr lang="en-US" altLang="en-US" smtClean="0">
                <a:latin typeface="Arial" panose="020B0604020202020204" pitchFamily="34" charset="0"/>
              </a:rPr>
              <a:t>VS</a:t>
            </a:r>
          </a:p>
        </p:txBody>
      </p:sp>
      <p:sp>
        <p:nvSpPr>
          <p:cNvPr id="7475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rgbClr val="00FF00"/>
                </a:solidFill>
                <a:latin typeface=".VnArial" panose="020B7200000000000000" pitchFamily="34" charset="0"/>
              </a:defRPr>
            </a:lvl1pPr>
            <a:lvl2pPr marL="742950" indent="-285750" eaLnBrk="0" hangingPunct="0">
              <a:defRPr sz="2400">
                <a:solidFill>
                  <a:srgbClr val="00FF00"/>
                </a:solidFill>
                <a:latin typeface=".VnArial" panose="020B7200000000000000" pitchFamily="34" charset="0"/>
              </a:defRPr>
            </a:lvl2pPr>
            <a:lvl3pPr marL="1143000" indent="-228600" eaLnBrk="0" hangingPunct="0">
              <a:defRPr sz="2400">
                <a:solidFill>
                  <a:srgbClr val="00FF00"/>
                </a:solidFill>
                <a:latin typeface=".VnArial" panose="020B7200000000000000" pitchFamily="34" charset="0"/>
              </a:defRPr>
            </a:lvl3pPr>
            <a:lvl4pPr marL="1600200" indent="-228600" eaLnBrk="0" hangingPunct="0">
              <a:defRPr sz="2400">
                <a:solidFill>
                  <a:srgbClr val="00FF00"/>
                </a:solidFill>
                <a:latin typeface=".VnArial" panose="020B7200000000000000" pitchFamily="34" charset="0"/>
              </a:defRPr>
            </a:lvl4pPr>
            <a:lvl5pPr marL="2057400" indent="-228600" eaLnBrk="0" hangingPunct="0">
              <a:defRPr sz="2400">
                <a:solidFill>
                  <a:srgbClr val="00FF00"/>
                </a:solidFill>
                <a:latin typeface=".VnArial" panose="020B7200000000000000" pitchFamily="34" charset="0"/>
              </a:defRPr>
            </a:lvl5pPr>
            <a:lvl6pPr marL="2514600" indent="-228600" eaLnBrk="0" fontAlgn="base" hangingPunct="0">
              <a:spcBef>
                <a:spcPct val="0"/>
              </a:spcBef>
              <a:spcAft>
                <a:spcPct val="0"/>
              </a:spcAft>
              <a:defRPr sz="2400">
                <a:solidFill>
                  <a:srgbClr val="00FF00"/>
                </a:solidFill>
                <a:latin typeface=".VnArial" panose="020B7200000000000000" pitchFamily="34" charset="0"/>
              </a:defRPr>
            </a:lvl6pPr>
            <a:lvl7pPr marL="2971800" indent="-228600" eaLnBrk="0" fontAlgn="base" hangingPunct="0">
              <a:spcBef>
                <a:spcPct val="0"/>
              </a:spcBef>
              <a:spcAft>
                <a:spcPct val="0"/>
              </a:spcAft>
              <a:defRPr sz="2400">
                <a:solidFill>
                  <a:srgbClr val="00FF00"/>
                </a:solidFill>
                <a:latin typeface=".VnArial" panose="020B7200000000000000" pitchFamily="34" charset="0"/>
              </a:defRPr>
            </a:lvl7pPr>
            <a:lvl8pPr marL="3429000" indent="-228600" eaLnBrk="0" fontAlgn="base" hangingPunct="0">
              <a:spcBef>
                <a:spcPct val="0"/>
              </a:spcBef>
              <a:spcAft>
                <a:spcPct val="0"/>
              </a:spcAft>
              <a:defRPr sz="2400">
                <a:solidFill>
                  <a:srgbClr val="00FF00"/>
                </a:solidFill>
                <a:latin typeface=".VnArial" panose="020B7200000000000000" pitchFamily="34" charset="0"/>
              </a:defRPr>
            </a:lvl8pPr>
            <a:lvl9pPr marL="3886200" indent="-228600" eaLnBrk="0" fontAlgn="base" hangingPunct="0">
              <a:spcBef>
                <a:spcPct val="0"/>
              </a:spcBef>
              <a:spcAft>
                <a:spcPct val="0"/>
              </a:spcAft>
              <a:defRPr sz="2400">
                <a:solidFill>
                  <a:srgbClr val="00FF00"/>
                </a:solidFill>
                <a:latin typeface=".VnArial" panose="020B7200000000000000" pitchFamily="34" charset="0"/>
              </a:defRPr>
            </a:lvl9pPr>
          </a:lstStyle>
          <a:p>
            <a:fld id="{9E300F1F-EBFE-471E-990E-B57B6B1DBCA1}" type="slidenum">
              <a:rPr lang="en-US" sz="1200">
                <a:solidFill>
                  <a:schemeClr val="tx1"/>
                </a:solidFill>
                <a:latin typeface="Times New Roman" panose="02020603050405020304" pitchFamily="18" charset="0"/>
              </a:rPr>
              <a:pPr/>
              <a:t>30</a:t>
            </a:fld>
            <a:endParaRPr lang="en-US" sz="1200">
              <a:solidFill>
                <a:schemeClr val="tx1"/>
              </a:solidFill>
              <a:latin typeface="Times New Roman" panose="02020603050405020304" pitchFamily="18" charset="0"/>
            </a:endParaRPr>
          </a:p>
        </p:txBody>
      </p:sp>
    </p:spTree>
    <p:extLst>
      <p:ext uri="{BB962C8B-B14F-4D97-AF65-F5344CB8AC3E}">
        <p14:creationId xmlns:p14="http://schemas.microsoft.com/office/powerpoint/2010/main" val="396326563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69E262-AC4C-4B7A-ADC6-6007ED9181D3}"/>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572112F4-D35C-410B-91EC-4FE6F719577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079324D-0446-4F16-A839-924D8A2BF482}"/>
              </a:ext>
            </a:extLst>
          </p:cNvPr>
          <p:cNvSpPr>
            <a:spLocks noGrp="1"/>
          </p:cNvSpPr>
          <p:nvPr>
            <p:ph type="dt" sz="half" idx="10"/>
          </p:nvPr>
        </p:nvSpPr>
        <p:spPr/>
        <p:txBody>
          <a:bodyPr/>
          <a:lstStyle/>
          <a:p>
            <a:fld id="{E0754977-E08A-F047-B9A4-96BB2876FE7A}" type="datetime1">
              <a:rPr lang="en-US" smtClean="0"/>
              <a:t>1/30/2023</a:t>
            </a:fld>
            <a:endParaRPr lang="en-US" dirty="0"/>
          </a:p>
        </p:txBody>
      </p:sp>
      <p:sp>
        <p:nvSpPr>
          <p:cNvPr id="5" name="Footer Placeholder 4">
            <a:extLst>
              <a:ext uri="{FF2B5EF4-FFF2-40B4-BE49-F238E27FC236}">
                <a16:creationId xmlns:a16="http://schemas.microsoft.com/office/drawing/2014/main" id="{2F73E383-08A0-4BDF-80F9-577BE740490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26EA5BC-C7FE-4425-A443-77275EF64708}"/>
              </a:ext>
            </a:extLst>
          </p:cNvPr>
          <p:cNvSpPr>
            <a:spLocks noGrp="1"/>
          </p:cNvSpPr>
          <p:nvPr>
            <p:ph type="sldNum" sz="quarter" idx="12"/>
          </p:nvPr>
        </p:nvSpPr>
        <p:spPr/>
        <p:txBody>
          <a:bodyPr/>
          <a:lstStyle/>
          <a:p>
            <a:fld id="{72038F0E-1542-4FC7-95E4-43F9E44E78EF}" type="slidenum">
              <a:rPr lang="en-US" smtClean="0"/>
              <a:t>‹#›</a:t>
            </a:fld>
            <a:endParaRPr lang="en-US" dirty="0"/>
          </a:p>
        </p:txBody>
      </p:sp>
    </p:spTree>
    <p:extLst>
      <p:ext uri="{BB962C8B-B14F-4D97-AF65-F5344CB8AC3E}">
        <p14:creationId xmlns:p14="http://schemas.microsoft.com/office/powerpoint/2010/main" val="34354915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724980-BF35-4A49-8D81-AECE263785E2}"/>
              </a:ext>
            </a:extLst>
          </p:cNvPr>
          <p:cNvSpPr>
            <a:spLocks noGrp="1"/>
          </p:cNvSpPr>
          <p:nvPr>
            <p:ph type="title"/>
          </p:nvPr>
        </p:nvSpPr>
        <p:spPr>
          <a:noFill/>
        </p:spPr>
        <p:txBody>
          <a:bodyPr/>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68795748-6D0C-4A53-BC50-FC1E202E0CD6}"/>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49A07337-B443-4BD0-825C-61BF83FC3B7C}"/>
              </a:ext>
            </a:extLst>
          </p:cNvPr>
          <p:cNvSpPr>
            <a:spLocks noGrp="1"/>
          </p:cNvSpPr>
          <p:nvPr>
            <p:ph type="dt" sz="half" idx="10"/>
          </p:nvPr>
        </p:nvSpPr>
        <p:spPr/>
        <p:txBody>
          <a:bodyPr/>
          <a:lstStyle/>
          <a:p>
            <a:fld id="{24568D3B-C041-D345-B852-EBDD35A0CDF9}" type="datetime1">
              <a:rPr lang="en-US" smtClean="0"/>
              <a:t>1/30/2023</a:t>
            </a:fld>
            <a:endParaRPr lang="en-US" dirty="0"/>
          </a:p>
        </p:txBody>
      </p:sp>
      <p:sp>
        <p:nvSpPr>
          <p:cNvPr id="5" name="Footer Placeholder 4">
            <a:extLst>
              <a:ext uri="{FF2B5EF4-FFF2-40B4-BE49-F238E27FC236}">
                <a16:creationId xmlns:a16="http://schemas.microsoft.com/office/drawing/2014/main" id="{03E36922-3BFD-4B83-93D2-3A49A46EE57F}"/>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11908070-017C-4F44-BFFD-FC98AD5AE0DD}"/>
              </a:ext>
            </a:extLst>
          </p:cNvPr>
          <p:cNvSpPr>
            <a:spLocks noGrp="1"/>
          </p:cNvSpPr>
          <p:nvPr>
            <p:ph type="sldNum" sz="quarter" idx="12"/>
          </p:nvPr>
        </p:nvSpPr>
        <p:spPr/>
        <p:txBody>
          <a:bodyPr/>
          <a:lstStyle/>
          <a:p>
            <a:fld id="{72038F0E-1542-4FC7-95E4-43F9E44E78EF}" type="slidenum">
              <a:rPr lang="en-US" smtClean="0"/>
              <a:t>‹#›</a:t>
            </a:fld>
            <a:endParaRPr lang="en-US" dirty="0"/>
          </a:p>
        </p:txBody>
      </p:sp>
    </p:spTree>
    <p:extLst>
      <p:ext uri="{BB962C8B-B14F-4D97-AF65-F5344CB8AC3E}">
        <p14:creationId xmlns:p14="http://schemas.microsoft.com/office/powerpoint/2010/main" val="18534505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A81804-498D-4E69-AD37-B628C2FB987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D9426D9-177C-42CA-B5AA-189C9CD42B3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8CEABB9-4F57-4FAF-B7E5-86EB164207B4}"/>
              </a:ext>
            </a:extLst>
          </p:cNvPr>
          <p:cNvSpPr>
            <a:spLocks noGrp="1"/>
          </p:cNvSpPr>
          <p:nvPr>
            <p:ph type="dt" sz="half" idx="10"/>
          </p:nvPr>
        </p:nvSpPr>
        <p:spPr/>
        <p:txBody>
          <a:bodyPr/>
          <a:lstStyle/>
          <a:p>
            <a:fld id="{6C42367B-55C7-D442-AE09-C8367E30978A}" type="datetime1">
              <a:rPr lang="en-US" smtClean="0"/>
              <a:t>1/30/2023</a:t>
            </a:fld>
            <a:endParaRPr lang="en-US" dirty="0"/>
          </a:p>
        </p:txBody>
      </p:sp>
      <p:sp>
        <p:nvSpPr>
          <p:cNvPr id="5" name="Footer Placeholder 4">
            <a:extLst>
              <a:ext uri="{FF2B5EF4-FFF2-40B4-BE49-F238E27FC236}">
                <a16:creationId xmlns:a16="http://schemas.microsoft.com/office/drawing/2014/main" id="{A0B093DB-344E-4593-9A83-11B6874F9DA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6DABE9DB-5A83-447B-B009-31608127070B}"/>
              </a:ext>
            </a:extLst>
          </p:cNvPr>
          <p:cNvSpPr>
            <a:spLocks noGrp="1"/>
          </p:cNvSpPr>
          <p:nvPr>
            <p:ph type="sldNum" sz="quarter" idx="12"/>
          </p:nvPr>
        </p:nvSpPr>
        <p:spPr/>
        <p:txBody>
          <a:bodyPr/>
          <a:lstStyle/>
          <a:p>
            <a:fld id="{72038F0E-1542-4FC7-95E4-43F9E44E78EF}" type="slidenum">
              <a:rPr lang="en-US" smtClean="0"/>
              <a:t>‹#›</a:t>
            </a:fld>
            <a:endParaRPr lang="en-US" dirty="0"/>
          </a:p>
        </p:txBody>
      </p:sp>
    </p:spTree>
    <p:extLst>
      <p:ext uri="{BB962C8B-B14F-4D97-AF65-F5344CB8AC3E}">
        <p14:creationId xmlns:p14="http://schemas.microsoft.com/office/powerpoint/2010/main" val="22624771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E5E839-DE65-4CAB-B3CE-B6787730239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9F086A7-4BC5-4570-AE26-D8AA1652F32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2A88F1F-9CC7-4106-8C68-BF579089D0B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D288B53-A651-4336-B770-344B1E201AFA}"/>
              </a:ext>
            </a:extLst>
          </p:cNvPr>
          <p:cNvSpPr>
            <a:spLocks noGrp="1"/>
          </p:cNvSpPr>
          <p:nvPr>
            <p:ph type="dt" sz="half" idx="10"/>
          </p:nvPr>
        </p:nvSpPr>
        <p:spPr/>
        <p:txBody>
          <a:bodyPr/>
          <a:lstStyle/>
          <a:p>
            <a:fld id="{6A16EA2B-7E3B-3B47-8BCF-32328E684FC6}" type="datetime1">
              <a:rPr lang="en-US" smtClean="0"/>
              <a:t>1/30/2023</a:t>
            </a:fld>
            <a:endParaRPr lang="en-US" dirty="0"/>
          </a:p>
        </p:txBody>
      </p:sp>
      <p:sp>
        <p:nvSpPr>
          <p:cNvPr id="6" name="Footer Placeholder 5">
            <a:extLst>
              <a:ext uri="{FF2B5EF4-FFF2-40B4-BE49-F238E27FC236}">
                <a16:creationId xmlns:a16="http://schemas.microsoft.com/office/drawing/2014/main" id="{D70CF91C-C248-4A8B-A893-7F52D55A40C7}"/>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ECF278CD-1478-4D00-B646-CC9F4D61E54D}"/>
              </a:ext>
            </a:extLst>
          </p:cNvPr>
          <p:cNvSpPr>
            <a:spLocks noGrp="1"/>
          </p:cNvSpPr>
          <p:nvPr>
            <p:ph type="sldNum" sz="quarter" idx="12"/>
          </p:nvPr>
        </p:nvSpPr>
        <p:spPr/>
        <p:txBody>
          <a:bodyPr/>
          <a:lstStyle/>
          <a:p>
            <a:fld id="{72038F0E-1542-4FC7-95E4-43F9E44E78EF}" type="slidenum">
              <a:rPr lang="en-US" smtClean="0"/>
              <a:t>‹#›</a:t>
            </a:fld>
            <a:endParaRPr lang="en-US" dirty="0"/>
          </a:p>
        </p:txBody>
      </p:sp>
    </p:spTree>
    <p:extLst>
      <p:ext uri="{BB962C8B-B14F-4D97-AF65-F5344CB8AC3E}">
        <p14:creationId xmlns:p14="http://schemas.microsoft.com/office/powerpoint/2010/main" val="37366925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4B7060-DFDF-4549-B5F1-5947FAE27FB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95F5FE2-55FC-44E0-9092-5B885706670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BD35F6A-63D9-4832-80CC-38428452297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6BF4741-D763-4DC6-B7E9-6EB3D9A4C60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EDA4651-74F8-47BD-B89F-4F9C08501A3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FA191C2-CE7E-48BF-97CF-289362B6C65C}"/>
              </a:ext>
            </a:extLst>
          </p:cNvPr>
          <p:cNvSpPr>
            <a:spLocks noGrp="1"/>
          </p:cNvSpPr>
          <p:nvPr>
            <p:ph type="dt" sz="half" idx="10"/>
          </p:nvPr>
        </p:nvSpPr>
        <p:spPr/>
        <p:txBody>
          <a:bodyPr/>
          <a:lstStyle/>
          <a:p>
            <a:fld id="{2E553C5A-607A-5A4B-AF70-505EBF7DC59B}" type="datetime1">
              <a:rPr lang="en-US" smtClean="0"/>
              <a:t>1/30/2023</a:t>
            </a:fld>
            <a:endParaRPr lang="en-US" dirty="0"/>
          </a:p>
        </p:txBody>
      </p:sp>
      <p:sp>
        <p:nvSpPr>
          <p:cNvPr id="8" name="Footer Placeholder 7">
            <a:extLst>
              <a:ext uri="{FF2B5EF4-FFF2-40B4-BE49-F238E27FC236}">
                <a16:creationId xmlns:a16="http://schemas.microsoft.com/office/drawing/2014/main" id="{E0DC2448-1BCA-4E45-939A-A3528F1F3F7A}"/>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B78526AD-4B2F-4F99-9EED-6B6199E3A638}"/>
              </a:ext>
            </a:extLst>
          </p:cNvPr>
          <p:cNvSpPr>
            <a:spLocks noGrp="1"/>
          </p:cNvSpPr>
          <p:nvPr>
            <p:ph type="sldNum" sz="quarter" idx="12"/>
          </p:nvPr>
        </p:nvSpPr>
        <p:spPr/>
        <p:txBody>
          <a:bodyPr/>
          <a:lstStyle/>
          <a:p>
            <a:fld id="{72038F0E-1542-4FC7-95E4-43F9E44E78EF}" type="slidenum">
              <a:rPr lang="en-US" smtClean="0"/>
              <a:t>‹#›</a:t>
            </a:fld>
            <a:endParaRPr lang="en-US" dirty="0"/>
          </a:p>
        </p:txBody>
      </p:sp>
    </p:spTree>
    <p:extLst>
      <p:ext uri="{BB962C8B-B14F-4D97-AF65-F5344CB8AC3E}">
        <p14:creationId xmlns:p14="http://schemas.microsoft.com/office/powerpoint/2010/main" val="22260083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FF6D6A-5EDF-4047-9E54-4728D15088F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33855F7-40C2-4B53-87CF-0DB6BBE3EC5D}"/>
              </a:ext>
            </a:extLst>
          </p:cNvPr>
          <p:cNvSpPr>
            <a:spLocks noGrp="1"/>
          </p:cNvSpPr>
          <p:nvPr>
            <p:ph type="dt" sz="half" idx="10"/>
          </p:nvPr>
        </p:nvSpPr>
        <p:spPr/>
        <p:txBody>
          <a:bodyPr/>
          <a:lstStyle/>
          <a:p>
            <a:fld id="{158CF784-253D-B648-8E48-70B093E81C4D}" type="datetime1">
              <a:rPr lang="en-US" smtClean="0"/>
              <a:t>1/30/2023</a:t>
            </a:fld>
            <a:endParaRPr lang="en-US" dirty="0"/>
          </a:p>
        </p:txBody>
      </p:sp>
      <p:sp>
        <p:nvSpPr>
          <p:cNvPr id="4" name="Footer Placeholder 3">
            <a:extLst>
              <a:ext uri="{FF2B5EF4-FFF2-40B4-BE49-F238E27FC236}">
                <a16:creationId xmlns:a16="http://schemas.microsoft.com/office/drawing/2014/main" id="{2CEA971A-6A7E-47DC-9043-B082EA5AF91C}"/>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8E2227C2-5BF9-4B9A-84BC-BFF9DA421486}"/>
              </a:ext>
            </a:extLst>
          </p:cNvPr>
          <p:cNvSpPr>
            <a:spLocks noGrp="1"/>
          </p:cNvSpPr>
          <p:nvPr>
            <p:ph type="sldNum" sz="quarter" idx="12"/>
          </p:nvPr>
        </p:nvSpPr>
        <p:spPr/>
        <p:txBody>
          <a:bodyPr/>
          <a:lstStyle/>
          <a:p>
            <a:fld id="{72038F0E-1542-4FC7-95E4-43F9E44E78EF}" type="slidenum">
              <a:rPr lang="en-US" smtClean="0"/>
              <a:t>‹#›</a:t>
            </a:fld>
            <a:endParaRPr lang="en-US" dirty="0"/>
          </a:p>
        </p:txBody>
      </p:sp>
    </p:spTree>
    <p:extLst>
      <p:ext uri="{BB962C8B-B14F-4D97-AF65-F5344CB8AC3E}">
        <p14:creationId xmlns:p14="http://schemas.microsoft.com/office/powerpoint/2010/main" val="38863398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9B45176-22FF-4961-8952-A67A54CB0F4E}"/>
              </a:ext>
            </a:extLst>
          </p:cNvPr>
          <p:cNvSpPr>
            <a:spLocks noGrp="1"/>
          </p:cNvSpPr>
          <p:nvPr>
            <p:ph type="dt" sz="half" idx="10"/>
          </p:nvPr>
        </p:nvSpPr>
        <p:spPr/>
        <p:txBody>
          <a:bodyPr/>
          <a:lstStyle/>
          <a:p>
            <a:fld id="{5EAFB58A-2C6E-4A45-9DC6-6BBD59CECD5D}" type="datetime1">
              <a:rPr lang="en-US" smtClean="0"/>
              <a:t>1/30/2023</a:t>
            </a:fld>
            <a:endParaRPr lang="en-US" dirty="0"/>
          </a:p>
        </p:txBody>
      </p:sp>
      <p:sp>
        <p:nvSpPr>
          <p:cNvPr id="3" name="Footer Placeholder 2">
            <a:extLst>
              <a:ext uri="{FF2B5EF4-FFF2-40B4-BE49-F238E27FC236}">
                <a16:creationId xmlns:a16="http://schemas.microsoft.com/office/drawing/2014/main" id="{81315661-A99E-49FD-BA38-7F2677358971}"/>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24C59D72-3A2F-495E-8B2C-3A7EEEE140BE}"/>
              </a:ext>
            </a:extLst>
          </p:cNvPr>
          <p:cNvSpPr>
            <a:spLocks noGrp="1"/>
          </p:cNvSpPr>
          <p:nvPr>
            <p:ph type="sldNum" sz="quarter" idx="12"/>
          </p:nvPr>
        </p:nvSpPr>
        <p:spPr/>
        <p:txBody>
          <a:bodyPr/>
          <a:lstStyle/>
          <a:p>
            <a:fld id="{72038F0E-1542-4FC7-95E4-43F9E44E78EF}" type="slidenum">
              <a:rPr lang="en-US" smtClean="0"/>
              <a:t>‹#›</a:t>
            </a:fld>
            <a:endParaRPr lang="en-US" dirty="0"/>
          </a:p>
        </p:txBody>
      </p:sp>
    </p:spTree>
    <p:extLst>
      <p:ext uri="{BB962C8B-B14F-4D97-AF65-F5344CB8AC3E}">
        <p14:creationId xmlns:p14="http://schemas.microsoft.com/office/powerpoint/2010/main" val="5622775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0E4A89-3D7B-42B4-9E6E-F3149D8D7B3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63C0B0C-FF1F-413C-92E3-F557F43BD6A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8F98F7E-248C-4F47-AC0E-AAE1C76103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D2552F0-2AC8-4BCB-9F52-0BBC85EFB6D7}"/>
              </a:ext>
            </a:extLst>
          </p:cNvPr>
          <p:cNvSpPr>
            <a:spLocks noGrp="1"/>
          </p:cNvSpPr>
          <p:nvPr>
            <p:ph type="dt" sz="half" idx="10"/>
          </p:nvPr>
        </p:nvSpPr>
        <p:spPr/>
        <p:txBody>
          <a:bodyPr/>
          <a:lstStyle/>
          <a:p>
            <a:fld id="{BA0168E8-D6EE-0D44-8F38-DB52A9F37FF2}" type="datetime1">
              <a:rPr lang="en-US" smtClean="0"/>
              <a:t>1/30/2023</a:t>
            </a:fld>
            <a:endParaRPr lang="en-US" dirty="0"/>
          </a:p>
        </p:txBody>
      </p:sp>
      <p:sp>
        <p:nvSpPr>
          <p:cNvPr id="6" name="Footer Placeholder 5">
            <a:extLst>
              <a:ext uri="{FF2B5EF4-FFF2-40B4-BE49-F238E27FC236}">
                <a16:creationId xmlns:a16="http://schemas.microsoft.com/office/drawing/2014/main" id="{53274349-E594-4DF3-B059-2B4269B18B5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3133C74-FB69-48DA-B2A7-F8BD6DF196A9}"/>
              </a:ext>
            </a:extLst>
          </p:cNvPr>
          <p:cNvSpPr>
            <a:spLocks noGrp="1"/>
          </p:cNvSpPr>
          <p:nvPr>
            <p:ph type="sldNum" sz="quarter" idx="12"/>
          </p:nvPr>
        </p:nvSpPr>
        <p:spPr/>
        <p:txBody>
          <a:bodyPr/>
          <a:lstStyle/>
          <a:p>
            <a:fld id="{72038F0E-1542-4FC7-95E4-43F9E44E78EF}" type="slidenum">
              <a:rPr lang="en-US" smtClean="0"/>
              <a:t>‹#›</a:t>
            </a:fld>
            <a:endParaRPr lang="en-US" dirty="0"/>
          </a:p>
        </p:txBody>
      </p:sp>
    </p:spTree>
    <p:extLst>
      <p:ext uri="{BB962C8B-B14F-4D97-AF65-F5344CB8AC3E}">
        <p14:creationId xmlns:p14="http://schemas.microsoft.com/office/powerpoint/2010/main" val="8881319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E69F0D-C54A-4FDC-B3DC-DAD517F4CDB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26B7E17-F590-46EA-B1D1-F719E9727B7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0A1D0057-40C6-42C4-BDAC-F64C3D26EA9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E4F7D14-3148-4C96-95A6-EDADD31135FF}"/>
              </a:ext>
            </a:extLst>
          </p:cNvPr>
          <p:cNvSpPr>
            <a:spLocks noGrp="1"/>
          </p:cNvSpPr>
          <p:nvPr>
            <p:ph type="dt" sz="half" idx="10"/>
          </p:nvPr>
        </p:nvSpPr>
        <p:spPr/>
        <p:txBody>
          <a:bodyPr/>
          <a:lstStyle/>
          <a:p>
            <a:fld id="{C6FAB974-810E-5348-BF8B-8BC7BF2D3C52}" type="datetime1">
              <a:rPr lang="en-US" smtClean="0"/>
              <a:t>1/30/2023</a:t>
            </a:fld>
            <a:endParaRPr lang="en-US" dirty="0"/>
          </a:p>
        </p:txBody>
      </p:sp>
      <p:sp>
        <p:nvSpPr>
          <p:cNvPr id="6" name="Footer Placeholder 5">
            <a:extLst>
              <a:ext uri="{FF2B5EF4-FFF2-40B4-BE49-F238E27FC236}">
                <a16:creationId xmlns:a16="http://schemas.microsoft.com/office/drawing/2014/main" id="{AAEE2927-EBDB-4128-8B13-B2D4DDFC86B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E0423B5A-4E7E-4DB2-AFC0-3F36C12E7463}"/>
              </a:ext>
            </a:extLst>
          </p:cNvPr>
          <p:cNvSpPr>
            <a:spLocks noGrp="1"/>
          </p:cNvSpPr>
          <p:nvPr>
            <p:ph type="sldNum" sz="quarter" idx="12"/>
          </p:nvPr>
        </p:nvSpPr>
        <p:spPr/>
        <p:txBody>
          <a:bodyPr/>
          <a:lstStyle/>
          <a:p>
            <a:fld id="{72038F0E-1542-4FC7-95E4-43F9E44E78EF}" type="slidenum">
              <a:rPr lang="en-US" smtClean="0"/>
              <a:t>‹#›</a:t>
            </a:fld>
            <a:endParaRPr lang="en-US" dirty="0"/>
          </a:p>
        </p:txBody>
      </p:sp>
    </p:spTree>
    <p:extLst>
      <p:ext uri="{BB962C8B-B14F-4D97-AF65-F5344CB8AC3E}">
        <p14:creationId xmlns:p14="http://schemas.microsoft.com/office/powerpoint/2010/main" val="22555496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3763F9-EA5C-486C-A37E-D7713527F71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D467F49-C68D-462B-87CB-8F67E37CA3B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CF95383-E7C3-4CB5-80AA-C610D683E440}"/>
              </a:ext>
            </a:extLst>
          </p:cNvPr>
          <p:cNvSpPr>
            <a:spLocks noGrp="1"/>
          </p:cNvSpPr>
          <p:nvPr>
            <p:ph type="dt" sz="half" idx="10"/>
          </p:nvPr>
        </p:nvSpPr>
        <p:spPr/>
        <p:txBody>
          <a:bodyPr/>
          <a:lstStyle/>
          <a:p>
            <a:fld id="{4B46B2D7-D800-674A-B364-511F3631DE4B}" type="datetime1">
              <a:rPr lang="en-US" smtClean="0"/>
              <a:t>1/30/2023</a:t>
            </a:fld>
            <a:endParaRPr lang="en-US" dirty="0"/>
          </a:p>
        </p:txBody>
      </p:sp>
      <p:sp>
        <p:nvSpPr>
          <p:cNvPr id="5" name="Footer Placeholder 4">
            <a:extLst>
              <a:ext uri="{FF2B5EF4-FFF2-40B4-BE49-F238E27FC236}">
                <a16:creationId xmlns:a16="http://schemas.microsoft.com/office/drawing/2014/main" id="{49159819-1C43-48D9-B06D-128C5DD600C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C324824-5F31-4078-9A59-E89EDEBFCDA7}"/>
              </a:ext>
            </a:extLst>
          </p:cNvPr>
          <p:cNvSpPr>
            <a:spLocks noGrp="1"/>
          </p:cNvSpPr>
          <p:nvPr>
            <p:ph type="sldNum" sz="quarter" idx="12"/>
          </p:nvPr>
        </p:nvSpPr>
        <p:spPr/>
        <p:txBody>
          <a:bodyPr/>
          <a:lstStyle/>
          <a:p>
            <a:fld id="{72038F0E-1542-4FC7-95E4-43F9E44E78EF}" type="slidenum">
              <a:rPr lang="en-US" smtClean="0"/>
              <a:t>‹#›</a:t>
            </a:fld>
            <a:endParaRPr lang="en-US" dirty="0"/>
          </a:p>
        </p:txBody>
      </p:sp>
    </p:spTree>
    <p:extLst>
      <p:ext uri="{BB962C8B-B14F-4D97-AF65-F5344CB8AC3E}">
        <p14:creationId xmlns:p14="http://schemas.microsoft.com/office/powerpoint/2010/main" val="9898166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FD09853-61E0-4390-8E9F-80EC16364D1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F01FD2A-5714-4A54-AC83-4D08E66B366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7734179-3DE8-484B-BB9C-6FB8FF4BED10}"/>
              </a:ext>
            </a:extLst>
          </p:cNvPr>
          <p:cNvSpPr>
            <a:spLocks noGrp="1"/>
          </p:cNvSpPr>
          <p:nvPr>
            <p:ph type="dt" sz="half" idx="10"/>
          </p:nvPr>
        </p:nvSpPr>
        <p:spPr/>
        <p:txBody>
          <a:bodyPr/>
          <a:lstStyle/>
          <a:p>
            <a:fld id="{9ACC3314-96EC-3C4F-9EED-E697FF5FE31D}" type="datetime1">
              <a:rPr lang="en-US" smtClean="0"/>
              <a:t>1/30/2023</a:t>
            </a:fld>
            <a:endParaRPr lang="en-US" dirty="0"/>
          </a:p>
        </p:txBody>
      </p:sp>
      <p:sp>
        <p:nvSpPr>
          <p:cNvPr id="5" name="Footer Placeholder 4">
            <a:extLst>
              <a:ext uri="{FF2B5EF4-FFF2-40B4-BE49-F238E27FC236}">
                <a16:creationId xmlns:a16="http://schemas.microsoft.com/office/drawing/2014/main" id="{319F180E-CEC1-4CC3-88B7-9723E5DFD86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D6EB187-43D3-484D-8653-C7F383719E71}"/>
              </a:ext>
            </a:extLst>
          </p:cNvPr>
          <p:cNvSpPr>
            <a:spLocks noGrp="1"/>
          </p:cNvSpPr>
          <p:nvPr>
            <p:ph type="sldNum" sz="quarter" idx="12"/>
          </p:nvPr>
        </p:nvSpPr>
        <p:spPr/>
        <p:txBody>
          <a:bodyPr/>
          <a:lstStyle/>
          <a:p>
            <a:fld id="{72038F0E-1542-4FC7-95E4-43F9E44E78EF}" type="slidenum">
              <a:rPr lang="en-US" smtClean="0"/>
              <a:t>‹#›</a:t>
            </a:fld>
            <a:endParaRPr lang="en-US" dirty="0"/>
          </a:p>
        </p:txBody>
      </p:sp>
    </p:spTree>
    <p:extLst>
      <p:ext uri="{BB962C8B-B14F-4D97-AF65-F5344CB8AC3E}">
        <p14:creationId xmlns:p14="http://schemas.microsoft.com/office/powerpoint/2010/main" val="3783809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Chart">
  <p:cSld name="Title, Text and Char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609600" y="1600201"/>
            <a:ext cx="5384800" cy="453072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hart Placeholder 3"/>
          <p:cNvSpPr>
            <a:spLocks noGrp="1"/>
          </p:cNvSpPr>
          <p:nvPr>
            <p:ph type="chart" sz="half" idx="2"/>
          </p:nvPr>
        </p:nvSpPr>
        <p:spPr>
          <a:xfrm>
            <a:off x="6197600" y="1600201"/>
            <a:ext cx="5384800" cy="4530725"/>
          </a:xfrm>
        </p:spPr>
        <p:txBody>
          <a:bodyPr rtlCol="0">
            <a:normAutofit/>
          </a:bodyPr>
          <a:lstStyle/>
          <a:p>
            <a:pPr lvl="0"/>
            <a:endParaRPr lang="en-US" noProof="0" smtClean="0"/>
          </a:p>
        </p:txBody>
      </p:sp>
      <p:sp>
        <p:nvSpPr>
          <p:cNvPr id="5" name="Date Placeholder 4"/>
          <p:cNvSpPr>
            <a:spLocks noGrp="1"/>
          </p:cNvSpPr>
          <p:nvPr>
            <p:ph type="dt" sz="half" idx="10"/>
          </p:nvPr>
        </p:nvSpPr>
        <p:spPr>
          <a:xfrm>
            <a:off x="609600" y="6248400"/>
            <a:ext cx="2844800" cy="457200"/>
          </a:xfrm>
        </p:spPr>
        <p:txBody>
          <a:bodyPr/>
          <a:lstStyle>
            <a:lvl1pPr>
              <a:defRPr/>
            </a:lvl1pPr>
          </a:lstStyle>
          <a:p>
            <a:pPr>
              <a:defRPr/>
            </a:pPr>
            <a:endParaRPr lang="en-US"/>
          </a:p>
        </p:txBody>
      </p:sp>
      <p:sp>
        <p:nvSpPr>
          <p:cNvPr id="6" name="Footer Placeholder 5"/>
          <p:cNvSpPr>
            <a:spLocks noGrp="1"/>
          </p:cNvSpPr>
          <p:nvPr>
            <p:ph type="ftr" sz="quarter" idx="11"/>
          </p:nvPr>
        </p:nvSpPr>
        <p:spPr>
          <a:xfrm>
            <a:off x="4165600" y="6248400"/>
            <a:ext cx="3860800" cy="457200"/>
          </a:xfrm>
        </p:spPr>
        <p:txBody>
          <a:bodyPr/>
          <a:lstStyle>
            <a:lvl1pPr>
              <a:defRPr/>
            </a:lvl1pPr>
          </a:lstStyle>
          <a:p>
            <a:pPr>
              <a:defRPr/>
            </a:pPr>
            <a:endParaRPr lang="en-US"/>
          </a:p>
        </p:txBody>
      </p:sp>
      <p:sp>
        <p:nvSpPr>
          <p:cNvPr id="7" name="Slide Number Placeholder 6"/>
          <p:cNvSpPr>
            <a:spLocks noGrp="1"/>
          </p:cNvSpPr>
          <p:nvPr>
            <p:ph type="sldNum" sz="quarter" idx="12"/>
          </p:nvPr>
        </p:nvSpPr>
        <p:spPr>
          <a:xfrm>
            <a:off x="8737600" y="6248400"/>
            <a:ext cx="2844800" cy="457200"/>
          </a:xfrm>
        </p:spPr>
        <p:txBody>
          <a:bodyPr/>
          <a:lstStyle>
            <a:lvl1pPr>
              <a:defRPr/>
            </a:lvl1pPr>
          </a:lstStyle>
          <a:p>
            <a:fld id="{3054A63D-8CE9-41A3-89DC-AA3BA34B77C2}" type="slidenum">
              <a:rPr lang="en-US"/>
              <a:pPr/>
              <a:t>‹#›</a:t>
            </a:fld>
            <a:endParaRPr lang="en-US"/>
          </a:p>
        </p:txBody>
      </p:sp>
    </p:spTree>
    <p:extLst>
      <p:ext uri="{BB962C8B-B14F-4D97-AF65-F5344CB8AC3E}">
        <p14:creationId xmlns:p14="http://schemas.microsoft.com/office/powerpoint/2010/main" val="29045764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609600" y="1600201"/>
            <a:ext cx="5384800" cy="453072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97600" y="1600201"/>
            <a:ext cx="5384800" cy="453072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EB726BA8-5FCF-47A7-AF2F-2A510971A843}" type="slidenum">
              <a:rPr lang="en-US"/>
              <a:pPr/>
              <a:t>‹#›</a:t>
            </a:fld>
            <a:endParaRPr lang="en-US"/>
          </a:p>
        </p:txBody>
      </p:sp>
    </p:spTree>
    <p:extLst>
      <p:ext uri="{BB962C8B-B14F-4D97-AF65-F5344CB8AC3E}">
        <p14:creationId xmlns:p14="http://schemas.microsoft.com/office/powerpoint/2010/main" val="31693432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F3EDDC8-ED0E-42EA-81CC-C9B6D0A26E8E}"/>
              </a:ext>
            </a:extLst>
          </p:cNvPr>
          <p:cNvSpPr>
            <a:spLocks noGrp="1"/>
          </p:cNvSpPr>
          <p:nvPr>
            <p:ph type="title"/>
          </p:nvPr>
        </p:nvSpPr>
        <p:spPr>
          <a:xfrm>
            <a:off x="838200" y="418913"/>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B189F308-4027-4851-80A5-ABE205ADC7B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B881F55B-C12D-4D57-996A-0274816C102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AB2470D-C782-9243-A888-6ED3A50C53F3}" type="datetime1">
              <a:rPr lang="en-US" smtClean="0"/>
              <a:t>1/30/2023</a:t>
            </a:fld>
            <a:endParaRPr lang="en-US" dirty="0"/>
          </a:p>
        </p:txBody>
      </p:sp>
      <p:sp>
        <p:nvSpPr>
          <p:cNvPr id="5" name="Footer Placeholder 4">
            <a:extLst>
              <a:ext uri="{FF2B5EF4-FFF2-40B4-BE49-F238E27FC236}">
                <a16:creationId xmlns:a16="http://schemas.microsoft.com/office/drawing/2014/main" id="{0E0C42E5-BC5E-4CE5-B510-5F3E77AF276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6833D7B0-FAB5-4C79-BEC0-D607420B619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2038F0E-1542-4FC7-95E4-43F9E44E78EF}" type="slidenum">
              <a:rPr lang="en-US" smtClean="0"/>
              <a:t>‹#›</a:t>
            </a:fld>
            <a:endParaRPr lang="en-US" dirty="0"/>
          </a:p>
        </p:txBody>
      </p:sp>
      <p:sp>
        <p:nvSpPr>
          <p:cNvPr id="7" name="TextBox 6"/>
          <p:cNvSpPr txBox="1"/>
          <p:nvPr userDrawn="1"/>
        </p:nvSpPr>
        <p:spPr>
          <a:xfrm>
            <a:off x="439372" y="-20370"/>
            <a:ext cx="10851776" cy="369332"/>
          </a:xfrm>
          <a:prstGeom prst="rect">
            <a:avLst/>
          </a:prstGeom>
          <a:solidFill>
            <a:schemeClr val="bg1"/>
          </a:solidFill>
        </p:spPr>
        <p:txBody>
          <a:bodyPr wrap="square" rtlCol="0">
            <a:spAutoFit/>
          </a:bodyPr>
          <a:lstStyle/>
          <a:p>
            <a:endParaRPr lang="en-US" dirty="0"/>
          </a:p>
        </p:txBody>
      </p:sp>
      <p:pic>
        <p:nvPicPr>
          <p:cNvPr id="8" name="Picture 3"/>
          <p:cNvPicPr>
            <a:picLocks noChangeAspect="1" noChangeArrowheads="1"/>
          </p:cNvPicPr>
          <p:nvPr userDrawn="1"/>
        </p:nvPicPr>
        <p:blipFill rotWithShape="1">
          <a:blip r:embed="rId16" cstate="print">
            <a:extLst>
              <a:ext uri="{28A0092B-C50C-407E-A947-70E740481C1C}">
                <a14:useLocalDpi xmlns:a14="http://schemas.microsoft.com/office/drawing/2010/main" val="0"/>
              </a:ext>
            </a:extLst>
          </a:blip>
          <a:srcRect l="5037" t="1875" r="79744" b="81688"/>
          <a:stretch/>
        </p:blipFill>
        <p:spPr bwMode="auto">
          <a:xfrm>
            <a:off x="10488705" y="-20370"/>
            <a:ext cx="802443" cy="48728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8319774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hyperlink" Target="3.pptx" TargetMode="External"/><Relationship Id="rId2" Type="http://schemas.openxmlformats.org/officeDocument/2006/relationships/hyperlink" Target="2.pptx" TargetMode="External"/><Relationship Id="rId1" Type="http://schemas.openxmlformats.org/officeDocument/2006/relationships/slideLayout" Target="../slideLayouts/slideLayout7.xml"/><Relationship Id="rId6" Type="http://schemas.openxmlformats.org/officeDocument/2006/relationships/hyperlink" Target="3.%20&#272;i&#7873;u%20ki&#7879;n%20ch&#7911;%20quan.ppt" TargetMode="External"/><Relationship Id="rId5" Type="http://schemas.openxmlformats.org/officeDocument/2006/relationships/hyperlink" Target="Presentation55.pptx" TargetMode="External"/><Relationship Id="rId4" Type="http://schemas.openxmlformats.org/officeDocument/2006/relationships/hyperlink" Target="4.pptx"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Layout" Target="../slideLayouts/slideLayout7.xml"/><Relationship Id="rId4" Type="http://schemas.openxmlformats.org/officeDocument/2006/relationships/hyperlink" Target="file:///C:\Users\Thach%20Anh\Desktop\Picture%20050.jpg"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7.jpeg"/><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10.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hyperlink" Target="C&#193;C%20GIAI%20&#272;O&#7840;N%20PH&#193;T%20TRI&#7874;N%20CNXHKH.%20L&#234;nin.ppt" TargetMode="External"/><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72038F0E-1542-4FC7-95E4-43F9E44E78EF}" type="slidenum">
              <a:rPr lang="en-US" smtClean="0"/>
              <a:t>1</a:t>
            </a:fld>
            <a:endParaRPr lang="en-US" dirty="0"/>
          </a:p>
        </p:txBody>
      </p:sp>
      <p:pic>
        <p:nvPicPr>
          <p:cNvPr id="41987" name="Picture 3"/>
          <p:cNvPicPr>
            <a:picLocks noChangeAspect="1" noChangeArrowheads="1"/>
          </p:cNvPicPr>
          <p:nvPr/>
        </p:nvPicPr>
        <p:blipFill rotWithShape="1">
          <a:blip r:embed="rId2">
            <a:extLst>
              <a:ext uri="{28A0092B-C50C-407E-A947-70E740481C1C}">
                <a14:useLocalDpi xmlns:a14="http://schemas.microsoft.com/office/drawing/2010/main" val="0"/>
              </a:ext>
            </a:extLst>
          </a:blip>
          <a:srcRect l="5037" t="1875" r="15080" b="79167"/>
          <a:stretch/>
        </p:blipFill>
        <p:spPr bwMode="auto">
          <a:xfrm>
            <a:off x="609600" y="-15241"/>
            <a:ext cx="11033760" cy="147224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 name="Picture 5" descr="karlMarx[1]"/>
          <p:cNvPicPr>
            <a:picLocks noChangeAspect="1" noChangeArrowheads="1"/>
          </p:cNvPicPr>
          <p:nvPr/>
        </p:nvPicPr>
        <p:blipFill>
          <a:blip r:embed="rId3"/>
          <a:srcRect/>
          <a:stretch>
            <a:fillRect/>
          </a:stretch>
        </p:blipFill>
        <p:spPr bwMode="auto">
          <a:xfrm>
            <a:off x="0" y="2977978"/>
            <a:ext cx="6096000" cy="3880022"/>
          </a:xfrm>
          <a:prstGeom prst="rect">
            <a:avLst/>
          </a:prstGeom>
          <a:noFill/>
          <a:ln w="9525">
            <a:noFill/>
            <a:miter lim="800000"/>
            <a:headEnd/>
            <a:tailEnd/>
          </a:ln>
        </p:spPr>
      </p:pic>
      <p:pic>
        <p:nvPicPr>
          <p:cNvPr id="10" name="Picture 5" descr="十月革命 副本"/>
          <p:cNvPicPr>
            <a:picLocks noChangeAspect="1" noChangeArrowheads="1"/>
          </p:cNvPicPr>
          <p:nvPr/>
        </p:nvPicPr>
        <p:blipFill>
          <a:blip r:embed="rId4"/>
          <a:srcRect/>
          <a:stretch>
            <a:fillRect/>
          </a:stretch>
        </p:blipFill>
        <p:spPr bwMode="auto">
          <a:xfrm>
            <a:off x="6096000" y="2977978"/>
            <a:ext cx="6096000" cy="3880022"/>
          </a:xfrm>
          <a:prstGeom prst="rect">
            <a:avLst/>
          </a:prstGeom>
          <a:noFill/>
          <a:ln w="38100">
            <a:solidFill>
              <a:srgbClr val="993300"/>
            </a:solidFill>
            <a:miter lim="800000"/>
            <a:headEnd/>
            <a:tailEnd/>
          </a:ln>
        </p:spPr>
      </p:pic>
      <p:sp>
        <p:nvSpPr>
          <p:cNvPr id="7" name="Text Box 8"/>
          <p:cNvSpPr txBox="1">
            <a:spLocks noChangeArrowheads="1"/>
          </p:cNvSpPr>
          <p:nvPr/>
        </p:nvSpPr>
        <p:spPr bwMode="auto">
          <a:xfrm>
            <a:off x="1411523" y="912055"/>
            <a:ext cx="9144000" cy="238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spAutoFit/>
          </a:bodyPr>
          <a:lstStyle>
            <a:lvl1pPr algn="l" defTabSz="914400" rtl="0" eaLnBrk="0" latinLnBrk="0" hangingPunct="0">
              <a:lnSpc>
                <a:spcPct val="90000"/>
              </a:lnSpc>
              <a:spcBef>
                <a:spcPct val="0"/>
              </a:spcBef>
              <a:buNone/>
              <a:defRPr sz="2400" kern="1200">
                <a:solidFill>
                  <a:srgbClr val="00FF00"/>
                </a:solidFill>
                <a:latin typeface=".VnArial" panose="020B7200000000000000" pitchFamily="34" charset="0"/>
                <a:ea typeface="+mj-ea"/>
                <a:cs typeface="+mj-cs"/>
              </a:defRPr>
            </a:lvl1pPr>
            <a:lvl2pPr marL="742950" indent="-285750" eaLnBrk="0" hangingPunct="0">
              <a:defRPr sz="2400">
                <a:solidFill>
                  <a:srgbClr val="00FF00"/>
                </a:solidFill>
                <a:latin typeface=".VnArial" panose="020B7200000000000000" pitchFamily="34" charset="0"/>
              </a:defRPr>
            </a:lvl2pPr>
            <a:lvl3pPr marL="1143000" indent="-228600" eaLnBrk="0" hangingPunct="0">
              <a:defRPr sz="2400">
                <a:solidFill>
                  <a:srgbClr val="00FF00"/>
                </a:solidFill>
                <a:latin typeface=".VnArial" panose="020B7200000000000000" pitchFamily="34" charset="0"/>
              </a:defRPr>
            </a:lvl3pPr>
            <a:lvl4pPr marL="1600200" indent="-228600" eaLnBrk="0" hangingPunct="0">
              <a:defRPr sz="2400">
                <a:solidFill>
                  <a:srgbClr val="00FF00"/>
                </a:solidFill>
                <a:latin typeface=".VnArial" panose="020B7200000000000000" pitchFamily="34" charset="0"/>
              </a:defRPr>
            </a:lvl4pPr>
            <a:lvl5pPr marL="2057400" indent="-228600" eaLnBrk="0" hangingPunct="0">
              <a:defRPr sz="2400">
                <a:solidFill>
                  <a:srgbClr val="00FF00"/>
                </a:solidFill>
                <a:latin typeface=".VnArial" panose="020B7200000000000000" pitchFamily="34" charset="0"/>
              </a:defRPr>
            </a:lvl5pPr>
            <a:lvl6pPr marL="2514600" indent="-228600" eaLnBrk="0" fontAlgn="base" hangingPunct="0">
              <a:spcBef>
                <a:spcPct val="0"/>
              </a:spcBef>
              <a:spcAft>
                <a:spcPct val="0"/>
              </a:spcAft>
              <a:defRPr sz="2400">
                <a:solidFill>
                  <a:srgbClr val="00FF00"/>
                </a:solidFill>
                <a:latin typeface=".VnArial" panose="020B7200000000000000" pitchFamily="34" charset="0"/>
              </a:defRPr>
            </a:lvl6pPr>
            <a:lvl7pPr marL="2971800" indent="-228600" eaLnBrk="0" fontAlgn="base" hangingPunct="0">
              <a:spcBef>
                <a:spcPct val="0"/>
              </a:spcBef>
              <a:spcAft>
                <a:spcPct val="0"/>
              </a:spcAft>
              <a:defRPr sz="2400">
                <a:solidFill>
                  <a:srgbClr val="00FF00"/>
                </a:solidFill>
                <a:latin typeface=".VnArial" panose="020B7200000000000000" pitchFamily="34" charset="0"/>
              </a:defRPr>
            </a:lvl7pPr>
            <a:lvl8pPr marL="3429000" indent="-228600" eaLnBrk="0" fontAlgn="base" hangingPunct="0">
              <a:spcBef>
                <a:spcPct val="0"/>
              </a:spcBef>
              <a:spcAft>
                <a:spcPct val="0"/>
              </a:spcAft>
              <a:defRPr sz="2400">
                <a:solidFill>
                  <a:srgbClr val="00FF00"/>
                </a:solidFill>
                <a:latin typeface=".VnArial" panose="020B7200000000000000" pitchFamily="34" charset="0"/>
              </a:defRPr>
            </a:lvl8pPr>
            <a:lvl9pPr marL="3886200" indent="-228600" eaLnBrk="0" fontAlgn="base" hangingPunct="0">
              <a:spcBef>
                <a:spcPct val="0"/>
              </a:spcBef>
              <a:spcAft>
                <a:spcPct val="0"/>
              </a:spcAft>
              <a:defRPr sz="2400">
                <a:solidFill>
                  <a:srgbClr val="00FF00"/>
                </a:solidFill>
                <a:latin typeface=".VnArial" panose="020B7200000000000000" pitchFamily="34" charset="0"/>
              </a:defRPr>
            </a:lvl9pPr>
          </a:lstStyle>
          <a:p>
            <a:pPr algn="ctr" eaLnBrk="1" hangingPunct="1">
              <a:spcBef>
                <a:spcPts val="1200"/>
              </a:spcBef>
            </a:pPr>
            <a:r>
              <a:rPr lang="en-US" altLang="en-US" sz="4200" b="1" dirty="0" smtClean="0">
                <a:solidFill>
                  <a:srgbClr val="FF0000"/>
                </a:solidFill>
                <a:latin typeface="Times New Roman" panose="02020603050405020304" pitchFamily="18" charset="0"/>
                <a:cs typeface="Times New Roman" panose="02020603050405020304" pitchFamily="18" charset="0"/>
              </a:rPr>
              <a:t>CHỦ NGHĨA XÃ HỘI KHOA HỌC</a:t>
            </a:r>
            <a:endParaRPr lang="en-US" altLang="en-US" sz="4200" b="1"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143384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8902" name="Rectangle 6"/>
          <p:cNvSpPr>
            <a:spLocks noGrp="1" noChangeArrowheads="1"/>
          </p:cNvSpPr>
          <p:nvPr>
            <p:ph idx="1"/>
          </p:nvPr>
        </p:nvSpPr>
        <p:spPr>
          <a:xfrm>
            <a:off x="1752600" y="381000"/>
            <a:ext cx="8763000" cy="6248400"/>
          </a:xfrm>
        </p:spPr>
        <p:txBody>
          <a:bodyPr rtlCol="0">
            <a:normAutofit/>
          </a:bodyPr>
          <a:lstStyle/>
          <a:p>
            <a:pPr marL="0" indent="0" algn="ctr">
              <a:buNone/>
              <a:defRPr/>
            </a:pPr>
            <a:endParaRPr lang="en-US" b="1" dirty="0" smtClean="0">
              <a:solidFill>
                <a:srgbClr val="FF0000"/>
              </a:solidFill>
              <a:latin typeface="Times New Roman" panose="02020603050405020304" pitchFamily="18" charset="0"/>
              <a:cs typeface="Times New Roman" panose="02020603050405020304" pitchFamily="18" charset="0"/>
            </a:endParaRPr>
          </a:p>
          <a:p>
            <a:pPr marL="0" indent="0" algn="ctr">
              <a:buNone/>
              <a:defRPr/>
            </a:pPr>
            <a:r>
              <a:rPr lang="en-US" b="1" dirty="0" smtClean="0">
                <a:solidFill>
                  <a:srgbClr val="FF0000"/>
                </a:solidFill>
                <a:latin typeface="Times New Roman" panose="02020603050405020304" pitchFamily="18" charset="0"/>
                <a:cs typeface="Times New Roman" panose="02020603050405020304" pitchFamily="18" charset="0"/>
              </a:rPr>
              <a:t>KẾT </a:t>
            </a:r>
            <a:r>
              <a:rPr lang="en-US" b="1" dirty="0">
                <a:solidFill>
                  <a:srgbClr val="FF0000"/>
                </a:solidFill>
                <a:latin typeface="Times New Roman" panose="02020603050405020304" pitchFamily="18" charset="0"/>
                <a:cs typeface="Times New Roman" panose="02020603050405020304" pitchFamily="18" charset="0"/>
              </a:rPr>
              <a:t>CẤU GIÁO TRÌNH CNXHKH </a:t>
            </a:r>
            <a:endParaRPr lang="en-US" b="1" dirty="0" smtClean="0">
              <a:solidFill>
                <a:srgbClr val="FF0000"/>
              </a:solidFill>
              <a:latin typeface="Times New Roman" panose="02020603050405020304" pitchFamily="18" charset="0"/>
              <a:cs typeface="Times New Roman" panose="02020603050405020304" pitchFamily="18" charset="0"/>
            </a:endParaRPr>
          </a:p>
          <a:p>
            <a:pPr marL="0" indent="0" algn="ctr">
              <a:buNone/>
              <a:defRPr/>
            </a:pPr>
            <a:endParaRPr lang="en-US" b="1" dirty="0">
              <a:solidFill>
                <a:srgbClr val="FF0000"/>
              </a:solidFill>
              <a:latin typeface="Times New Roman" panose="02020603050405020304" pitchFamily="18" charset="0"/>
              <a:cs typeface="Times New Roman" panose="02020603050405020304" pitchFamily="18" charset="0"/>
            </a:endParaRPr>
          </a:p>
          <a:p>
            <a:pPr marL="514350" indent="-514350">
              <a:buFont typeface="+mj-lt"/>
              <a:buAutoNum type="arabicPeriod"/>
              <a:defRPr/>
            </a:pPr>
            <a:r>
              <a:rPr lang="en-US" b="1" dirty="0" err="1" smtClean="0">
                <a:solidFill>
                  <a:srgbClr val="002060"/>
                </a:solidFill>
                <a:latin typeface="Times New Roman" pitchFamily="18" charset="0"/>
                <a:cs typeface="Times New Roman" pitchFamily="18" charset="0"/>
              </a:rPr>
              <a:t>Nhập</a:t>
            </a:r>
            <a:r>
              <a:rPr lang="en-US" b="1" dirty="0" smtClean="0">
                <a:solidFill>
                  <a:srgbClr val="002060"/>
                </a:solidFill>
                <a:latin typeface="Times New Roman" pitchFamily="18" charset="0"/>
                <a:cs typeface="Times New Roman" pitchFamily="18" charset="0"/>
              </a:rPr>
              <a:t> </a:t>
            </a:r>
            <a:r>
              <a:rPr lang="en-US" b="1" dirty="0" err="1" smtClean="0">
                <a:solidFill>
                  <a:srgbClr val="002060"/>
                </a:solidFill>
                <a:latin typeface="Times New Roman" pitchFamily="18" charset="0"/>
                <a:cs typeface="Times New Roman" pitchFamily="18" charset="0"/>
              </a:rPr>
              <a:t>môn</a:t>
            </a:r>
            <a:r>
              <a:rPr lang="en-US" b="1" dirty="0" smtClean="0">
                <a:solidFill>
                  <a:srgbClr val="002060"/>
                </a:solidFill>
                <a:latin typeface="Times New Roman" pitchFamily="18" charset="0"/>
                <a:cs typeface="Times New Roman" pitchFamily="18" charset="0"/>
              </a:rPr>
              <a:t> CNXHKH</a:t>
            </a:r>
          </a:p>
          <a:p>
            <a:pPr marL="514350" indent="-514350">
              <a:buFont typeface="+mj-lt"/>
              <a:buAutoNum type="arabicPeriod"/>
              <a:defRPr/>
            </a:pPr>
            <a:r>
              <a:rPr lang="en-US" b="1" dirty="0" err="1" smtClean="0">
                <a:solidFill>
                  <a:srgbClr val="002060"/>
                </a:solidFill>
                <a:latin typeface="Times New Roman" pitchFamily="18" charset="0"/>
                <a:cs typeface="Times New Roman" pitchFamily="18" charset="0"/>
              </a:rPr>
              <a:t>Sứ</a:t>
            </a:r>
            <a:r>
              <a:rPr lang="en-US" b="1" dirty="0" smtClean="0">
                <a:solidFill>
                  <a:srgbClr val="002060"/>
                </a:solidFill>
                <a:latin typeface="Times New Roman" pitchFamily="18" charset="0"/>
                <a:cs typeface="Times New Roman" pitchFamily="18" charset="0"/>
              </a:rPr>
              <a:t> </a:t>
            </a:r>
            <a:r>
              <a:rPr lang="en-US" b="1" dirty="0" err="1" smtClean="0">
                <a:solidFill>
                  <a:srgbClr val="002060"/>
                </a:solidFill>
                <a:latin typeface="Times New Roman" pitchFamily="18" charset="0"/>
                <a:cs typeface="Times New Roman" pitchFamily="18" charset="0"/>
              </a:rPr>
              <a:t>mệnh</a:t>
            </a:r>
            <a:r>
              <a:rPr lang="en-US" b="1" dirty="0" smtClean="0">
                <a:solidFill>
                  <a:srgbClr val="002060"/>
                </a:solidFill>
                <a:latin typeface="Times New Roman" pitchFamily="18" charset="0"/>
                <a:cs typeface="Times New Roman" pitchFamily="18" charset="0"/>
              </a:rPr>
              <a:t> </a:t>
            </a:r>
            <a:r>
              <a:rPr lang="en-US" b="1" dirty="0" err="1" smtClean="0">
                <a:solidFill>
                  <a:srgbClr val="002060"/>
                </a:solidFill>
                <a:latin typeface="Times New Roman" pitchFamily="18" charset="0"/>
                <a:cs typeface="Times New Roman" pitchFamily="18" charset="0"/>
              </a:rPr>
              <a:t>lịch</a:t>
            </a:r>
            <a:r>
              <a:rPr lang="en-US" b="1" dirty="0" smtClean="0">
                <a:solidFill>
                  <a:srgbClr val="002060"/>
                </a:solidFill>
                <a:latin typeface="Times New Roman" pitchFamily="18" charset="0"/>
                <a:cs typeface="Times New Roman" pitchFamily="18" charset="0"/>
              </a:rPr>
              <a:t> </a:t>
            </a:r>
            <a:r>
              <a:rPr lang="en-US" b="1" dirty="0" err="1" smtClean="0">
                <a:solidFill>
                  <a:srgbClr val="002060"/>
                </a:solidFill>
                <a:latin typeface="Times New Roman" pitchFamily="18" charset="0"/>
                <a:cs typeface="Times New Roman" pitchFamily="18" charset="0"/>
              </a:rPr>
              <a:t>sử</a:t>
            </a:r>
            <a:r>
              <a:rPr lang="en-US" b="1" dirty="0" smtClean="0">
                <a:solidFill>
                  <a:srgbClr val="002060"/>
                </a:solidFill>
                <a:latin typeface="Times New Roman" pitchFamily="18" charset="0"/>
                <a:cs typeface="Times New Roman" pitchFamily="18" charset="0"/>
              </a:rPr>
              <a:t> </a:t>
            </a:r>
            <a:r>
              <a:rPr lang="en-US" b="1" dirty="0" err="1" smtClean="0">
                <a:solidFill>
                  <a:srgbClr val="002060"/>
                </a:solidFill>
                <a:latin typeface="Times New Roman" pitchFamily="18" charset="0"/>
                <a:cs typeface="Times New Roman" pitchFamily="18" charset="0"/>
              </a:rPr>
              <a:t>của</a:t>
            </a:r>
            <a:r>
              <a:rPr lang="en-US" b="1" dirty="0" smtClean="0">
                <a:solidFill>
                  <a:srgbClr val="002060"/>
                </a:solidFill>
                <a:latin typeface="Times New Roman" pitchFamily="18" charset="0"/>
                <a:cs typeface="Times New Roman" pitchFamily="18" charset="0"/>
              </a:rPr>
              <a:t> GCCN</a:t>
            </a:r>
          </a:p>
          <a:p>
            <a:pPr marL="514350" indent="-514350">
              <a:buFont typeface="+mj-lt"/>
              <a:buAutoNum type="arabicPeriod"/>
              <a:defRPr/>
            </a:pPr>
            <a:r>
              <a:rPr lang="en-US" b="1" dirty="0" smtClean="0">
                <a:solidFill>
                  <a:srgbClr val="002060"/>
                </a:solidFill>
                <a:latin typeface="Times New Roman" pitchFamily="18" charset="0"/>
                <a:cs typeface="Times New Roman" pitchFamily="18" charset="0"/>
              </a:rPr>
              <a:t>CNXH  </a:t>
            </a:r>
            <a:r>
              <a:rPr lang="en-US" b="1" dirty="0" err="1" smtClean="0">
                <a:solidFill>
                  <a:srgbClr val="002060"/>
                </a:solidFill>
                <a:latin typeface="Times New Roman" pitchFamily="18" charset="0"/>
                <a:cs typeface="Times New Roman" pitchFamily="18" charset="0"/>
              </a:rPr>
              <a:t>và</a:t>
            </a:r>
            <a:r>
              <a:rPr lang="en-US" b="1" dirty="0" smtClean="0">
                <a:solidFill>
                  <a:srgbClr val="002060"/>
                </a:solidFill>
                <a:latin typeface="Times New Roman" pitchFamily="18" charset="0"/>
                <a:cs typeface="Times New Roman" pitchFamily="18" charset="0"/>
              </a:rPr>
              <a:t> </a:t>
            </a:r>
            <a:r>
              <a:rPr lang="en-US" b="1" dirty="0" err="1" smtClean="0">
                <a:solidFill>
                  <a:srgbClr val="002060"/>
                </a:solidFill>
                <a:latin typeface="Times New Roman" pitchFamily="18" charset="0"/>
                <a:cs typeface="Times New Roman" pitchFamily="18" charset="0"/>
              </a:rPr>
              <a:t>Thời</a:t>
            </a:r>
            <a:r>
              <a:rPr lang="en-US" b="1" dirty="0" smtClean="0">
                <a:solidFill>
                  <a:srgbClr val="002060"/>
                </a:solidFill>
                <a:latin typeface="Times New Roman" pitchFamily="18" charset="0"/>
                <a:cs typeface="Times New Roman" pitchFamily="18" charset="0"/>
              </a:rPr>
              <a:t> </a:t>
            </a:r>
            <a:r>
              <a:rPr lang="en-US" b="1" dirty="0" err="1" smtClean="0">
                <a:solidFill>
                  <a:srgbClr val="002060"/>
                </a:solidFill>
                <a:latin typeface="Times New Roman" pitchFamily="18" charset="0"/>
                <a:cs typeface="Times New Roman" pitchFamily="18" charset="0"/>
              </a:rPr>
              <a:t>kỳ</a:t>
            </a:r>
            <a:r>
              <a:rPr lang="en-US" b="1" dirty="0" smtClean="0">
                <a:solidFill>
                  <a:srgbClr val="002060"/>
                </a:solidFill>
                <a:latin typeface="Times New Roman" pitchFamily="18" charset="0"/>
                <a:cs typeface="Times New Roman" pitchFamily="18" charset="0"/>
              </a:rPr>
              <a:t> </a:t>
            </a:r>
            <a:r>
              <a:rPr lang="en-US" b="1" dirty="0" err="1" smtClean="0">
                <a:solidFill>
                  <a:srgbClr val="002060"/>
                </a:solidFill>
                <a:latin typeface="Times New Roman" pitchFamily="18" charset="0"/>
                <a:cs typeface="Times New Roman" pitchFamily="18" charset="0"/>
              </a:rPr>
              <a:t>quá</a:t>
            </a:r>
            <a:r>
              <a:rPr lang="en-US" b="1" dirty="0" smtClean="0">
                <a:solidFill>
                  <a:srgbClr val="002060"/>
                </a:solidFill>
                <a:latin typeface="Times New Roman" pitchFamily="18" charset="0"/>
                <a:cs typeface="Times New Roman" pitchFamily="18" charset="0"/>
              </a:rPr>
              <a:t> </a:t>
            </a:r>
            <a:r>
              <a:rPr lang="en-US" b="1" dirty="0" err="1" smtClean="0">
                <a:solidFill>
                  <a:srgbClr val="002060"/>
                </a:solidFill>
                <a:latin typeface="Times New Roman" pitchFamily="18" charset="0"/>
                <a:cs typeface="Times New Roman" pitchFamily="18" charset="0"/>
              </a:rPr>
              <a:t>độ</a:t>
            </a:r>
            <a:r>
              <a:rPr lang="en-US" b="1" dirty="0" smtClean="0">
                <a:solidFill>
                  <a:srgbClr val="002060"/>
                </a:solidFill>
                <a:latin typeface="Times New Roman" pitchFamily="18" charset="0"/>
                <a:cs typeface="Times New Roman" pitchFamily="18" charset="0"/>
              </a:rPr>
              <a:t> </a:t>
            </a:r>
            <a:r>
              <a:rPr lang="en-US" b="1" dirty="0" err="1" smtClean="0">
                <a:solidFill>
                  <a:srgbClr val="002060"/>
                </a:solidFill>
                <a:latin typeface="Times New Roman" pitchFamily="18" charset="0"/>
                <a:cs typeface="Times New Roman" pitchFamily="18" charset="0"/>
              </a:rPr>
              <a:t>lên</a:t>
            </a:r>
            <a:r>
              <a:rPr lang="en-US" b="1" dirty="0" smtClean="0">
                <a:solidFill>
                  <a:srgbClr val="002060"/>
                </a:solidFill>
                <a:latin typeface="Times New Roman" pitchFamily="18" charset="0"/>
                <a:cs typeface="Times New Roman" pitchFamily="18" charset="0"/>
              </a:rPr>
              <a:t> CNXH</a:t>
            </a:r>
          </a:p>
          <a:p>
            <a:pPr marL="514350" indent="-514350">
              <a:buFont typeface="+mj-lt"/>
              <a:buAutoNum type="arabicPeriod"/>
              <a:defRPr/>
            </a:pPr>
            <a:r>
              <a:rPr lang="en-US" b="1" dirty="0" err="1" smtClean="0">
                <a:solidFill>
                  <a:srgbClr val="002060"/>
                </a:solidFill>
                <a:latin typeface="Times New Roman" pitchFamily="18" charset="0"/>
                <a:cs typeface="Times New Roman" pitchFamily="18" charset="0"/>
              </a:rPr>
              <a:t>Dân</a:t>
            </a:r>
            <a:r>
              <a:rPr lang="en-US" b="1" dirty="0" smtClean="0">
                <a:solidFill>
                  <a:srgbClr val="002060"/>
                </a:solidFill>
                <a:latin typeface="Times New Roman" pitchFamily="18" charset="0"/>
                <a:cs typeface="Times New Roman" pitchFamily="18" charset="0"/>
              </a:rPr>
              <a:t> </a:t>
            </a:r>
            <a:r>
              <a:rPr lang="en-US" b="1" dirty="0" err="1" smtClean="0">
                <a:solidFill>
                  <a:srgbClr val="002060"/>
                </a:solidFill>
                <a:latin typeface="Times New Roman" pitchFamily="18" charset="0"/>
                <a:cs typeface="Times New Roman" pitchFamily="18" charset="0"/>
              </a:rPr>
              <a:t>chủ</a:t>
            </a:r>
            <a:r>
              <a:rPr lang="en-US" b="1" dirty="0" smtClean="0">
                <a:solidFill>
                  <a:srgbClr val="002060"/>
                </a:solidFill>
                <a:latin typeface="Times New Roman" pitchFamily="18" charset="0"/>
                <a:cs typeface="Times New Roman" pitchFamily="18" charset="0"/>
              </a:rPr>
              <a:t> XHCN </a:t>
            </a:r>
            <a:r>
              <a:rPr lang="en-US" b="1" dirty="0" err="1" smtClean="0">
                <a:solidFill>
                  <a:srgbClr val="002060"/>
                </a:solidFill>
                <a:latin typeface="Times New Roman" pitchFamily="18" charset="0"/>
                <a:cs typeface="Times New Roman" pitchFamily="18" charset="0"/>
              </a:rPr>
              <a:t>và</a:t>
            </a:r>
            <a:r>
              <a:rPr lang="en-US" b="1" dirty="0" smtClean="0">
                <a:solidFill>
                  <a:srgbClr val="002060"/>
                </a:solidFill>
                <a:latin typeface="Times New Roman" pitchFamily="18" charset="0"/>
                <a:cs typeface="Times New Roman" pitchFamily="18" charset="0"/>
              </a:rPr>
              <a:t> </a:t>
            </a:r>
            <a:r>
              <a:rPr lang="en-US" b="1" dirty="0" err="1" smtClean="0">
                <a:solidFill>
                  <a:srgbClr val="002060"/>
                </a:solidFill>
                <a:latin typeface="Times New Roman" pitchFamily="18" charset="0"/>
                <a:cs typeface="Times New Roman" pitchFamily="18" charset="0"/>
              </a:rPr>
              <a:t>nhà</a:t>
            </a:r>
            <a:r>
              <a:rPr lang="en-US" b="1" dirty="0" smtClean="0">
                <a:solidFill>
                  <a:srgbClr val="002060"/>
                </a:solidFill>
                <a:latin typeface="Times New Roman" pitchFamily="18" charset="0"/>
                <a:cs typeface="Times New Roman" pitchFamily="18" charset="0"/>
              </a:rPr>
              <a:t> </a:t>
            </a:r>
            <a:r>
              <a:rPr lang="en-US" b="1" dirty="0" err="1" smtClean="0">
                <a:solidFill>
                  <a:srgbClr val="002060"/>
                </a:solidFill>
                <a:latin typeface="Times New Roman" pitchFamily="18" charset="0"/>
                <a:cs typeface="Times New Roman" pitchFamily="18" charset="0"/>
              </a:rPr>
              <a:t>nước</a:t>
            </a:r>
            <a:r>
              <a:rPr lang="en-US" b="1" dirty="0" smtClean="0">
                <a:solidFill>
                  <a:srgbClr val="002060"/>
                </a:solidFill>
                <a:latin typeface="Times New Roman" pitchFamily="18" charset="0"/>
                <a:cs typeface="Times New Roman" pitchFamily="18" charset="0"/>
              </a:rPr>
              <a:t> XHCN</a:t>
            </a:r>
          </a:p>
          <a:p>
            <a:pPr marL="514350" indent="-514350">
              <a:buFont typeface="+mj-lt"/>
              <a:buAutoNum type="arabicPeriod"/>
              <a:defRPr/>
            </a:pPr>
            <a:r>
              <a:rPr lang="en-US" b="1" dirty="0" err="1" smtClean="0">
                <a:solidFill>
                  <a:srgbClr val="002060"/>
                </a:solidFill>
                <a:latin typeface="Times New Roman" pitchFamily="18" charset="0"/>
                <a:cs typeface="Times New Roman" pitchFamily="18" charset="0"/>
              </a:rPr>
              <a:t>Cơ</a:t>
            </a:r>
            <a:r>
              <a:rPr lang="en-US" b="1" dirty="0" smtClean="0">
                <a:solidFill>
                  <a:srgbClr val="002060"/>
                </a:solidFill>
                <a:latin typeface="Times New Roman" pitchFamily="18" charset="0"/>
                <a:cs typeface="Times New Roman" pitchFamily="18" charset="0"/>
              </a:rPr>
              <a:t> </a:t>
            </a:r>
            <a:r>
              <a:rPr lang="en-US" b="1" dirty="0" err="1" smtClean="0">
                <a:solidFill>
                  <a:srgbClr val="002060"/>
                </a:solidFill>
                <a:latin typeface="Times New Roman" pitchFamily="18" charset="0"/>
                <a:cs typeface="Times New Roman" pitchFamily="18" charset="0"/>
              </a:rPr>
              <a:t>cấu</a:t>
            </a:r>
            <a:r>
              <a:rPr lang="en-US" b="1" dirty="0" smtClean="0">
                <a:solidFill>
                  <a:srgbClr val="002060"/>
                </a:solidFill>
                <a:latin typeface="Times New Roman" pitchFamily="18" charset="0"/>
                <a:cs typeface="Times New Roman" pitchFamily="18" charset="0"/>
              </a:rPr>
              <a:t> </a:t>
            </a:r>
            <a:r>
              <a:rPr lang="en-US" b="1" dirty="0" err="1" smtClean="0">
                <a:solidFill>
                  <a:srgbClr val="002060"/>
                </a:solidFill>
                <a:latin typeface="Times New Roman" pitchFamily="18" charset="0"/>
                <a:cs typeface="Times New Roman" pitchFamily="18" charset="0"/>
              </a:rPr>
              <a:t>xã</a:t>
            </a:r>
            <a:r>
              <a:rPr lang="en-US" b="1" dirty="0" smtClean="0">
                <a:solidFill>
                  <a:srgbClr val="002060"/>
                </a:solidFill>
                <a:latin typeface="Times New Roman" pitchFamily="18" charset="0"/>
                <a:cs typeface="Times New Roman" pitchFamily="18" charset="0"/>
              </a:rPr>
              <a:t> </a:t>
            </a:r>
            <a:r>
              <a:rPr lang="en-US" b="1" dirty="0" err="1" smtClean="0">
                <a:solidFill>
                  <a:srgbClr val="002060"/>
                </a:solidFill>
                <a:latin typeface="Times New Roman" pitchFamily="18" charset="0"/>
                <a:cs typeface="Times New Roman" pitchFamily="18" charset="0"/>
              </a:rPr>
              <a:t>hội</a:t>
            </a:r>
            <a:r>
              <a:rPr lang="en-US" b="1" dirty="0" smtClean="0">
                <a:solidFill>
                  <a:srgbClr val="002060"/>
                </a:solidFill>
                <a:latin typeface="Times New Roman" pitchFamily="18" charset="0"/>
                <a:cs typeface="Times New Roman" pitchFamily="18" charset="0"/>
              </a:rPr>
              <a:t> – GC </a:t>
            </a:r>
            <a:r>
              <a:rPr lang="en-US" b="1" dirty="0" err="1" smtClean="0">
                <a:solidFill>
                  <a:srgbClr val="002060"/>
                </a:solidFill>
                <a:latin typeface="Times New Roman" pitchFamily="18" charset="0"/>
                <a:cs typeface="Times New Roman" pitchFamily="18" charset="0"/>
              </a:rPr>
              <a:t>và</a:t>
            </a:r>
            <a:r>
              <a:rPr lang="en-US" b="1" dirty="0" smtClean="0">
                <a:solidFill>
                  <a:srgbClr val="002060"/>
                </a:solidFill>
                <a:latin typeface="Times New Roman" pitchFamily="18" charset="0"/>
                <a:cs typeface="Times New Roman" pitchFamily="18" charset="0"/>
              </a:rPr>
              <a:t> </a:t>
            </a:r>
            <a:r>
              <a:rPr lang="en-US" b="1" dirty="0" err="1" smtClean="0">
                <a:solidFill>
                  <a:srgbClr val="002060"/>
                </a:solidFill>
                <a:latin typeface="Times New Roman" pitchFamily="18" charset="0"/>
                <a:cs typeface="Times New Roman" pitchFamily="18" charset="0"/>
              </a:rPr>
              <a:t>liên</a:t>
            </a:r>
            <a:r>
              <a:rPr lang="en-US" b="1" dirty="0" smtClean="0">
                <a:solidFill>
                  <a:srgbClr val="002060"/>
                </a:solidFill>
                <a:latin typeface="Times New Roman" pitchFamily="18" charset="0"/>
                <a:cs typeface="Times New Roman" pitchFamily="18" charset="0"/>
              </a:rPr>
              <a:t> minh GC, TL </a:t>
            </a:r>
            <a:r>
              <a:rPr lang="en-US" b="1" dirty="0" err="1" smtClean="0">
                <a:solidFill>
                  <a:srgbClr val="002060"/>
                </a:solidFill>
                <a:latin typeface="Times New Roman" pitchFamily="18" charset="0"/>
                <a:cs typeface="Times New Roman" pitchFamily="18" charset="0"/>
              </a:rPr>
              <a:t>trong</a:t>
            </a:r>
            <a:r>
              <a:rPr lang="en-US" b="1" dirty="0" smtClean="0">
                <a:solidFill>
                  <a:srgbClr val="002060"/>
                </a:solidFill>
                <a:latin typeface="Times New Roman" pitchFamily="18" charset="0"/>
                <a:cs typeface="Times New Roman" pitchFamily="18" charset="0"/>
              </a:rPr>
              <a:t> TKQĐ </a:t>
            </a:r>
            <a:r>
              <a:rPr lang="en-US" b="1" dirty="0" err="1" smtClean="0">
                <a:solidFill>
                  <a:srgbClr val="002060"/>
                </a:solidFill>
                <a:latin typeface="Times New Roman" pitchFamily="18" charset="0"/>
                <a:cs typeface="Times New Roman" pitchFamily="18" charset="0"/>
              </a:rPr>
              <a:t>lên</a:t>
            </a:r>
            <a:r>
              <a:rPr lang="en-US" b="1" dirty="0" smtClean="0">
                <a:solidFill>
                  <a:srgbClr val="002060"/>
                </a:solidFill>
                <a:latin typeface="Times New Roman" pitchFamily="18" charset="0"/>
                <a:cs typeface="Times New Roman" pitchFamily="18" charset="0"/>
              </a:rPr>
              <a:t> CNXH</a:t>
            </a:r>
          </a:p>
          <a:p>
            <a:pPr marL="514350" indent="-514350">
              <a:buFont typeface="+mj-lt"/>
              <a:buAutoNum type="arabicPeriod"/>
              <a:defRPr/>
            </a:pPr>
            <a:r>
              <a:rPr lang="en-US" b="1" dirty="0" err="1" smtClean="0">
                <a:solidFill>
                  <a:srgbClr val="002060"/>
                </a:solidFill>
                <a:latin typeface="Times New Roman" pitchFamily="18" charset="0"/>
                <a:cs typeface="Times New Roman" pitchFamily="18" charset="0"/>
              </a:rPr>
              <a:t>Vấn</a:t>
            </a:r>
            <a:r>
              <a:rPr lang="en-US" b="1" dirty="0" smtClean="0">
                <a:solidFill>
                  <a:srgbClr val="002060"/>
                </a:solidFill>
                <a:latin typeface="Times New Roman" pitchFamily="18" charset="0"/>
                <a:cs typeface="Times New Roman" pitchFamily="18" charset="0"/>
              </a:rPr>
              <a:t> </a:t>
            </a:r>
            <a:r>
              <a:rPr lang="en-US" b="1" dirty="0" err="1" smtClean="0">
                <a:solidFill>
                  <a:srgbClr val="002060"/>
                </a:solidFill>
                <a:latin typeface="Times New Roman" pitchFamily="18" charset="0"/>
                <a:cs typeface="Times New Roman" pitchFamily="18" charset="0"/>
              </a:rPr>
              <a:t>đề</a:t>
            </a:r>
            <a:r>
              <a:rPr lang="en-US" b="1" dirty="0" smtClean="0">
                <a:solidFill>
                  <a:srgbClr val="002060"/>
                </a:solidFill>
                <a:latin typeface="Times New Roman" pitchFamily="18" charset="0"/>
                <a:cs typeface="Times New Roman" pitchFamily="18" charset="0"/>
              </a:rPr>
              <a:t> </a:t>
            </a:r>
            <a:r>
              <a:rPr lang="en-US" b="1" dirty="0" err="1" smtClean="0">
                <a:solidFill>
                  <a:srgbClr val="002060"/>
                </a:solidFill>
                <a:latin typeface="Times New Roman" pitchFamily="18" charset="0"/>
                <a:cs typeface="Times New Roman" pitchFamily="18" charset="0"/>
              </a:rPr>
              <a:t>dân</a:t>
            </a:r>
            <a:r>
              <a:rPr lang="en-US" b="1" dirty="0" smtClean="0">
                <a:solidFill>
                  <a:srgbClr val="002060"/>
                </a:solidFill>
                <a:latin typeface="Times New Roman" pitchFamily="18" charset="0"/>
                <a:cs typeface="Times New Roman" pitchFamily="18" charset="0"/>
              </a:rPr>
              <a:t> </a:t>
            </a:r>
            <a:r>
              <a:rPr lang="en-US" b="1" dirty="0" err="1" smtClean="0">
                <a:solidFill>
                  <a:srgbClr val="002060"/>
                </a:solidFill>
                <a:latin typeface="Times New Roman" pitchFamily="18" charset="0"/>
                <a:cs typeface="Times New Roman" pitchFamily="18" charset="0"/>
              </a:rPr>
              <a:t>tộc</a:t>
            </a:r>
            <a:r>
              <a:rPr lang="en-US" b="1" dirty="0" smtClean="0">
                <a:solidFill>
                  <a:srgbClr val="002060"/>
                </a:solidFill>
                <a:latin typeface="Times New Roman" pitchFamily="18" charset="0"/>
                <a:cs typeface="Times New Roman" pitchFamily="18" charset="0"/>
              </a:rPr>
              <a:t> </a:t>
            </a:r>
            <a:r>
              <a:rPr lang="en-US" b="1" dirty="0" err="1" smtClean="0">
                <a:solidFill>
                  <a:srgbClr val="002060"/>
                </a:solidFill>
                <a:latin typeface="Times New Roman" pitchFamily="18" charset="0"/>
                <a:cs typeface="Times New Roman" pitchFamily="18" charset="0"/>
              </a:rPr>
              <a:t>và</a:t>
            </a:r>
            <a:r>
              <a:rPr lang="en-US" b="1" dirty="0" smtClean="0">
                <a:solidFill>
                  <a:srgbClr val="002060"/>
                </a:solidFill>
                <a:latin typeface="Times New Roman" pitchFamily="18" charset="0"/>
                <a:cs typeface="Times New Roman" pitchFamily="18" charset="0"/>
              </a:rPr>
              <a:t> </a:t>
            </a:r>
            <a:r>
              <a:rPr lang="en-US" b="1" dirty="0" err="1" smtClean="0">
                <a:solidFill>
                  <a:srgbClr val="002060"/>
                </a:solidFill>
                <a:latin typeface="Times New Roman" pitchFamily="18" charset="0"/>
                <a:cs typeface="Times New Roman" pitchFamily="18" charset="0"/>
              </a:rPr>
              <a:t>tôn</a:t>
            </a:r>
            <a:r>
              <a:rPr lang="en-US" b="1" dirty="0" smtClean="0">
                <a:solidFill>
                  <a:srgbClr val="002060"/>
                </a:solidFill>
                <a:latin typeface="Times New Roman" pitchFamily="18" charset="0"/>
                <a:cs typeface="Times New Roman" pitchFamily="18" charset="0"/>
              </a:rPr>
              <a:t> </a:t>
            </a:r>
            <a:r>
              <a:rPr lang="en-US" b="1" dirty="0" err="1" smtClean="0">
                <a:solidFill>
                  <a:srgbClr val="002060"/>
                </a:solidFill>
                <a:latin typeface="Times New Roman" pitchFamily="18" charset="0"/>
                <a:cs typeface="Times New Roman" pitchFamily="18" charset="0"/>
              </a:rPr>
              <a:t>giáo</a:t>
            </a:r>
            <a:r>
              <a:rPr lang="en-US" b="1" dirty="0" smtClean="0">
                <a:solidFill>
                  <a:srgbClr val="002060"/>
                </a:solidFill>
                <a:latin typeface="Times New Roman" pitchFamily="18" charset="0"/>
                <a:cs typeface="Times New Roman" pitchFamily="18" charset="0"/>
              </a:rPr>
              <a:t> </a:t>
            </a:r>
            <a:r>
              <a:rPr lang="en-US" b="1" dirty="0" err="1" smtClean="0">
                <a:solidFill>
                  <a:srgbClr val="002060"/>
                </a:solidFill>
                <a:latin typeface="Times New Roman" pitchFamily="18" charset="0"/>
                <a:cs typeface="Times New Roman" pitchFamily="18" charset="0"/>
              </a:rPr>
              <a:t>trong</a:t>
            </a:r>
            <a:r>
              <a:rPr lang="en-US" b="1" dirty="0" smtClean="0">
                <a:solidFill>
                  <a:srgbClr val="002060"/>
                </a:solidFill>
                <a:latin typeface="Times New Roman" pitchFamily="18" charset="0"/>
                <a:cs typeface="Times New Roman" pitchFamily="18" charset="0"/>
              </a:rPr>
              <a:t> TKQĐ </a:t>
            </a:r>
            <a:r>
              <a:rPr lang="en-US" b="1" dirty="0" err="1" smtClean="0">
                <a:solidFill>
                  <a:srgbClr val="002060"/>
                </a:solidFill>
                <a:latin typeface="Times New Roman" pitchFamily="18" charset="0"/>
                <a:cs typeface="Times New Roman" pitchFamily="18" charset="0"/>
              </a:rPr>
              <a:t>lên</a:t>
            </a:r>
            <a:r>
              <a:rPr lang="en-US" b="1" dirty="0" smtClean="0">
                <a:solidFill>
                  <a:srgbClr val="002060"/>
                </a:solidFill>
                <a:latin typeface="Times New Roman" pitchFamily="18" charset="0"/>
                <a:cs typeface="Times New Roman" pitchFamily="18" charset="0"/>
              </a:rPr>
              <a:t> CNXH</a:t>
            </a:r>
          </a:p>
          <a:p>
            <a:pPr marL="514350" indent="-514350">
              <a:buFont typeface="+mj-lt"/>
              <a:buAutoNum type="arabicPeriod"/>
              <a:defRPr/>
            </a:pPr>
            <a:r>
              <a:rPr lang="en-US" b="1" dirty="0" err="1" smtClean="0">
                <a:solidFill>
                  <a:srgbClr val="002060"/>
                </a:solidFill>
                <a:latin typeface="Times New Roman" pitchFamily="18" charset="0"/>
                <a:cs typeface="Times New Roman" pitchFamily="18" charset="0"/>
              </a:rPr>
              <a:t>Vấn</a:t>
            </a:r>
            <a:r>
              <a:rPr lang="en-US" b="1" dirty="0" smtClean="0">
                <a:solidFill>
                  <a:srgbClr val="002060"/>
                </a:solidFill>
                <a:latin typeface="Times New Roman" pitchFamily="18" charset="0"/>
                <a:cs typeface="Times New Roman" pitchFamily="18" charset="0"/>
              </a:rPr>
              <a:t> </a:t>
            </a:r>
            <a:r>
              <a:rPr lang="en-US" b="1" dirty="0" err="1" smtClean="0">
                <a:solidFill>
                  <a:srgbClr val="002060"/>
                </a:solidFill>
                <a:latin typeface="Times New Roman" pitchFamily="18" charset="0"/>
                <a:cs typeface="Times New Roman" pitchFamily="18" charset="0"/>
              </a:rPr>
              <a:t>đề</a:t>
            </a:r>
            <a:r>
              <a:rPr lang="en-US" b="1" dirty="0" smtClean="0">
                <a:solidFill>
                  <a:srgbClr val="002060"/>
                </a:solidFill>
                <a:latin typeface="Times New Roman" pitchFamily="18" charset="0"/>
                <a:cs typeface="Times New Roman" pitchFamily="18" charset="0"/>
              </a:rPr>
              <a:t> </a:t>
            </a:r>
            <a:r>
              <a:rPr lang="en-US" b="1" dirty="0" err="1" smtClean="0">
                <a:solidFill>
                  <a:srgbClr val="002060"/>
                </a:solidFill>
                <a:latin typeface="Times New Roman" pitchFamily="18" charset="0"/>
                <a:cs typeface="Times New Roman" pitchFamily="18" charset="0"/>
              </a:rPr>
              <a:t>gia</a:t>
            </a:r>
            <a:r>
              <a:rPr lang="en-US" b="1" dirty="0" smtClean="0">
                <a:solidFill>
                  <a:srgbClr val="002060"/>
                </a:solidFill>
                <a:latin typeface="Times New Roman" pitchFamily="18" charset="0"/>
                <a:cs typeface="Times New Roman" pitchFamily="18" charset="0"/>
              </a:rPr>
              <a:t> </a:t>
            </a:r>
            <a:r>
              <a:rPr lang="en-US" b="1" dirty="0" err="1" smtClean="0">
                <a:solidFill>
                  <a:srgbClr val="002060"/>
                </a:solidFill>
                <a:latin typeface="Times New Roman" pitchFamily="18" charset="0"/>
                <a:cs typeface="Times New Roman" pitchFamily="18" charset="0"/>
              </a:rPr>
              <a:t>đình</a:t>
            </a:r>
            <a:r>
              <a:rPr lang="en-US" b="1" dirty="0" smtClean="0">
                <a:solidFill>
                  <a:srgbClr val="002060"/>
                </a:solidFill>
                <a:latin typeface="Times New Roman" pitchFamily="18" charset="0"/>
                <a:cs typeface="Times New Roman" pitchFamily="18" charset="0"/>
              </a:rPr>
              <a:t> </a:t>
            </a:r>
            <a:r>
              <a:rPr lang="en-US" b="1" dirty="0" err="1" smtClean="0">
                <a:solidFill>
                  <a:srgbClr val="002060"/>
                </a:solidFill>
                <a:latin typeface="Times New Roman" pitchFamily="18" charset="0"/>
                <a:cs typeface="Times New Roman" pitchFamily="18" charset="0"/>
              </a:rPr>
              <a:t>trong</a:t>
            </a:r>
            <a:r>
              <a:rPr lang="en-US" b="1" dirty="0">
                <a:solidFill>
                  <a:srgbClr val="002060"/>
                </a:solidFill>
                <a:latin typeface="Times New Roman" pitchFamily="18" charset="0"/>
                <a:cs typeface="Times New Roman" pitchFamily="18" charset="0"/>
              </a:rPr>
              <a:t> </a:t>
            </a:r>
            <a:r>
              <a:rPr lang="en-US" b="1" dirty="0" smtClean="0">
                <a:solidFill>
                  <a:srgbClr val="002060"/>
                </a:solidFill>
                <a:latin typeface="Times New Roman" pitchFamily="18" charset="0"/>
                <a:cs typeface="Times New Roman" pitchFamily="18" charset="0"/>
              </a:rPr>
              <a:t>TKQĐ </a:t>
            </a:r>
            <a:r>
              <a:rPr lang="en-US" b="1" dirty="0" err="1" smtClean="0">
                <a:solidFill>
                  <a:srgbClr val="002060"/>
                </a:solidFill>
                <a:latin typeface="Times New Roman" pitchFamily="18" charset="0"/>
                <a:cs typeface="Times New Roman" pitchFamily="18" charset="0"/>
              </a:rPr>
              <a:t>lên</a:t>
            </a:r>
            <a:r>
              <a:rPr lang="en-US" b="1" dirty="0" smtClean="0">
                <a:solidFill>
                  <a:srgbClr val="002060"/>
                </a:solidFill>
                <a:latin typeface="Times New Roman" pitchFamily="18" charset="0"/>
                <a:cs typeface="Times New Roman" pitchFamily="18" charset="0"/>
              </a:rPr>
              <a:t> CNXH</a:t>
            </a:r>
          </a:p>
          <a:p>
            <a:pPr marL="514350" indent="-514350">
              <a:buFont typeface="+mj-lt"/>
              <a:buAutoNum type="arabicPeriod"/>
              <a:defRPr/>
            </a:pPr>
            <a:endParaRPr lang="en-US" b="1" dirty="0" smtClean="0">
              <a:latin typeface="Times New Roman" pitchFamily="18" charset="0"/>
              <a:cs typeface="Times New Roman" pitchFamily="18" charset="0"/>
            </a:endParaRPr>
          </a:p>
          <a:p>
            <a:pPr marL="0" indent="0" algn="just">
              <a:lnSpc>
                <a:spcPct val="125000"/>
              </a:lnSpc>
              <a:spcBef>
                <a:spcPct val="30000"/>
              </a:spcBef>
              <a:spcAft>
                <a:spcPts val="1200"/>
              </a:spcAft>
              <a:buNone/>
              <a:defRPr/>
            </a:pPr>
            <a:endParaRPr lang="en-US" b="1" dirty="0">
              <a:solidFill>
                <a:srgbClr val="7030A0"/>
              </a:solidFill>
              <a:effectLst>
                <a:outerShdw blurRad="38100" dist="38100" dir="2700000" algn="tl">
                  <a:srgbClr val="000000">
                    <a:alpha val="43137"/>
                  </a:srgbClr>
                </a:outerShdw>
              </a:effectLst>
              <a:latin typeface="Times New Roman" pitchFamily="18" charset="0"/>
              <a:cs typeface="Times New Roman" pitchFamily="18" charset="0"/>
            </a:endParaRPr>
          </a:p>
          <a:p>
            <a:pPr marL="571500" indent="-571500" algn="just">
              <a:buNone/>
              <a:defRPr/>
            </a:pPr>
            <a:endParaRPr lang="en-US" sz="2600" dirty="0">
              <a:solidFill>
                <a:srgbClr val="0000CC"/>
              </a:solidFill>
              <a:latin typeface=".VnVogueH" pitchFamily="34" charset="0"/>
            </a:endParaRPr>
          </a:p>
        </p:txBody>
      </p:sp>
      <p:sp>
        <p:nvSpPr>
          <p:cNvPr id="5122" name="Slide Number Placeholder 5"/>
          <p:cNvSpPr>
            <a:spLocks noGrp="1"/>
          </p:cNvSpPr>
          <p:nvPr>
            <p:ph type="sldNum" sz="quarter" idx="12"/>
          </p:nvPr>
        </p:nvSpPr>
        <p:spPr/>
        <p:txBody>
          <a:bodyPr/>
          <a:lstStyle>
            <a:lvl1pPr eaLnBrk="0" hangingPunct="0">
              <a:defRPr sz="2400">
                <a:solidFill>
                  <a:srgbClr val="00FF00"/>
                </a:solidFill>
                <a:latin typeface=".VnArial" panose="020B7200000000000000" pitchFamily="34" charset="0"/>
              </a:defRPr>
            </a:lvl1pPr>
            <a:lvl2pPr marL="742950" indent="-285750" eaLnBrk="0" hangingPunct="0">
              <a:defRPr sz="2400">
                <a:solidFill>
                  <a:srgbClr val="00FF00"/>
                </a:solidFill>
                <a:latin typeface=".VnArial" panose="020B7200000000000000" pitchFamily="34" charset="0"/>
              </a:defRPr>
            </a:lvl2pPr>
            <a:lvl3pPr marL="1143000" indent="-228600" eaLnBrk="0" hangingPunct="0">
              <a:defRPr sz="2400">
                <a:solidFill>
                  <a:srgbClr val="00FF00"/>
                </a:solidFill>
                <a:latin typeface=".VnArial" panose="020B7200000000000000" pitchFamily="34" charset="0"/>
              </a:defRPr>
            </a:lvl3pPr>
            <a:lvl4pPr marL="1600200" indent="-228600" eaLnBrk="0" hangingPunct="0">
              <a:defRPr sz="2400">
                <a:solidFill>
                  <a:srgbClr val="00FF00"/>
                </a:solidFill>
                <a:latin typeface=".VnArial" panose="020B7200000000000000" pitchFamily="34" charset="0"/>
              </a:defRPr>
            </a:lvl4pPr>
            <a:lvl5pPr marL="2057400" indent="-228600" eaLnBrk="0" hangingPunct="0">
              <a:defRPr sz="2400">
                <a:solidFill>
                  <a:srgbClr val="00FF00"/>
                </a:solidFill>
                <a:latin typeface=".VnArial" panose="020B7200000000000000" pitchFamily="34" charset="0"/>
              </a:defRPr>
            </a:lvl5pPr>
            <a:lvl6pPr marL="2514600" indent="-228600" eaLnBrk="0" fontAlgn="base" hangingPunct="0">
              <a:spcBef>
                <a:spcPct val="0"/>
              </a:spcBef>
              <a:spcAft>
                <a:spcPct val="0"/>
              </a:spcAft>
              <a:defRPr sz="2400">
                <a:solidFill>
                  <a:srgbClr val="00FF00"/>
                </a:solidFill>
                <a:latin typeface=".VnArial" panose="020B7200000000000000" pitchFamily="34" charset="0"/>
              </a:defRPr>
            </a:lvl6pPr>
            <a:lvl7pPr marL="2971800" indent="-228600" eaLnBrk="0" fontAlgn="base" hangingPunct="0">
              <a:spcBef>
                <a:spcPct val="0"/>
              </a:spcBef>
              <a:spcAft>
                <a:spcPct val="0"/>
              </a:spcAft>
              <a:defRPr sz="2400">
                <a:solidFill>
                  <a:srgbClr val="00FF00"/>
                </a:solidFill>
                <a:latin typeface=".VnArial" panose="020B7200000000000000" pitchFamily="34" charset="0"/>
              </a:defRPr>
            </a:lvl7pPr>
            <a:lvl8pPr marL="3429000" indent="-228600" eaLnBrk="0" fontAlgn="base" hangingPunct="0">
              <a:spcBef>
                <a:spcPct val="0"/>
              </a:spcBef>
              <a:spcAft>
                <a:spcPct val="0"/>
              </a:spcAft>
              <a:defRPr sz="2400">
                <a:solidFill>
                  <a:srgbClr val="00FF00"/>
                </a:solidFill>
                <a:latin typeface=".VnArial" panose="020B7200000000000000" pitchFamily="34" charset="0"/>
              </a:defRPr>
            </a:lvl8pPr>
            <a:lvl9pPr marL="3886200" indent="-228600" eaLnBrk="0" fontAlgn="base" hangingPunct="0">
              <a:spcBef>
                <a:spcPct val="0"/>
              </a:spcBef>
              <a:spcAft>
                <a:spcPct val="0"/>
              </a:spcAft>
              <a:defRPr sz="2400">
                <a:solidFill>
                  <a:srgbClr val="00FF00"/>
                </a:solidFill>
                <a:latin typeface=".VnArial" panose="020B7200000000000000" pitchFamily="34" charset="0"/>
              </a:defRPr>
            </a:lvl9pPr>
          </a:lstStyle>
          <a:p>
            <a:pPr eaLnBrk="1" hangingPunct="1"/>
            <a:fld id="{C39FC231-00D6-41CF-BDCA-BD1BD83F10C2}" type="slidenum">
              <a:rPr lang="en-US" sz="1200">
                <a:solidFill>
                  <a:srgbClr val="898989"/>
                </a:solidFill>
              </a:rPr>
              <a:pPr eaLnBrk="1" hangingPunct="1"/>
              <a:t>2</a:t>
            </a:fld>
            <a:endParaRPr lang="en-US" sz="1200">
              <a:solidFill>
                <a:srgbClr val="898989"/>
              </a:solidFill>
            </a:endParaRPr>
          </a:p>
        </p:txBody>
      </p:sp>
      <p:sp>
        <p:nvSpPr>
          <p:cNvPr id="4101" name="Text Box 4"/>
          <p:cNvSpPr txBox="1">
            <a:spLocks noChangeArrowheads="1"/>
          </p:cNvSpPr>
          <p:nvPr/>
        </p:nvSpPr>
        <p:spPr bwMode="auto">
          <a:xfrm>
            <a:off x="3505200" y="0"/>
            <a:ext cx="426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FF00"/>
                </a:solidFill>
                <a:latin typeface=".VnArial" panose="020B7200000000000000" pitchFamily="34" charset="0"/>
              </a:defRPr>
            </a:lvl1pPr>
            <a:lvl2pPr marL="742950" indent="-285750" eaLnBrk="0" hangingPunct="0">
              <a:defRPr sz="2400">
                <a:solidFill>
                  <a:srgbClr val="00FF00"/>
                </a:solidFill>
                <a:latin typeface=".VnArial" panose="020B7200000000000000" pitchFamily="34" charset="0"/>
              </a:defRPr>
            </a:lvl2pPr>
            <a:lvl3pPr marL="1143000" indent="-228600" eaLnBrk="0" hangingPunct="0">
              <a:defRPr sz="2400">
                <a:solidFill>
                  <a:srgbClr val="00FF00"/>
                </a:solidFill>
                <a:latin typeface=".VnArial" panose="020B7200000000000000" pitchFamily="34" charset="0"/>
              </a:defRPr>
            </a:lvl3pPr>
            <a:lvl4pPr marL="1600200" indent="-228600" eaLnBrk="0" hangingPunct="0">
              <a:defRPr sz="2400">
                <a:solidFill>
                  <a:srgbClr val="00FF00"/>
                </a:solidFill>
                <a:latin typeface=".VnArial" panose="020B7200000000000000" pitchFamily="34" charset="0"/>
              </a:defRPr>
            </a:lvl4pPr>
            <a:lvl5pPr marL="2057400" indent="-228600" eaLnBrk="0" hangingPunct="0">
              <a:defRPr sz="2400">
                <a:solidFill>
                  <a:srgbClr val="00FF00"/>
                </a:solidFill>
                <a:latin typeface=".VnArial" panose="020B7200000000000000" pitchFamily="34" charset="0"/>
              </a:defRPr>
            </a:lvl5pPr>
            <a:lvl6pPr marL="2514600" indent="-228600" eaLnBrk="0" fontAlgn="base" hangingPunct="0">
              <a:spcBef>
                <a:spcPct val="0"/>
              </a:spcBef>
              <a:spcAft>
                <a:spcPct val="0"/>
              </a:spcAft>
              <a:defRPr sz="2400">
                <a:solidFill>
                  <a:srgbClr val="00FF00"/>
                </a:solidFill>
                <a:latin typeface=".VnArial" panose="020B7200000000000000" pitchFamily="34" charset="0"/>
              </a:defRPr>
            </a:lvl6pPr>
            <a:lvl7pPr marL="2971800" indent="-228600" eaLnBrk="0" fontAlgn="base" hangingPunct="0">
              <a:spcBef>
                <a:spcPct val="0"/>
              </a:spcBef>
              <a:spcAft>
                <a:spcPct val="0"/>
              </a:spcAft>
              <a:defRPr sz="2400">
                <a:solidFill>
                  <a:srgbClr val="00FF00"/>
                </a:solidFill>
                <a:latin typeface=".VnArial" panose="020B7200000000000000" pitchFamily="34" charset="0"/>
              </a:defRPr>
            </a:lvl7pPr>
            <a:lvl8pPr marL="3429000" indent="-228600" eaLnBrk="0" fontAlgn="base" hangingPunct="0">
              <a:spcBef>
                <a:spcPct val="0"/>
              </a:spcBef>
              <a:spcAft>
                <a:spcPct val="0"/>
              </a:spcAft>
              <a:defRPr sz="2400">
                <a:solidFill>
                  <a:srgbClr val="00FF00"/>
                </a:solidFill>
                <a:latin typeface=".VnArial" panose="020B7200000000000000" pitchFamily="34" charset="0"/>
              </a:defRPr>
            </a:lvl8pPr>
            <a:lvl9pPr marL="3886200" indent="-228600" eaLnBrk="0" fontAlgn="base" hangingPunct="0">
              <a:spcBef>
                <a:spcPct val="0"/>
              </a:spcBef>
              <a:spcAft>
                <a:spcPct val="0"/>
              </a:spcAft>
              <a:defRPr sz="2400">
                <a:solidFill>
                  <a:srgbClr val="00FF00"/>
                </a:solidFill>
                <a:latin typeface=".VnArial" panose="020B7200000000000000" pitchFamily="34" charset="0"/>
              </a:defRPr>
            </a:lvl9pPr>
          </a:lstStyle>
          <a:p>
            <a:pPr eaLnBrk="1" hangingPunct="1">
              <a:spcBef>
                <a:spcPct val="50000"/>
              </a:spcBef>
            </a:pPr>
            <a:endParaRPr lang="en-US" altLang="en-US"/>
          </a:p>
        </p:txBody>
      </p:sp>
    </p:spTree>
    <p:extLst>
      <p:ext uri="{BB962C8B-B14F-4D97-AF65-F5344CB8AC3E}">
        <p14:creationId xmlns:p14="http://schemas.microsoft.com/office/powerpoint/2010/main" val="85138138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08902">
                                            <p:txEl>
                                              <p:pRg st="1" end="1"/>
                                            </p:txEl>
                                          </p:spTgt>
                                        </p:tgtEl>
                                        <p:attrNameLst>
                                          <p:attrName>style.visibility</p:attrName>
                                        </p:attrNameLst>
                                      </p:cBhvr>
                                      <p:to>
                                        <p:strVal val="visible"/>
                                      </p:to>
                                    </p:set>
                                    <p:animEffect transition="in" filter="barn(inVertical)">
                                      <p:cBhvr>
                                        <p:cTn id="7" dur="500"/>
                                        <p:tgtEl>
                                          <p:spTgt spid="208902">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208902">
                                            <p:txEl>
                                              <p:pRg st="3" end="3"/>
                                            </p:txEl>
                                          </p:spTgt>
                                        </p:tgtEl>
                                        <p:attrNameLst>
                                          <p:attrName>style.visibility</p:attrName>
                                        </p:attrNameLst>
                                      </p:cBhvr>
                                      <p:to>
                                        <p:strVal val="visible"/>
                                      </p:to>
                                    </p:set>
                                    <p:animEffect transition="in" filter="barn(inVertical)">
                                      <p:cBhvr>
                                        <p:cTn id="12" dur="500"/>
                                        <p:tgtEl>
                                          <p:spTgt spid="208902">
                                            <p:txEl>
                                              <p:pRg st="3" end="3"/>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208902">
                                            <p:txEl>
                                              <p:pRg st="4" end="4"/>
                                            </p:txEl>
                                          </p:spTgt>
                                        </p:tgtEl>
                                        <p:attrNameLst>
                                          <p:attrName>style.visibility</p:attrName>
                                        </p:attrNameLst>
                                      </p:cBhvr>
                                      <p:to>
                                        <p:strVal val="visible"/>
                                      </p:to>
                                    </p:set>
                                    <p:animEffect transition="in" filter="barn(inVertical)">
                                      <p:cBhvr>
                                        <p:cTn id="17" dur="500"/>
                                        <p:tgtEl>
                                          <p:spTgt spid="208902">
                                            <p:txEl>
                                              <p:pRg st="4" end="4"/>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208902">
                                            <p:txEl>
                                              <p:pRg st="5" end="5"/>
                                            </p:txEl>
                                          </p:spTgt>
                                        </p:tgtEl>
                                        <p:attrNameLst>
                                          <p:attrName>style.visibility</p:attrName>
                                        </p:attrNameLst>
                                      </p:cBhvr>
                                      <p:to>
                                        <p:strVal val="visible"/>
                                      </p:to>
                                    </p:set>
                                    <p:animEffect transition="in" filter="barn(inVertical)">
                                      <p:cBhvr>
                                        <p:cTn id="22" dur="500"/>
                                        <p:tgtEl>
                                          <p:spTgt spid="208902">
                                            <p:txEl>
                                              <p:pRg st="5" end="5"/>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208902">
                                            <p:txEl>
                                              <p:pRg st="6" end="6"/>
                                            </p:txEl>
                                          </p:spTgt>
                                        </p:tgtEl>
                                        <p:attrNameLst>
                                          <p:attrName>style.visibility</p:attrName>
                                        </p:attrNameLst>
                                      </p:cBhvr>
                                      <p:to>
                                        <p:strVal val="visible"/>
                                      </p:to>
                                    </p:set>
                                    <p:animEffect transition="in" filter="barn(inVertical)">
                                      <p:cBhvr>
                                        <p:cTn id="27" dur="500"/>
                                        <p:tgtEl>
                                          <p:spTgt spid="208902">
                                            <p:txEl>
                                              <p:pRg st="6" end="6"/>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6" presetClass="entr" presetSubtype="21" fill="hold" grpId="0" nodeType="clickEffect">
                                  <p:stCondLst>
                                    <p:cond delay="0"/>
                                  </p:stCondLst>
                                  <p:childTnLst>
                                    <p:set>
                                      <p:cBhvr>
                                        <p:cTn id="31" dur="1" fill="hold">
                                          <p:stCondLst>
                                            <p:cond delay="0"/>
                                          </p:stCondLst>
                                        </p:cTn>
                                        <p:tgtEl>
                                          <p:spTgt spid="208902">
                                            <p:txEl>
                                              <p:pRg st="7" end="7"/>
                                            </p:txEl>
                                          </p:spTgt>
                                        </p:tgtEl>
                                        <p:attrNameLst>
                                          <p:attrName>style.visibility</p:attrName>
                                        </p:attrNameLst>
                                      </p:cBhvr>
                                      <p:to>
                                        <p:strVal val="visible"/>
                                      </p:to>
                                    </p:set>
                                    <p:animEffect transition="in" filter="barn(inVertical)">
                                      <p:cBhvr>
                                        <p:cTn id="32" dur="500"/>
                                        <p:tgtEl>
                                          <p:spTgt spid="208902">
                                            <p:txEl>
                                              <p:pRg st="7" end="7"/>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6" presetClass="entr" presetSubtype="21" fill="hold" grpId="0" nodeType="clickEffect">
                                  <p:stCondLst>
                                    <p:cond delay="0"/>
                                  </p:stCondLst>
                                  <p:childTnLst>
                                    <p:set>
                                      <p:cBhvr>
                                        <p:cTn id="36" dur="1" fill="hold">
                                          <p:stCondLst>
                                            <p:cond delay="0"/>
                                          </p:stCondLst>
                                        </p:cTn>
                                        <p:tgtEl>
                                          <p:spTgt spid="208902">
                                            <p:txEl>
                                              <p:pRg st="8" end="8"/>
                                            </p:txEl>
                                          </p:spTgt>
                                        </p:tgtEl>
                                        <p:attrNameLst>
                                          <p:attrName>style.visibility</p:attrName>
                                        </p:attrNameLst>
                                      </p:cBhvr>
                                      <p:to>
                                        <p:strVal val="visible"/>
                                      </p:to>
                                    </p:set>
                                    <p:animEffect transition="in" filter="barn(inVertical)">
                                      <p:cBhvr>
                                        <p:cTn id="37" dur="500"/>
                                        <p:tgtEl>
                                          <p:spTgt spid="208902">
                                            <p:txEl>
                                              <p:pRg st="8" end="8"/>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6" presetClass="entr" presetSubtype="21" fill="hold" grpId="0" nodeType="clickEffect">
                                  <p:stCondLst>
                                    <p:cond delay="0"/>
                                  </p:stCondLst>
                                  <p:childTnLst>
                                    <p:set>
                                      <p:cBhvr>
                                        <p:cTn id="41" dur="1" fill="hold">
                                          <p:stCondLst>
                                            <p:cond delay="0"/>
                                          </p:stCondLst>
                                        </p:cTn>
                                        <p:tgtEl>
                                          <p:spTgt spid="208902">
                                            <p:txEl>
                                              <p:pRg st="9" end="9"/>
                                            </p:txEl>
                                          </p:spTgt>
                                        </p:tgtEl>
                                        <p:attrNameLst>
                                          <p:attrName>style.visibility</p:attrName>
                                        </p:attrNameLst>
                                      </p:cBhvr>
                                      <p:to>
                                        <p:strVal val="visible"/>
                                      </p:to>
                                    </p:set>
                                    <p:animEffect transition="in" filter="barn(inVertical)">
                                      <p:cBhvr>
                                        <p:cTn id="42" dur="500"/>
                                        <p:tgtEl>
                                          <p:spTgt spid="208902">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8902" grpId="0" build="p"/>
    </p:bld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368" name="Rectangle 9"/>
          <p:cNvSpPr>
            <a:spLocks noGrp="1" noChangeArrowheads="1"/>
          </p:cNvSpPr>
          <p:nvPr>
            <p:ph idx="1"/>
          </p:nvPr>
        </p:nvSpPr>
        <p:spPr>
          <a:xfrm>
            <a:off x="1638300" y="557613"/>
            <a:ext cx="8915400" cy="4267200"/>
          </a:xfrm>
        </p:spPr>
        <p:txBody>
          <a:bodyPr rtlCol="0">
            <a:normAutofit/>
          </a:bodyPr>
          <a:lstStyle/>
          <a:p>
            <a:pPr algn="ctr">
              <a:buNone/>
              <a:defRPr/>
            </a:pPr>
            <a:endParaRPr lang="en-US" altLang="en-US" sz="2400" dirty="0">
              <a:solidFill>
                <a:srgbClr val="0000CC"/>
              </a:solidFill>
              <a:latin typeface=".VnVogueH" pitchFamily="34" charset="0"/>
            </a:endParaRPr>
          </a:p>
          <a:p>
            <a:pPr algn="ctr">
              <a:buNone/>
              <a:defRPr/>
            </a:pPr>
            <a:r>
              <a:rPr lang="en-US" altLang="en-US" sz="3600" b="1" i="1" dirty="0" err="1">
                <a:solidFill>
                  <a:srgbClr val="0000CC"/>
                </a:solidFill>
              </a:rPr>
              <a:t>Chương</a:t>
            </a:r>
            <a:r>
              <a:rPr lang="en-US" altLang="en-US" sz="3600" b="1" i="1" dirty="0">
                <a:solidFill>
                  <a:srgbClr val="0000CC"/>
                </a:solidFill>
              </a:rPr>
              <a:t> 1 </a:t>
            </a:r>
            <a:endParaRPr lang="en-US" altLang="en-US" sz="2400" b="1" i="1" dirty="0">
              <a:solidFill>
                <a:srgbClr val="0000CC"/>
              </a:solidFill>
            </a:endParaRPr>
          </a:p>
          <a:p>
            <a:pPr marL="0" indent="0" algn="ctr">
              <a:lnSpc>
                <a:spcPts val="3600"/>
              </a:lnSpc>
              <a:spcBef>
                <a:spcPts val="600"/>
              </a:spcBef>
              <a:buNone/>
              <a:defRPr/>
            </a:pPr>
            <a:endParaRPr lang="en-US" b="1" dirty="0" smtClean="0">
              <a:solidFill>
                <a:srgbClr val="FF0000"/>
              </a:solidFill>
              <a:latin typeface="Times New Roman" panose="02020603050405020304" pitchFamily="18" charset="0"/>
              <a:cs typeface="Times New Roman" panose="02020603050405020304" pitchFamily="18" charset="0"/>
            </a:endParaRPr>
          </a:p>
          <a:p>
            <a:pPr marL="0" indent="0" algn="ctr">
              <a:lnSpc>
                <a:spcPts val="3600"/>
              </a:lnSpc>
              <a:spcBef>
                <a:spcPts val="600"/>
              </a:spcBef>
              <a:buNone/>
              <a:defRPr/>
            </a:pPr>
            <a:r>
              <a:rPr lang="en-US" b="1" dirty="0" smtClean="0">
                <a:solidFill>
                  <a:srgbClr val="FF0000"/>
                </a:solidFill>
                <a:latin typeface="Times New Roman" panose="02020603050405020304" pitchFamily="18" charset="0"/>
                <a:cs typeface="Times New Roman" panose="02020603050405020304" pitchFamily="18" charset="0"/>
              </a:rPr>
              <a:t>NHẬP MÔN </a:t>
            </a:r>
          </a:p>
          <a:p>
            <a:pPr marL="0" indent="0" algn="ctr">
              <a:lnSpc>
                <a:spcPts val="3600"/>
              </a:lnSpc>
              <a:spcBef>
                <a:spcPts val="600"/>
              </a:spcBef>
              <a:buNone/>
              <a:defRPr/>
            </a:pPr>
            <a:r>
              <a:rPr lang="en-US" b="1" dirty="0" smtClean="0">
                <a:solidFill>
                  <a:srgbClr val="FF0000"/>
                </a:solidFill>
                <a:latin typeface="Times New Roman" panose="02020603050405020304" pitchFamily="18" charset="0"/>
                <a:cs typeface="Times New Roman" panose="02020603050405020304" pitchFamily="18" charset="0"/>
              </a:rPr>
              <a:t>CHỦ NGHĨA XÃ HỘI KHOA HỌC</a:t>
            </a:r>
          </a:p>
          <a:p>
            <a:pPr marL="0" indent="0" algn="ctr">
              <a:lnSpc>
                <a:spcPts val="4200"/>
              </a:lnSpc>
              <a:spcBef>
                <a:spcPts val="1200"/>
              </a:spcBef>
              <a:buNone/>
              <a:defRPr/>
            </a:pPr>
            <a:endParaRPr lang="en-US" altLang="en-US" b="1" i="1" dirty="0" smtClean="0">
              <a:solidFill>
                <a:srgbClr val="0000CC"/>
              </a:solidFill>
            </a:endParaRPr>
          </a:p>
          <a:p>
            <a:pPr marL="0" indent="0" algn="ctr">
              <a:lnSpc>
                <a:spcPts val="4200"/>
              </a:lnSpc>
              <a:spcBef>
                <a:spcPts val="1200"/>
              </a:spcBef>
              <a:buNone/>
              <a:defRPr/>
            </a:pPr>
            <a:endParaRPr lang="en-US" altLang="en-US" b="1" i="1" dirty="0" smtClean="0">
              <a:solidFill>
                <a:srgbClr val="0000CC"/>
              </a:solidFill>
            </a:endParaRPr>
          </a:p>
        </p:txBody>
      </p:sp>
      <p:sp>
        <p:nvSpPr>
          <p:cNvPr id="12" name="Slide Number Placeholder 5"/>
          <p:cNvSpPr>
            <a:spLocks noGrp="1"/>
          </p:cNvSpPr>
          <p:nvPr>
            <p:ph type="sldNum" sz="quarter" idx="12"/>
          </p:nvPr>
        </p:nvSpPr>
        <p:spPr/>
        <p:txBody>
          <a:bodyPr/>
          <a:lstStyle>
            <a:lvl1pPr eaLnBrk="0" hangingPunct="0">
              <a:defRPr sz="2400">
                <a:solidFill>
                  <a:srgbClr val="00FF00"/>
                </a:solidFill>
                <a:latin typeface=".VnArial" panose="020B7200000000000000" pitchFamily="34" charset="0"/>
              </a:defRPr>
            </a:lvl1pPr>
            <a:lvl2pPr marL="742950" indent="-285750" eaLnBrk="0" hangingPunct="0">
              <a:defRPr sz="2400">
                <a:solidFill>
                  <a:srgbClr val="00FF00"/>
                </a:solidFill>
                <a:latin typeface=".VnArial" panose="020B7200000000000000" pitchFamily="34" charset="0"/>
              </a:defRPr>
            </a:lvl2pPr>
            <a:lvl3pPr marL="1143000" indent="-228600" eaLnBrk="0" hangingPunct="0">
              <a:defRPr sz="2400">
                <a:solidFill>
                  <a:srgbClr val="00FF00"/>
                </a:solidFill>
                <a:latin typeface=".VnArial" panose="020B7200000000000000" pitchFamily="34" charset="0"/>
              </a:defRPr>
            </a:lvl3pPr>
            <a:lvl4pPr marL="1600200" indent="-228600" eaLnBrk="0" hangingPunct="0">
              <a:defRPr sz="2400">
                <a:solidFill>
                  <a:srgbClr val="00FF00"/>
                </a:solidFill>
                <a:latin typeface=".VnArial" panose="020B7200000000000000" pitchFamily="34" charset="0"/>
              </a:defRPr>
            </a:lvl4pPr>
            <a:lvl5pPr marL="2057400" indent="-228600" eaLnBrk="0" hangingPunct="0">
              <a:defRPr sz="2400">
                <a:solidFill>
                  <a:srgbClr val="00FF00"/>
                </a:solidFill>
                <a:latin typeface=".VnArial" panose="020B7200000000000000" pitchFamily="34" charset="0"/>
              </a:defRPr>
            </a:lvl5pPr>
            <a:lvl6pPr marL="2514600" indent="-228600" eaLnBrk="0" fontAlgn="base" hangingPunct="0">
              <a:spcBef>
                <a:spcPct val="0"/>
              </a:spcBef>
              <a:spcAft>
                <a:spcPct val="0"/>
              </a:spcAft>
              <a:defRPr sz="2400">
                <a:solidFill>
                  <a:srgbClr val="00FF00"/>
                </a:solidFill>
                <a:latin typeface=".VnArial" panose="020B7200000000000000" pitchFamily="34" charset="0"/>
              </a:defRPr>
            </a:lvl6pPr>
            <a:lvl7pPr marL="2971800" indent="-228600" eaLnBrk="0" fontAlgn="base" hangingPunct="0">
              <a:spcBef>
                <a:spcPct val="0"/>
              </a:spcBef>
              <a:spcAft>
                <a:spcPct val="0"/>
              </a:spcAft>
              <a:defRPr sz="2400">
                <a:solidFill>
                  <a:srgbClr val="00FF00"/>
                </a:solidFill>
                <a:latin typeface=".VnArial" panose="020B7200000000000000" pitchFamily="34" charset="0"/>
              </a:defRPr>
            </a:lvl7pPr>
            <a:lvl8pPr marL="3429000" indent="-228600" eaLnBrk="0" fontAlgn="base" hangingPunct="0">
              <a:spcBef>
                <a:spcPct val="0"/>
              </a:spcBef>
              <a:spcAft>
                <a:spcPct val="0"/>
              </a:spcAft>
              <a:defRPr sz="2400">
                <a:solidFill>
                  <a:srgbClr val="00FF00"/>
                </a:solidFill>
                <a:latin typeface=".VnArial" panose="020B7200000000000000" pitchFamily="34" charset="0"/>
              </a:defRPr>
            </a:lvl8pPr>
            <a:lvl9pPr marL="3886200" indent="-228600" eaLnBrk="0" fontAlgn="base" hangingPunct="0">
              <a:spcBef>
                <a:spcPct val="0"/>
              </a:spcBef>
              <a:spcAft>
                <a:spcPct val="0"/>
              </a:spcAft>
              <a:defRPr sz="2400">
                <a:solidFill>
                  <a:srgbClr val="00FF00"/>
                </a:solidFill>
                <a:latin typeface=".VnArial" panose="020B7200000000000000" pitchFamily="34" charset="0"/>
              </a:defRPr>
            </a:lvl9pPr>
          </a:lstStyle>
          <a:p>
            <a:pPr eaLnBrk="1" hangingPunct="1"/>
            <a:fld id="{6F92EEE6-C3FA-45F2-B441-6CF022D93EAD}" type="slidenum">
              <a:rPr lang="en-US" sz="1200">
                <a:solidFill>
                  <a:srgbClr val="898989"/>
                </a:solidFill>
              </a:rPr>
              <a:pPr eaLnBrk="1" hangingPunct="1"/>
              <a:t>3</a:t>
            </a:fld>
            <a:endParaRPr lang="en-US" sz="1200">
              <a:solidFill>
                <a:srgbClr val="898989"/>
              </a:solidFill>
            </a:endParaRPr>
          </a:p>
        </p:txBody>
      </p:sp>
      <p:sp>
        <p:nvSpPr>
          <p:cNvPr id="6149" name="Text Box 6"/>
          <p:cNvSpPr txBox="1">
            <a:spLocks noChangeArrowheads="1"/>
          </p:cNvSpPr>
          <p:nvPr/>
        </p:nvSpPr>
        <p:spPr bwMode="auto">
          <a:xfrm>
            <a:off x="3505200" y="0"/>
            <a:ext cx="426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FF00"/>
                </a:solidFill>
                <a:latin typeface=".VnArial" panose="020B7200000000000000" pitchFamily="34" charset="0"/>
              </a:defRPr>
            </a:lvl1pPr>
            <a:lvl2pPr marL="742950" indent="-285750" eaLnBrk="0" hangingPunct="0">
              <a:defRPr sz="2400">
                <a:solidFill>
                  <a:srgbClr val="00FF00"/>
                </a:solidFill>
                <a:latin typeface=".VnArial" panose="020B7200000000000000" pitchFamily="34" charset="0"/>
              </a:defRPr>
            </a:lvl2pPr>
            <a:lvl3pPr marL="1143000" indent="-228600" eaLnBrk="0" hangingPunct="0">
              <a:defRPr sz="2400">
                <a:solidFill>
                  <a:srgbClr val="00FF00"/>
                </a:solidFill>
                <a:latin typeface=".VnArial" panose="020B7200000000000000" pitchFamily="34" charset="0"/>
              </a:defRPr>
            </a:lvl3pPr>
            <a:lvl4pPr marL="1600200" indent="-228600" eaLnBrk="0" hangingPunct="0">
              <a:defRPr sz="2400">
                <a:solidFill>
                  <a:srgbClr val="00FF00"/>
                </a:solidFill>
                <a:latin typeface=".VnArial" panose="020B7200000000000000" pitchFamily="34" charset="0"/>
              </a:defRPr>
            </a:lvl4pPr>
            <a:lvl5pPr marL="2057400" indent="-228600" eaLnBrk="0" hangingPunct="0">
              <a:defRPr sz="2400">
                <a:solidFill>
                  <a:srgbClr val="00FF00"/>
                </a:solidFill>
                <a:latin typeface=".VnArial" panose="020B7200000000000000" pitchFamily="34" charset="0"/>
              </a:defRPr>
            </a:lvl5pPr>
            <a:lvl6pPr marL="2514600" indent="-228600" eaLnBrk="0" fontAlgn="base" hangingPunct="0">
              <a:spcBef>
                <a:spcPct val="0"/>
              </a:spcBef>
              <a:spcAft>
                <a:spcPct val="0"/>
              </a:spcAft>
              <a:defRPr sz="2400">
                <a:solidFill>
                  <a:srgbClr val="00FF00"/>
                </a:solidFill>
                <a:latin typeface=".VnArial" panose="020B7200000000000000" pitchFamily="34" charset="0"/>
              </a:defRPr>
            </a:lvl6pPr>
            <a:lvl7pPr marL="2971800" indent="-228600" eaLnBrk="0" fontAlgn="base" hangingPunct="0">
              <a:spcBef>
                <a:spcPct val="0"/>
              </a:spcBef>
              <a:spcAft>
                <a:spcPct val="0"/>
              </a:spcAft>
              <a:defRPr sz="2400">
                <a:solidFill>
                  <a:srgbClr val="00FF00"/>
                </a:solidFill>
                <a:latin typeface=".VnArial" panose="020B7200000000000000" pitchFamily="34" charset="0"/>
              </a:defRPr>
            </a:lvl7pPr>
            <a:lvl8pPr marL="3429000" indent="-228600" eaLnBrk="0" fontAlgn="base" hangingPunct="0">
              <a:spcBef>
                <a:spcPct val="0"/>
              </a:spcBef>
              <a:spcAft>
                <a:spcPct val="0"/>
              </a:spcAft>
              <a:defRPr sz="2400">
                <a:solidFill>
                  <a:srgbClr val="00FF00"/>
                </a:solidFill>
                <a:latin typeface=".VnArial" panose="020B7200000000000000" pitchFamily="34" charset="0"/>
              </a:defRPr>
            </a:lvl8pPr>
            <a:lvl9pPr marL="3886200" indent="-228600" eaLnBrk="0" fontAlgn="base" hangingPunct="0">
              <a:spcBef>
                <a:spcPct val="0"/>
              </a:spcBef>
              <a:spcAft>
                <a:spcPct val="0"/>
              </a:spcAft>
              <a:defRPr sz="2400">
                <a:solidFill>
                  <a:srgbClr val="00FF00"/>
                </a:solidFill>
                <a:latin typeface=".VnArial" panose="020B7200000000000000" pitchFamily="34" charset="0"/>
              </a:defRPr>
            </a:lvl9pPr>
          </a:lstStyle>
          <a:p>
            <a:pPr eaLnBrk="1" hangingPunct="1">
              <a:spcBef>
                <a:spcPct val="50000"/>
              </a:spcBef>
            </a:pPr>
            <a:endParaRPr lang="en-US" altLang="en-US"/>
          </a:p>
        </p:txBody>
      </p:sp>
    </p:spTree>
    <p:extLst>
      <p:ext uri="{BB962C8B-B14F-4D97-AF65-F5344CB8AC3E}">
        <p14:creationId xmlns:p14="http://schemas.microsoft.com/office/powerpoint/2010/main" val="3082526888"/>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368">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368">
                                            <p:txEl>
                                              <p:pRg st="3" end="3"/>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36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8"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rgbClr val="00FF00"/>
                </a:solidFill>
                <a:latin typeface=".VnArial" panose="020B7200000000000000" pitchFamily="34" charset="0"/>
              </a:defRPr>
            </a:lvl1pPr>
            <a:lvl2pPr marL="742950" indent="-285750" eaLnBrk="0" hangingPunct="0">
              <a:defRPr sz="2400">
                <a:solidFill>
                  <a:srgbClr val="00FF00"/>
                </a:solidFill>
                <a:latin typeface=".VnArial" panose="020B7200000000000000" pitchFamily="34" charset="0"/>
              </a:defRPr>
            </a:lvl2pPr>
            <a:lvl3pPr marL="1143000" indent="-228600" eaLnBrk="0" hangingPunct="0">
              <a:defRPr sz="2400">
                <a:solidFill>
                  <a:srgbClr val="00FF00"/>
                </a:solidFill>
                <a:latin typeface=".VnArial" panose="020B7200000000000000" pitchFamily="34" charset="0"/>
              </a:defRPr>
            </a:lvl3pPr>
            <a:lvl4pPr marL="1600200" indent="-228600" eaLnBrk="0" hangingPunct="0">
              <a:defRPr sz="2400">
                <a:solidFill>
                  <a:srgbClr val="00FF00"/>
                </a:solidFill>
                <a:latin typeface=".VnArial" panose="020B7200000000000000" pitchFamily="34" charset="0"/>
              </a:defRPr>
            </a:lvl4pPr>
            <a:lvl5pPr marL="2057400" indent="-228600" eaLnBrk="0" hangingPunct="0">
              <a:defRPr sz="2400">
                <a:solidFill>
                  <a:srgbClr val="00FF00"/>
                </a:solidFill>
                <a:latin typeface=".VnArial" panose="020B7200000000000000" pitchFamily="34" charset="0"/>
              </a:defRPr>
            </a:lvl5pPr>
            <a:lvl6pPr marL="2514600" indent="-228600" eaLnBrk="0" fontAlgn="base" hangingPunct="0">
              <a:spcBef>
                <a:spcPct val="0"/>
              </a:spcBef>
              <a:spcAft>
                <a:spcPct val="0"/>
              </a:spcAft>
              <a:defRPr sz="2400">
                <a:solidFill>
                  <a:srgbClr val="00FF00"/>
                </a:solidFill>
                <a:latin typeface=".VnArial" panose="020B7200000000000000" pitchFamily="34" charset="0"/>
              </a:defRPr>
            </a:lvl6pPr>
            <a:lvl7pPr marL="2971800" indent="-228600" eaLnBrk="0" fontAlgn="base" hangingPunct="0">
              <a:spcBef>
                <a:spcPct val="0"/>
              </a:spcBef>
              <a:spcAft>
                <a:spcPct val="0"/>
              </a:spcAft>
              <a:defRPr sz="2400">
                <a:solidFill>
                  <a:srgbClr val="00FF00"/>
                </a:solidFill>
                <a:latin typeface=".VnArial" panose="020B7200000000000000" pitchFamily="34" charset="0"/>
              </a:defRPr>
            </a:lvl7pPr>
            <a:lvl8pPr marL="3429000" indent="-228600" eaLnBrk="0" fontAlgn="base" hangingPunct="0">
              <a:spcBef>
                <a:spcPct val="0"/>
              </a:spcBef>
              <a:spcAft>
                <a:spcPct val="0"/>
              </a:spcAft>
              <a:defRPr sz="2400">
                <a:solidFill>
                  <a:srgbClr val="00FF00"/>
                </a:solidFill>
                <a:latin typeface=".VnArial" panose="020B7200000000000000" pitchFamily="34" charset="0"/>
              </a:defRPr>
            </a:lvl8pPr>
            <a:lvl9pPr marL="3886200" indent="-228600" eaLnBrk="0" fontAlgn="base" hangingPunct="0">
              <a:spcBef>
                <a:spcPct val="0"/>
              </a:spcBef>
              <a:spcAft>
                <a:spcPct val="0"/>
              </a:spcAft>
              <a:defRPr sz="2400">
                <a:solidFill>
                  <a:srgbClr val="00FF00"/>
                </a:solidFill>
                <a:latin typeface=".VnArial" panose="020B7200000000000000" pitchFamily="34" charset="0"/>
              </a:defRPr>
            </a:lvl9pPr>
          </a:lstStyle>
          <a:p>
            <a:pPr eaLnBrk="1" hangingPunct="1"/>
            <a:fld id="{2FAAEFF1-1564-42E2-981B-6F78B9CAAE6F}" type="slidenum">
              <a:rPr lang="en-US" altLang="en-US" sz="1600">
                <a:solidFill>
                  <a:srgbClr val="FFFFFF"/>
                </a:solidFill>
                <a:latin typeface="Arial" panose="020B0604020202020204" pitchFamily="34" charset="0"/>
                <a:cs typeface="Arial" panose="020B0604020202020204" pitchFamily="34" charset="0"/>
              </a:rPr>
              <a:pPr eaLnBrk="1" hangingPunct="1"/>
              <a:t>4</a:t>
            </a:fld>
            <a:endParaRPr lang="en-US" altLang="en-US" sz="1600">
              <a:solidFill>
                <a:srgbClr val="FFFFFF"/>
              </a:solidFill>
              <a:latin typeface="Arial" panose="020B0604020202020204" pitchFamily="34" charset="0"/>
              <a:cs typeface="Arial" panose="020B0604020202020204" pitchFamily="34" charset="0"/>
            </a:endParaRPr>
          </a:p>
        </p:txBody>
      </p:sp>
      <p:sp>
        <p:nvSpPr>
          <p:cNvPr id="13315" name="Rectangle 4"/>
          <p:cNvSpPr>
            <a:spLocks noChangeArrowheads="1"/>
          </p:cNvSpPr>
          <p:nvPr/>
        </p:nvSpPr>
        <p:spPr bwMode="auto">
          <a:xfrm>
            <a:off x="3429000" y="228600"/>
            <a:ext cx="5334000" cy="609600"/>
          </a:xfrm>
          <a:prstGeom prst="rect">
            <a:avLst/>
          </a:prstGeom>
          <a:solidFill>
            <a:srgbClr val="FFFF66"/>
          </a:solidFill>
          <a:ln w="9525">
            <a:solidFill>
              <a:schemeClr val="tx1"/>
            </a:solidFill>
            <a:miter lim="800000"/>
            <a:headEnd/>
            <a:tailEnd/>
          </a:ln>
        </p:spPr>
        <p:txBody>
          <a:bodyPr wrap="none" anchor="ctr"/>
          <a:lstStyle>
            <a:lvl1pPr eaLnBrk="0" hangingPunct="0">
              <a:defRPr sz="2400">
                <a:solidFill>
                  <a:srgbClr val="00FF00"/>
                </a:solidFill>
                <a:latin typeface=".VnArial" panose="020B7200000000000000" pitchFamily="34" charset="0"/>
              </a:defRPr>
            </a:lvl1pPr>
            <a:lvl2pPr marL="742950" indent="-285750" eaLnBrk="0" hangingPunct="0">
              <a:defRPr sz="2400">
                <a:solidFill>
                  <a:srgbClr val="00FF00"/>
                </a:solidFill>
                <a:latin typeface=".VnArial" panose="020B7200000000000000" pitchFamily="34" charset="0"/>
              </a:defRPr>
            </a:lvl2pPr>
            <a:lvl3pPr marL="1143000" indent="-228600" eaLnBrk="0" hangingPunct="0">
              <a:defRPr sz="2400">
                <a:solidFill>
                  <a:srgbClr val="00FF00"/>
                </a:solidFill>
                <a:latin typeface=".VnArial" panose="020B7200000000000000" pitchFamily="34" charset="0"/>
              </a:defRPr>
            </a:lvl3pPr>
            <a:lvl4pPr marL="1600200" indent="-228600" eaLnBrk="0" hangingPunct="0">
              <a:defRPr sz="2400">
                <a:solidFill>
                  <a:srgbClr val="00FF00"/>
                </a:solidFill>
                <a:latin typeface=".VnArial" panose="020B7200000000000000" pitchFamily="34" charset="0"/>
              </a:defRPr>
            </a:lvl4pPr>
            <a:lvl5pPr marL="2057400" indent="-228600" eaLnBrk="0" hangingPunct="0">
              <a:defRPr sz="2400">
                <a:solidFill>
                  <a:srgbClr val="00FF00"/>
                </a:solidFill>
                <a:latin typeface=".VnArial" panose="020B7200000000000000" pitchFamily="34" charset="0"/>
              </a:defRPr>
            </a:lvl5pPr>
            <a:lvl6pPr marL="2514600" indent="-228600" eaLnBrk="0" fontAlgn="base" hangingPunct="0">
              <a:spcBef>
                <a:spcPct val="0"/>
              </a:spcBef>
              <a:spcAft>
                <a:spcPct val="0"/>
              </a:spcAft>
              <a:defRPr sz="2400">
                <a:solidFill>
                  <a:srgbClr val="00FF00"/>
                </a:solidFill>
                <a:latin typeface=".VnArial" panose="020B7200000000000000" pitchFamily="34" charset="0"/>
              </a:defRPr>
            </a:lvl6pPr>
            <a:lvl7pPr marL="2971800" indent="-228600" eaLnBrk="0" fontAlgn="base" hangingPunct="0">
              <a:spcBef>
                <a:spcPct val="0"/>
              </a:spcBef>
              <a:spcAft>
                <a:spcPct val="0"/>
              </a:spcAft>
              <a:defRPr sz="2400">
                <a:solidFill>
                  <a:srgbClr val="00FF00"/>
                </a:solidFill>
                <a:latin typeface=".VnArial" panose="020B7200000000000000" pitchFamily="34" charset="0"/>
              </a:defRPr>
            </a:lvl7pPr>
            <a:lvl8pPr marL="3429000" indent="-228600" eaLnBrk="0" fontAlgn="base" hangingPunct="0">
              <a:spcBef>
                <a:spcPct val="0"/>
              </a:spcBef>
              <a:spcAft>
                <a:spcPct val="0"/>
              </a:spcAft>
              <a:defRPr sz="2400">
                <a:solidFill>
                  <a:srgbClr val="00FF00"/>
                </a:solidFill>
                <a:latin typeface=".VnArial" panose="020B7200000000000000" pitchFamily="34" charset="0"/>
              </a:defRPr>
            </a:lvl8pPr>
            <a:lvl9pPr marL="3886200" indent="-228600" eaLnBrk="0" fontAlgn="base" hangingPunct="0">
              <a:spcBef>
                <a:spcPct val="0"/>
              </a:spcBef>
              <a:spcAft>
                <a:spcPct val="0"/>
              </a:spcAft>
              <a:defRPr sz="2400">
                <a:solidFill>
                  <a:srgbClr val="00FF00"/>
                </a:solidFill>
                <a:latin typeface=".VnArial" panose="020B7200000000000000" pitchFamily="34" charset="0"/>
              </a:defRPr>
            </a:lvl9pPr>
          </a:lstStyle>
          <a:p>
            <a:pPr algn="ctr"/>
            <a:r>
              <a:rPr lang="en-US" altLang="ja-JP" b="1" dirty="0" err="1" smtClean="0">
                <a:solidFill>
                  <a:srgbClr val="002060"/>
                </a:solidFill>
                <a:latin typeface="Arial" panose="020B0604020202020204" pitchFamily="34" charset="0"/>
                <a:cs typeface="Arial" panose="020B0604020202020204" pitchFamily="34" charset="0"/>
              </a:rPr>
              <a:t>Chủ</a:t>
            </a:r>
            <a:r>
              <a:rPr lang="en-US" altLang="ja-JP" b="1" dirty="0" smtClean="0">
                <a:solidFill>
                  <a:srgbClr val="002060"/>
                </a:solidFill>
                <a:latin typeface="Arial" panose="020B0604020202020204" pitchFamily="34" charset="0"/>
                <a:cs typeface="Arial" panose="020B0604020202020204" pitchFamily="34" charset="0"/>
              </a:rPr>
              <a:t> </a:t>
            </a:r>
            <a:r>
              <a:rPr lang="en-US" altLang="ja-JP" b="1" dirty="0" err="1" smtClean="0">
                <a:solidFill>
                  <a:srgbClr val="002060"/>
                </a:solidFill>
                <a:latin typeface="Arial" panose="020B0604020202020204" pitchFamily="34" charset="0"/>
                <a:cs typeface="Arial" panose="020B0604020202020204" pitchFamily="34" charset="0"/>
              </a:rPr>
              <a:t>nghĩa</a:t>
            </a:r>
            <a:r>
              <a:rPr lang="en-US" altLang="ja-JP" b="1" dirty="0" smtClean="0">
                <a:solidFill>
                  <a:srgbClr val="002060"/>
                </a:solidFill>
                <a:latin typeface="Arial" panose="020B0604020202020204" pitchFamily="34" charset="0"/>
                <a:cs typeface="Arial" panose="020B0604020202020204" pitchFamily="34" charset="0"/>
              </a:rPr>
              <a:t> </a:t>
            </a:r>
            <a:r>
              <a:rPr lang="en-US" altLang="ja-JP" b="1" dirty="0" err="1" smtClean="0">
                <a:solidFill>
                  <a:srgbClr val="002060"/>
                </a:solidFill>
                <a:latin typeface="Arial" panose="020B0604020202020204" pitchFamily="34" charset="0"/>
                <a:cs typeface="Arial" panose="020B0604020202020204" pitchFamily="34" charset="0"/>
              </a:rPr>
              <a:t>Mác</a:t>
            </a:r>
            <a:r>
              <a:rPr lang="en-US" altLang="ja-JP" b="1" dirty="0" smtClean="0">
                <a:solidFill>
                  <a:srgbClr val="002060"/>
                </a:solidFill>
                <a:latin typeface="Arial" panose="020B0604020202020204" pitchFamily="34" charset="0"/>
                <a:cs typeface="Arial" panose="020B0604020202020204" pitchFamily="34" charset="0"/>
              </a:rPr>
              <a:t> - </a:t>
            </a:r>
            <a:r>
              <a:rPr lang="en-US" altLang="ja-JP" b="1" dirty="0" err="1" smtClean="0">
                <a:solidFill>
                  <a:srgbClr val="002060"/>
                </a:solidFill>
                <a:latin typeface="Arial" panose="020B0604020202020204" pitchFamily="34" charset="0"/>
                <a:cs typeface="Arial" panose="020B0604020202020204" pitchFamily="34" charset="0"/>
              </a:rPr>
              <a:t>Lênin</a:t>
            </a:r>
            <a:endParaRPr lang="en-US" altLang="ja-JP" b="1" dirty="0">
              <a:solidFill>
                <a:srgbClr val="002060"/>
              </a:solidFill>
              <a:latin typeface="Arial" panose="020B0604020202020204" pitchFamily="34" charset="0"/>
              <a:cs typeface="Arial" panose="020B0604020202020204" pitchFamily="34" charset="0"/>
            </a:endParaRPr>
          </a:p>
        </p:txBody>
      </p:sp>
      <p:sp>
        <p:nvSpPr>
          <p:cNvPr id="483333" name="Rectangle 5"/>
          <p:cNvSpPr>
            <a:spLocks noChangeArrowheads="1"/>
          </p:cNvSpPr>
          <p:nvPr/>
        </p:nvSpPr>
        <p:spPr bwMode="auto">
          <a:xfrm>
            <a:off x="1752600" y="1828800"/>
            <a:ext cx="2057400" cy="914400"/>
          </a:xfrm>
          <a:prstGeom prst="rect">
            <a:avLst/>
          </a:prstGeom>
          <a:solidFill>
            <a:srgbClr val="FF99FF"/>
          </a:solidFill>
          <a:ln w="9525">
            <a:solidFill>
              <a:schemeClr val="tx1"/>
            </a:solidFill>
            <a:miter lim="800000"/>
            <a:headEnd/>
            <a:tailEnd/>
          </a:ln>
        </p:spPr>
        <p:txBody>
          <a:bodyPr wrap="none" anchor="ctr"/>
          <a:lstStyle>
            <a:lvl1pPr eaLnBrk="0" hangingPunct="0">
              <a:defRPr sz="2400">
                <a:solidFill>
                  <a:srgbClr val="00FF00"/>
                </a:solidFill>
                <a:latin typeface=".VnArial" panose="020B7200000000000000" pitchFamily="34" charset="0"/>
              </a:defRPr>
            </a:lvl1pPr>
            <a:lvl2pPr marL="742950" indent="-285750" eaLnBrk="0" hangingPunct="0">
              <a:defRPr sz="2400">
                <a:solidFill>
                  <a:srgbClr val="00FF00"/>
                </a:solidFill>
                <a:latin typeface=".VnArial" panose="020B7200000000000000" pitchFamily="34" charset="0"/>
              </a:defRPr>
            </a:lvl2pPr>
            <a:lvl3pPr marL="1143000" indent="-228600" eaLnBrk="0" hangingPunct="0">
              <a:defRPr sz="2400">
                <a:solidFill>
                  <a:srgbClr val="00FF00"/>
                </a:solidFill>
                <a:latin typeface=".VnArial" panose="020B7200000000000000" pitchFamily="34" charset="0"/>
              </a:defRPr>
            </a:lvl3pPr>
            <a:lvl4pPr marL="1600200" indent="-228600" eaLnBrk="0" hangingPunct="0">
              <a:defRPr sz="2400">
                <a:solidFill>
                  <a:srgbClr val="00FF00"/>
                </a:solidFill>
                <a:latin typeface=".VnArial" panose="020B7200000000000000" pitchFamily="34" charset="0"/>
              </a:defRPr>
            </a:lvl4pPr>
            <a:lvl5pPr marL="2057400" indent="-228600" eaLnBrk="0" hangingPunct="0">
              <a:defRPr sz="2400">
                <a:solidFill>
                  <a:srgbClr val="00FF00"/>
                </a:solidFill>
                <a:latin typeface=".VnArial" panose="020B7200000000000000" pitchFamily="34" charset="0"/>
              </a:defRPr>
            </a:lvl5pPr>
            <a:lvl6pPr marL="2514600" indent="-228600" eaLnBrk="0" fontAlgn="base" hangingPunct="0">
              <a:spcBef>
                <a:spcPct val="0"/>
              </a:spcBef>
              <a:spcAft>
                <a:spcPct val="0"/>
              </a:spcAft>
              <a:defRPr sz="2400">
                <a:solidFill>
                  <a:srgbClr val="00FF00"/>
                </a:solidFill>
                <a:latin typeface=".VnArial" panose="020B7200000000000000" pitchFamily="34" charset="0"/>
              </a:defRPr>
            </a:lvl6pPr>
            <a:lvl7pPr marL="2971800" indent="-228600" eaLnBrk="0" fontAlgn="base" hangingPunct="0">
              <a:spcBef>
                <a:spcPct val="0"/>
              </a:spcBef>
              <a:spcAft>
                <a:spcPct val="0"/>
              </a:spcAft>
              <a:defRPr sz="2400">
                <a:solidFill>
                  <a:srgbClr val="00FF00"/>
                </a:solidFill>
                <a:latin typeface=".VnArial" panose="020B7200000000000000" pitchFamily="34" charset="0"/>
              </a:defRPr>
            </a:lvl7pPr>
            <a:lvl8pPr marL="3429000" indent="-228600" eaLnBrk="0" fontAlgn="base" hangingPunct="0">
              <a:spcBef>
                <a:spcPct val="0"/>
              </a:spcBef>
              <a:spcAft>
                <a:spcPct val="0"/>
              </a:spcAft>
              <a:defRPr sz="2400">
                <a:solidFill>
                  <a:srgbClr val="00FF00"/>
                </a:solidFill>
                <a:latin typeface=".VnArial" panose="020B7200000000000000" pitchFamily="34" charset="0"/>
              </a:defRPr>
            </a:lvl8pPr>
            <a:lvl9pPr marL="3886200" indent="-228600" eaLnBrk="0" fontAlgn="base" hangingPunct="0">
              <a:spcBef>
                <a:spcPct val="0"/>
              </a:spcBef>
              <a:spcAft>
                <a:spcPct val="0"/>
              </a:spcAft>
              <a:defRPr sz="2400">
                <a:solidFill>
                  <a:srgbClr val="00FF00"/>
                </a:solidFill>
                <a:latin typeface=".VnArial" panose="020B7200000000000000" pitchFamily="34" charset="0"/>
              </a:defRPr>
            </a:lvl9pPr>
          </a:lstStyle>
          <a:p>
            <a:pPr algn="ctr"/>
            <a:r>
              <a:rPr lang="en-US" altLang="ja-JP" sz="2800" b="1" dirty="0" err="1" smtClean="0">
                <a:solidFill>
                  <a:srgbClr val="000066"/>
                </a:solidFill>
                <a:latin typeface="Arial" panose="020B0604020202020204" pitchFamily="34" charset="0"/>
                <a:cs typeface="Arial" panose="020B0604020202020204" pitchFamily="34" charset="0"/>
              </a:rPr>
              <a:t>Triết</a:t>
            </a:r>
            <a:r>
              <a:rPr lang="en-US" altLang="ja-JP" sz="2800" b="1" dirty="0" smtClean="0">
                <a:solidFill>
                  <a:srgbClr val="000066"/>
                </a:solidFill>
                <a:latin typeface="Arial" panose="020B0604020202020204" pitchFamily="34" charset="0"/>
                <a:cs typeface="Arial" panose="020B0604020202020204" pitchFamily="34" charset="0"/>
              </a:rPr>
              <a:t> </a:t>
            </a:r>
            <a:r>
              <a:rPr lang="en-US" altLang="ja-JP" sz="2800" b="1" dirty="0" err="1" smtClean="0">
                <a:solidFill>
                  <a:srgbClr val="000066"/>
                </a:solidFill>
                <a:latin typeface="Arial" panose="020B0604020202020204" pitchFamily="34" charset="0"/>
                <a:cs typeface="Arial" panose="020B0604020202020204" pitchFamily="34" charset="0"/>
              </a:rPr>
              <a:t>học</a:t>
            </a:r>
            <a:r>
              <a:rPr lang="en-US" altLang="ja-JP" sz="2800" b="1" dirty="0" smtClean="0">
                <a:solidFill>
                  <a:srgbClr val="000066"/>
                </a:solidFill>
                <a:latin typeface="Arial" panose="020B0604020202020204" pitchFamily="34" charset="0"/>
                <a:cs typeface="Arial" panose="020B0604020202020204" pitchFamily="34" charset="0"/>
              </a:rPr>
              <a:t> </a:t>
            </a:r>
          </a:p>
          <a:p>
            <a:pPr algn="ctr"/>
            <a:r>
              <a:rPr lang="en-US" altLang="ja-JP" sz="2800" b="1" dirty="0" err="1" smtClean="0">
                <a:solidFill>
                  <a:srgbClr val="000066"/>
                </a:solidFill>
                <a:latin typeface="Arial" panose="020B0604020202020204" pitchFamily="34" charset="0"/>
                <a:cs typeface="Arial" panose="020B0604020202020204" pitchFamily="34" charset="0"/>
              </a:rPr>
              <a:t>Mác</a:t>
            </a:r>
            <a:r>
              <a:rPr lang="en-US" altLang="ja-JP" sz="2800" b="1" dirty="0" smtClean="0">
                <a:solidFill>
                  <a:srgbClr val="000066"/>
                </a:solidFill>
                <a:latin typeface="Arial" panose="020B0604020202020204" pitchFamily="34" charset="0"/>
                <a:cs typeface="Arial" panose="020B0604020202020204" pitchFamily="34" charset="0"/>
              </a:rPr>
              <a:t> </a:t>
            </a:r>
            <a:r>
              <a:rPr lang="en-US" altLang="ja-JP" sz="2800" b="1" dirty="0" err="1" smtClean="0">
                <a:solidFill>
                  <a:srgbClr val="000066"/>
                </a:solidFill>
                <a:latin typeface="Arial" panose="020B0604020202020204" pitchFamily="34" charset="0"/>
                <a:cs typeface="Arial" panose="020B0604020202020204" pitchFamily="34" charset="0"/>
              </a:rPr>
              <a:t>Lênin</a:t>
            </a:r>
            <a:endParaRPr lang="en-US" altLang="ja-JP" sz="2800" b="1" dirty="0">
              <a:solidFill>
                <a:srgbClr val="000066"/>
              </a:solidFill>
              <a:latin typeface="Arial" panose="020B0604020202020204" pitchFamily="34" charset="0"/>
              <a:cs typeface="Arial" panose="020B0604020202020204" pitchFamily="34" charset="0"/>
            </a:endParaRPr>
          </a:p>
        </p:txBody>
      </p:sp>
      <p:sp>
        <p:nvSpPr>
          <p:cNvPr id="483334" name="Rectangle 6"/>
          <p:cNvSpPr>
            <a:spLocks noChangeArrowheads="1"/>
          </p:cNvSpPr>
          <p:nvPr/>
        </p:nvSpPr>
        <p:spPr bwMode="auto">
          <a:xfrm>
            <a:off x="4876800" y="1828800"/>
            <a:ext cx="2133600" cy="914400"/>
          </a:xfrm>
          <a:prstGeom prst="rect">
            <a:avLst/>
          </a:prstGeom>
          <a:solidFill>
            <a:srgbClr val="FF99FF"/>
          </a:solidFill>
          <a:ln w="28575">
            <a:solidFill>
              <a:schemeClr val="tx1"/>
            </a:solidFill>
            <a:miter lim="800000"/>
            <a:headEnd/>
            <a:tailEnd/>
          </a:ln>
        </p:spPr>
        <p:txBody>
          <a:bodyPr wrap="none" anchor="ctr"/>
          <a:lstStyle>
            <a:lvl1pPr eaLnBrk="0" hangingPunct="0">
              <a:defRPr sz="2400">
                <a:solidFill>
                  <a:srgbClr val="00FF00"/>
                </a:solidFill>
                <a:latin typeface=".VnArial" panose="020B7200000000000000" pitchFamily="34" charset="0"/>
              </a:defRPr>
            </a:lvl1pPr>
            <a:lvl2pPr marL="742950" indent="-285750" eaLnBrk="0" hangingPunct="0">
              <a:defRPr sz="2400">
                <a:solidFill>
                  <a:srgbClr val="00FF00"/>
                </a:solidFill>
                <a:latin typeface=".VnArial" panose="020B7200000000000000" pitchFamily="34" charset="0"/>
              </a:defRPr>
            </a:lvl2pPr>
            <a:lvl3pPr marL="1143000" indent="-228600" eaLnBrk="0" hangingPunct="0">
              <a:defRPr sz="2400">
                <a:solidFill>
                  <a:srgbClr val="00FF00"/>
                </a:solidFill>
                <a:latin typeface=".VnArial" panose="020B7200000000000000" pitchFamily="34" charset="0"/>
              </a:defRPr>
            </a:lvl3pPr>
            <a:lvl4pPr marL="1600200" indent="-228600" eaLnBrk="0" hangingPunct="0">
              <a:defRPr sz="2400">
                <a:solidFill>
                  <a:srgbClr val="00FF00"/>
                </a:solidFill>
                <a:latin typeface=".VnArial" panose="020B7200000000000000" pitchFamily="34" charset="0"/>
              </a:defRPr>
            </a:lvl4pPr>
            <a:lvl5pPr marL="2057400" indent="-228600" eaLnBrk="0" hangingPunct="0">
              <a:defRPr sz="2400">
                <a:solidFill>
                  <a:srgbClr val="00FF00"/>
                </a:solidFill>
                <a:latin typeface=".VnArial" panose="020B7200000000000000" pitchFamily="34" charset="0"/>
              </a:defRPr>
            </a:lvl5pPr>
            <a:lvl6pPr marL="2514600" indent="-228600" eaLnBrk="0" fontAlgn="base" hangingPunct="0">
              <a:spcBef>
                <a:spcPct val="0"/>
              </a:spcBef>
              <a:spcAft>
                <a:spcPct val="0"/>
              </a:spcAft>
              <a:defRPr sz="2400">
                <a:solidFill>
                  <a:srgbClr val="00FF00"/>
                </a:solidFill>
                <a:latin typeface=".VnArial" panose="020B7200000000000000" pitchFamily="34" charset="0"/>
              </a:defRPr>
            </a:lvl6pPr>
            <a:lvl7pPr marL="2971800" indent="-228600" eaLnBrk="0" fontAlgn="base" hangingPunct="0">
              <a:spcBef>
                <a:spcPct val="0"/>
              </a:spcBef>
              <a:spcAft>
                <a:spcPct val="0"/>
              </a:spcAft>
              <a:defRPr sz="2400">
                <a:solidFill>
                  <a:srgbClr val="00FF00"/>
                </a:solidFill>
                <a:latin typeface=".VnArial" panose="020B7200000000000000" pitchFamily="34" charset="0"/>
              </a:defRPr>
            </a:lvl7pPr>
            <a:lvl8pPr marL="3429000" indent="-228600" eaLnBrk="0" fontAlgn="base" hangingPunct="0">
              <a:spcBef>
                <a:spcPct val="0"/>
              </a:spcBef>
              <a:spcAft>
                <a:spcPct val="0"/>
              </a:spcAft>
              <a:defRPr sz="2400">
                <a:solidFill>
                  <a:srgbClr val="00FF00"/>
                </a:solidFill>
                <a:latin typeface=".VnArial" panose="020B7200000000000000" pitchFamily="34" charset="0"/>
              </a:defRPr>
            </a:lvl8pPr>
            <a:lvl9pPr marL="3886200" indent="-228600" eaLnBrk="0" fontAlgn="base" hangingPunct="0">
              <a:spcBef>
                <a:spcPct val="0"/>
              </a:spcBef>
              <a:spcAft>
                <a:spcPct val="0"/>
              </a:spcAft>
              <a:defRPr sz="2400">
                <a:solidFill>
                  <a:srgbClr val="00FF00"/>
                </a:solidFill>
                <a:latin typeface=".VnArial" panose="020B7200000000000000" pitchFamily="34" charset="0"/>
              </a:defRPr>
            </a:lvl9pPr>
          </a:lstStyle>
          <a:p>
            <a:pPr algn="ctr"/>
            <a:endParaRPr lang="en-US" altLang="ja-JP" sz="2800" b="1" dirty="0" smtClean="0">
              <a:solidFill>
                <a:srgbClr val="000066"/>
              </a:solidFill>
              <a:latin typeface="Arial" panose="020B0604020202020204" pitchFamily="34" charset="0"/>
              <a:cs typeface="Arial" panose="020B0604020202020204" pitchFamily="34" charset="0"/>
            </a:endParaRPr>
          </a:p>
          <a:p>
            <a:pPr algn="ctr"/>
            <a:r>
              <a:rPr lang="en-US" altLang="ja-JP" sz="2800" b="1" dirty="0" smtClean="0">
                <a:solidFill>
                  <a:srgbClr val="000066"/>
                </a:solidFill>
                <a:latin typeface="Arial" panose="020B0604020202020204" pitchFamily="34" charset="0"/>
                <a:cs typeface="Arial" panose="020B0604020202020204" pitchFamily="34" charset="0"/>
              </a:rPr>
              <a:t>KTCT</a:t>
            </a:r>
          </a:p>
          <a:p>
            <a:pPr algn="ctr"/>
            <a:r>
              <a:rPr lang="en-US" altLang="ja-JP" sz="2800" b="1" dirty="0" err="1">
                <a:solidFill>
                  <a:srgbClr val="000066"/>
                </a:solidFill>
                <a:latin typeface="Arial" panose="020B0604020202020204" pitchFamily="34" charset="0"/>
                <a:cs typeface="Arial" panose="020B0604020202020204" pitchFamily="34" charset="0"/>
              </a:rPr>
              <a:t>Mác</a:t>
            </a:r>
            <a:r>
              <a:rPr lang="en-US" altLang="ja-JP" sz="2800" b="1" dirty="0">
                <a:solidFill>
                  <a:srgbClr val="000066"/>
                </a:solidFill>
                <a:latin typeface="Arial" panose="020B0604020202020204" pitchFamily="34" charset="0"/>
                <a:cs typeface="Arial" panose="020B0604020202020204" pitchFamily="34" charset="0"/>
              </a:rPr>
              <a:t> </a:t>
            </a:r>
            <a:r>
              <a:rPr lang="en-US" altLang="ja-JP" sz="2800" b="1" dirty="0" err="1" smtClean="0">
                <a:solidFill>
                  <a:srgbClr val="000066"/>
                </a:solidFill>
                <a:latin typeface="Arial" panose="020B0604020202020204" pitchFamily="34" charset="0"/>
                <a:cs typeface="Arial" panose="020B0604020202020204" pitchFamily="34" charset="0"/>
              </a:rPr>
              <a:t>Lênin</a:t>
            </a:r>
            <a:endParaRPr lang="en-US" altLang="ja-JP" sz="2800" b="1" dirty="0">
              <a:solidFill>
                <a:srgbClr val="000066"/>
              </a:solidFill>
              <a:latin typeface="Arial" panose="020B0604020202020204" pitchFamily="34" charset="0"/>
              <a:cs typeface="Arial" panose="020B0604020202020204" pitchFamily="34" charset="0"/>
            </a:endParaRPr>
          </a:p>
          <a:p>
            <a:pPr algn="ctr"/>
            <a:endParaRPr lang="en-US" altLang="ja-JP" sz="2800" b="1" dirty="0">
              <a:solidFill>
                <a:srgbClr val="000066"/>
              </a:solidFill>
              <a:latin typeface="Arial" panose="020B0604020202020204" pitchFamily="34" charset="0"/>
              <a:cs typeface="Arial" panose="020B0604020202020204" pitchFamily="34" charset="0"/>
            </a:endParaRPr>
          </a:p>
        </p:txBody>
      </p:sp>
      <p:sp>
        <p:nvSpPr>
          <p:cNvPr id="483335" name="Rectangle 7"/>
          <p:cNvSpPr>
            <a:spLocks noChangeArrowheads="1"/>
          </p:cNvSpPr>
          <p:nvPr/>
        </p:nvSpPr>
        <p:spPr bwMode="auto">
          <a:xfrm>
            <a:off x="8077200" y="1828800"/>
            <a:ext cx="2133600" cy="914400"/>
          </a:xfrm>
          <a:prstGeom prst="rect">
            <a:avLst/>
          </a:prstGeom>
          <a:solidFill>
            <a:srgbClr val="FFFF66"/>
          </a:solidFill>
          <a:ln w="9525">
            <a:solidFill>
              <a:schemeClr val="tx1"/>
            </a:solidFill>
            <a:miter lim="800000"/>
            <a:headEnd/>
            <a:tailEnd/>
          </a:ln>
        </p:spPr>
        <p:txBody>
          <a:bodyPr wrap="none" anchor="ctr"/>
          <a:lstStyle>
            <a:lvl1pPr eaLnBrk="0" hangingPunct="0">
              <a:defRPr sz="2400">
                <a:solidFill>
                  <a:srgbClr val="00FF00"/>
                </a:solidFill>
                <a:latin typeface=".VnArial" panose="020B7200000000000000" pitchFamily="34" charset="0"/>
              </a:defRPr>
            </a:lvl1pPr>
            <a:lvl2pPr marL="742950" indent="-285750" eaLnBrk="0" hangingPunct="0">
              <a:defRPr sz="2400">
                <a:solidFill>
                  <a:srgbClr val="00FF00"/>
                </a:solidFill>
                <a:latin typeface=".VnArial" panose="020B7200000000000000" pitchFamily="34" charset="0"/>
              </a:defRPr>
            </a:lvl2pPr>
            <a:lvl3pPr marL="1143000" indent="-228600" eaLnBrk="0" hangingPunct="0">
              <a:defRPr sz="2400">
                <a:solidFill>
                  <a:srgbClr val="00FF00"/>
                </a:solidFill>
                <a:latin typeface=".VnArial" panose="020B7200000000000000" pitchFamily="34" charset="0"/>
              </a:defRPr>
            </a:lvl3pPr>
            <a:lvl4pPr marL="1600200" indent="-228600" eaLnBrk="0" hangingPunct="0">
              <a:defRPr sz="2400">
                <a:solidFill>
                  <a:srgbClr val="00FF00"/>
                </a:solidFill>
                <a:latin typeface=".VnArial" panose="020B7200000000000000" pitchFamily="34" charset="0"/>
              </a:defRPr>
            </a:lvl4pPr>
            <a:lvl5pPr marL="2057400" indent="-228600" eaLnBrk="0" hangingPunct="0">
              <a:defRPr sz="2400">
                <a:solidFill>
                  <a:srgbClr val="00FF00"/>
                </a:solidFill>
                <a:latin typeface=".VnArial" panose="020B7200000000000000" pitchFamily="34" charset="0"/>
              </a:defRPr>
            </a:lvl5pPr>
            <a:lvl6pPr marL="2514600" indent="-228600" eaLnBrk="0" fontAlgn="base" hangingPunct="0">
              <a:spcBef>
                <a:spcPct val="0"/>
              </a:spcBef>
              <a:spcAft>
                <a:spcPct val="0"/>
              </a:spcAft>
              <a:defRPr sz="2400">
                <a:solidFill>
                  <a:srgbClr val="00FF00"/>
                </a:solidFill>
                <a:latin typeface=".VnArial" panose="020B7200000000000000" pitchFamily="34" charset="0"/>
              </a:defRPr>
            </a:lvl6pPr>
            <a:lvl7pPr marL="2971800" indent="-228600" eaLnBrk="0" fontAlgn="base" hangingPunct="0">
              <a:spcBef>
                <a:spcPct val="0"/>
              </a:spcBef>
              <a:spcAft>
                <a:spcPct val="0"/>
              </a:spcAft>
              <a:defRPr sz="2400">
                <a:solidFill>
                  <a:srgbClr val="00FF00"/>
                </a:solidFill>
                <a:latin typeface=".VnArial" panose="020B7200000000000000" pitchFamily="34" charset="0"/>
              </a:defRPr>
            </a:lvl7pPr>
            <a:lvl8pPr marL="3429000" indent="-228600" eaLnBrk="0" fontAlgn="base" hangingPunct="0">
              <a:spcBef>
                <a:spcPct val="0"/>
              </a:spcBef>
              <a:spcAft>
                <a:spcPct val="0"/>
              </a:spcAft>
              <a:defRPr sz="2400">
                <a:solidFill>
                  <a:srgbClr val="00FF00"/>
                </a:solidFill>
                <a:latin typeface=".VnArial" panose="020B7200000000000000" pitchFamily="34" charset="0"/>
              </a:defRPr>
            </a:lvl8pPr>
            <a:lvl9pPr marL="3886200" indent="-228600" eaLnBrk="0" fontAlgn="base" hangingPunct="0">
              <a:spcBef>
                <a:spcPct val="0"/>
              </a:spcBef>
              <a:spcAft>
                <a:spcPct val="0"/>
              </a:spcAft>
              <a:defRPr sz="2400">
                <a:solidFill>
                  <a:srgbClr val="00FF00"/>
                </a:solidFill>
                <a:latin typeface=".VnArial" panose="020B7200000000000000" pitchFamily="34" charset="0"/>
              </a:defRPr>
            </a:lvl9pPr>
          </a:lstStyle>
          <a:p>
            <a:pPr algn="ctr"/>
            <a:r>
              <a:rPr lang="en-US" altLang="ja-JP" sz="2800" b="1" dirty="0">
                <a:solidFill>
                  <a:srgbClr val="000066"/>
                </a:solidFill>
                <a:latin typeface="Arial" panose="020B0604020202020204" pitchFamily="34" charset="0"/>
                <a:cs typeface="Arial" panose="020B0604020202020204" pitchFamily="34" charset="0"/>
              </a:rPr>
              <a:t>CNXH</a:t>
            </a:r>
          </a:p>
          <a:p>
            <a:pPr algn="ctr"/>
            <a:r>
              <a:rPr lang="en-US" altLang="ja-JP" sz="2800" b="1" dirty="0" err="1" smtClean="0">
                <a:solidFill>
                  <a:srgbClr val="000066"/>
                </a:solidFill>
                <a:latin typeface="Arial" panose="020B0604020202020204" pitchFamily="34" charset="0"/>
                <a:cs typeface="Arial" panose="020B0604020202020204" pitchFamily="34" charset="0"/>
              </a:rPr>
              <a:t>Khoa</a:t>
            </a:r>
            <a:r>
              <a:rPr lang="en-US" altLang="ja-JP" sz="2800" b="1" dirty="0" smtClean="0">
                <a:solidFill>
                  <a:srgbClr val="000066"/>
                </a:solidFill>
                <a:latin typeface="Arial" panose="020B0604020202020204" pitchFamily="34" charset="0"/>
                <a:cs typeface="Arial" panose="020B0604020202020204" pitchFamily="34" charset="0"/>
              </a:rPr>
              <a:t> </a:t>
            </a:r>
            <a:r>
              <a:rPr lang="en-US" altLang="ja-JP" sz="2800" b="1" dirty="0" err="1" smtClean="0">
                <a:solidFill>
                  <a:srgbClr val="000066"/>
                </a:solidFill>
                <a:latin typeface="Arial" panose="020B0604020202020204" pitchFamily="34" charset="0"/>
                <a:cs typeface="Arial" panose="020B0604020202020204" pitchFamily="34" charset="0"/>
              </a:rPr>
              <a:t>học</a:t>
            </a:r>
            <a:endParaRPr lang="en-US" altLang="ja-JP" sz="2800" b="1" dirty="0">
              <a:solidFill>
                <a:srgbClr val="000066"/>
              </a:solidFill>
              <a:latin typeface="Arial" panose="020B0604020202020204" pitchFamily="34" charset="0"/>
              <a:cs typeface="Arial" panose="020B0604020202020204" pitchFamily="34" charset="0"/>
            </a:endParaRPr>
          </a:p>
        </p:txBody>
      </p:sp>
      <p:sp>
        <p:nvSpPr>
          <p:cNvPr id="483346" name="Line 18"/>
          <p:cNvSpPr>
            <a:spLocks noChangeShapeType="1"/>
          </p:cNvSpPr>
          <p:nvPr/>
        </p:nvSpPr>
        <p:spPr bwMode="auto">
          <a:xfrm>
            <a:off x="5943600" y="838200"/>
            <a:ext cx="0" cy="99060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nchor="ctr"/>
          <a:lstStyle/>
          <a:p>
            <a:endParaRPr lang="en-US">
              <a:latin typeface="Arial" panose="020B0604020202020204" pitchFamily="34" charset="0"/>
              <a:cs typeface="Arial" panose="020B0604020202020204" pitchFamily="34" charset="0"/>
            </a:endParaRPr>
          </a:p>
        </p:txBody>
      </p:sp>
      <p:sp>
        <p:nvSpPr>
          <p:cNvPr id="483347" name="Line 19"/>
          <p:cNvSpPr>
            <a:spLocks noChangeShapeType="1"/>
          </p:cNvSpPr>
          <p:nvPr/>
        </p:nvSpPr>
        <p:spPr bwMode="auto">
          <a:xfrm flipH="1">
            <a:off x="2743200" y="838200"/>
            <a:ext cx="3200400" cy="99060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nchor="ctr"/>
          <a:lstStyle/>
          <a:p>
            <a:endParaRPr lang="en-US">
              <a:latin typeface="Arial" panose="020B0604020202020204" pitchFamily="34" charset="0"/>
              <a:cs typeface="Arial" panose="020B0604020202020204" pitchFamily="34" charset="0"/>
            </a:endParaRPr>
          </a:p>
        </p:txBody>
      </p:sp>
      <p:sp>
        <p:nvSpPr>
          <p:cNvPr id="483348" name="Line 20"/>
          <p:cNvSpPr>
            <a:spLocks noChangeShapeType="1"/>
          </p:cNvSpPr>
          <p:nvPr/>
        </p:nvSpPr>
        <p:spPr bwMode="auto">
          <a:xfrm>
            <a:off x="5943600" y="838200"/>
            <a:ext cx="3200400" cy="99060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nchor="ctr"/>
          <a:lstStyle/>
          <a:p>
            <a:endParaRPr lang="en-US">
              <a:latin typeface="Arial" panose="020B0604020202020204" pitchFamily="34" charset="0"/>
              <a:cs typeface="Arial" panose="020B0604020202020204" pitchFamily="34" charset="0"/>
            </a:endParaRPr>
          </a:p>
        </p:txBody>
      </p:sp>
      <p:sp>
        <p:nvSpPr>
          <p:cNvPr id="483353" name="Line 25"/>
          <p:cNvSpPr>
            <a:spLocks noChangeShapeType="1"/>
          </p:cNvSpPr>
          <p:nvPr/>
        </p:nvSpPr>
        <p:spPr bwMode="auto">
          <a:xfrm>
            <a:off x="2819400" y="2743200"/>
            <a:ext cx="0" cy="533400"/>
          </a:xfrm>
          <a:prstGeom prst="line">
            <a:avLst/>
          </a:prstGeom>
          <a:noFill/>
          <a:ln w="28575"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nchor="ctr"/>
          <a:lstStyle/>
          <a:p>
            <a:endParaRPr lang="en-US">
              <a:latin typeface="Arial" panose="020B0604020202020204" pitchFamily="34" charset="0"/>
              <a:cs typeface="Arial" panose="020B0604020202020204" pitchFamily="34" charset="0"/>
            </a:endParaRPr>
          </a:p>
        </p:txBody>
      </p:sp>
      <p:sp>
        <p:nvSpPr>
          <p:cNvPr id="483354" name="Line 26"/>
          <p:cNvSpPr>
            <a:spLocks noChangeShapeType="1"/>
          </p:cNvSpPr>
          <p:nvPr/>
        </p:nvSpPr>
        <p:spPr bwMode="auto">
          <a:xfrm>
            <a:off x="5943600" y="2743200"/>
            <a:ext cx="0" cy="533400"/>
          </a:xfrm>
          <a:prstGeom prst="line">
            <a:avLst/>
          </a:prstGeom>
          <a:noFill/>
          <a:ln w="28575"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nchor="ctr"/>
          <a:lstStyle/>
          <a:p>
            <a:endParaRPr lang="en-US">
              <a:latin typeface="Arial" panose="020B0604020202020204" pitchFamily="34" charset="0"/>
              <a:cs typeface="Arial" panose="020B0604020202020204" pitchFamily="34" charset="0"/>
            </a:endParaRPr>
          </a:p>
        </p:txBody>
      </p:sp>
      <p:sp>
        <p:nvSpPr>
          <p:cNvPr id="15" name="Line 26"/>
          <p:cNvSpPr>
            <a:spLocks noChangeShapeType="1"/>
          </p:cNvSpPr>
          <p:nvPr/>
        </p:nvSpPr>
        <p:spPr bwMode="auto">
          <a:xfrm>
            <a:off x="8915400" y="2743200"/>
            <a:ext cx="0" cy="533400"/>
          </a:xfrm>
          <a:prstGeom prst="line">
            <a:avLst/>
          </a:prstGeom>
          <a:noFill/>
          <a:ln w="28575"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nchor="ctr"/>
          <a:lstStyle/>
          <a:p>
            <a:endParaRPr lang="en-US">
              <a:latin typeface="Arial" panose="020B0604020202020204" pitchFamily="34" charset="0"/>
              <a:cs typeface="Arial" panose="020B0604020202020204" pitchFamily="34" charset="0"/>
            </a:endParaRPr>
          </a:p>
        </p:txBody>
      </p:sp>
      <p:sp>
        <p:nvSpPr>
          <p:cNvPr id="16" name="Text Box 15"/>
          <p:cNvSpPr txBox="1">
            <a:spLocks noChangeArrowheads="1"/>
          </p:cNvSpPr>
          <p:nvPr/>
        </p:nvSpPr>
        <p:spPr bwMode="auto">
          <a:xfrm>
            <a:off x="1752600" y="3284538"/>
            <a:ext cx="2362200" cy="2678112"/>
          </a:xfrm>
          <a:prstGeom prst="rect">
            <a:avLst/>
          </a:prstGeom>
          <a:ln>
            <a:headEnd type="none" w="sm" len="sm"/>
            <a:tailEnd type="none" w="sm" len="sm"/>
          </a:ln>
        </p:spPr>
        <p:style>
          <a:lnRef idx="1">
            <a:schemeClr val="accent6"/>
          </a:lnRef>
          <a:fillRef idx="2">
            <a:schemeClr val="accent6"/>
          </a:fillRef>
          <a:effectRef idx="1">
            <a:schemeClr val="accent6"/>
          </a:effectRef>
          <a:fontRef idx="minor">
            <a:schemeClr val="dk1"/>
          </a:fontRef>
        </p:style>
        <p:txBody>
          <a:bodyPr>
            <a:spAutoFit/>
          </a:bodyPr>
          <a:lstStyle>
            <a:lvl1pPr eaLnBrk="0" hangingPunct="0">
              <a:spcBef>
                <a:spcPct val="20000"/>
              </a:spcBef>
              <a:buFont typeface="Arial" pitchFamily="34" charset="0"/>
              <a:buChar char="•"/>
              <a:defRPr sz="3200">
                <a:solidFill>
                  <a:schemeClr val="tx1"/>
                </a:solidFill>
                <a:latin typeface="Calibri" pitchFamily="34" charset="0"/>
              </a:defRPr>
            </a:lvl1pPr>
            <a:lvl2pPr marL="742950" indent="-285750" eaLnBrk="0" hangingPunct="0">
              <a:spcBef>
                <a:spcPct val="20000"/>
              </a:spcBef>
              <a:buFont typeface="Arial" pitchFamily="34" charset="0"/>
              <a:buChar char="–"/>
              <a:defRPr sz="2800">
                <a:solidFill>
                  <a:schemeClr val="tx1"/>
                </a:solidFill>
                <a:latin typeface="Calibri" pitchFamily="34" charset="0"/>
              </a:defRPr>
            </a:lvl2pPr>
            <a:lvl3pPr marL="1143000" indent="-228600" eaLnBrk="0" hangingPunct="0">
              <a:spcBef>
                <a:spcPct val="20000"/>
              </a:spcBef>
              <a:buFont typeface="Arial" pitchFamily="34" charset="0"/>
              <a:buChar char="•"/>
              <a:defRPr sz="2400">
                <a:solidFill>
                  <a:schemeClr val="tx1"/>
                </a:solidFill>
                <a:latin typeface="Calibri" pitchFamily="34" charset="0"/>
              </a:defRPr>
            </a:lvl3pPr>
            <a:lvl4pPr marL="1600200" indent="-228600" eaLnBrk="0" hangingPunct="0">
              <a:spcBef>
                <a:spcPct val="20000"/>
              </a:spcBef>
              <a:buFont typeface="Arial" pitchFamily="34" charset="0"/>
              <a:buChar char="–"/>
              <a:defRPr sz="2000">
                <a:solidFill>
                  <a:schemeClr val="tx1"/>
                </a:solidFill>
                <a:latin typeface="Calibri" pitchFamily="34" charset="0"/>
              </a:defRPr>
            </a:lvl4pPr>
            <a:lvl5pPr marL="2057400" indent="-228600" eaLnBrk="0" hangingPunct="0">
              <a:spcBef>
                <a:spcPct val="20000"/>
              </a:spcBef>
              <a:buFont typeface="Arial" pitchFamily="34"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9pPr>
          </a:lstStyle>
          <a:p>
            <a:pPr algn="ctr" eaLnBrk="1" hangingPunct="1">
              <a:spcBef>
                <a:spcPct val="50000"/>
              </a:spcBef>
              <a:buFontTx/>
              <a:buNone/>
              <a:defRPr/>
            </a:pPr>
            <a:r>
              <a:rPr lang="en-US" altLang="en-US" sz="2800" b="1" dirty="0">
                <a:solidFill>
                  <a:srgbClr val="000000"/>
                </a:solidFill>
                <a:latin typeface="Arial" panose="020B0604020202020204" pitchFamily="34" charset="0"/>
                <a:cs typeface="Arial" panose="020B0604020202020204" pitchFamily="34" charset="0"/>
              </a:rPr>
              <a:t>N/c </a:t>
            </a:r>
            <a:r>
              <a:rPr lang="en-US" altLang="en-US" sz="2800" b="1" dirty="0" err="1">
                <a:solidFill>
                  <a:srgbClr val="000000"/>
                </a:solidFill>
                <a:latin typeface="Arial" panose="020B0604020202020204" pitchFamily="34" charset="0"/>
                <a:cs typeface="Arial" panose="020B0604020202020204" pitchFamily="34" charset="0"/>
              </a:rPr>
              <a:t>những</a:t>
            </a:r>
            <a:r>
              <a:rPr lang="en-US" altLang="en-US" sz="2800" b="1" dirty="0">
                <a:solidFill>
                  <a:srgbClr val="000000"/>
                </a:solidFill>
                <a:latin typeface="Arial" panose="020B0604020202020204" pitchFamily="34" charset="0"/>
                <a:cs typeface="Arial" panose="020B0604020202020204" pitchFamily="34" charset="0"/>
              </a:rPr>
              <a:t> </a:t>
            </a:r>
            <a:r>
              <a:rPr lang="en-US" altLang="en-US" sz="2800" b="1" dirty="0" err="1">
                <a:solidFill>
                  <a:srgbClr val="000000"/>
                </a:solidFill>
                <a:latin typeface="Arial" panose="020B0604020202020204" pitchFamily="34" charset="0"/>
                <a:cs typeface="Arial" panose="020B0604020202020204" pitchFamily="34" charset="0"/>
              </a:rPr>
              <a:t>quy</a:t>
            </a:r>
            <a:r>
              <a:rPr lang="en-US" altLang="en-US" sz="2800" b="1" dirty="0">
                <a:solidFill>
                  <a:srgbClr val="000000"/>
                </a:solidFill>
                <a:latin typeface="Arial" panose="020B0604020202020204" pitchFamily="34" charset="0"/>
                <a:cs typeface="Arial" panose="020B0604020202020204" pitchFamily="34" charset="0"/>
              </a:rPr>
              <a:t> </a:t>
            </a:r>
            <a:r>
              <a:rPr lang="en-US" altLang="en-US" sz="2800" b="1" dirty="0" err="1">
                <a:solidFill>
                  <a:srgbClr val="000000"/>
                </a:solidFill>
                <a:latin typeface="Arial" panose="020B0604020202020204" pitchFamily="34" charset="0"/>
                <a:cs typeface="Arial" panose="020B0604020202020204" pitchFamily="34" charset="0"/>
              </a:rPr>
              <a:t>luật</a:t>
            </a:r>
            <a:r>
              <a:rPr lang="en-US" altLang="en-US" sz="2800" b="1" dirty="0">
                <a:solidFill>
                  <a:srgbClr val="000000"/>
                </a:solidFill>
                <a:latin typeface="Arial" panose="020B0604020202020204" pitchFamily="34" charset="0"/>
                <a:cs typeface="Arial" panose="020B0604020202020204" pitchFamily="34" charset="0"/>
              </a:rPr>
              <a:t> </a:t>
            </a:r>
            <a:r>
              <a:rPr lang="en-US" altLang="en-US" sz="2800" b="1" dirty="0" err="1">
                <a:solidFill>
                  <a:srgbClr val="000000"/>
                </a:solidFill>
                <a:latin typeface="Arial" panose="020B0604020202020204" pitchFamily="34" charset="0"/>
                <a:cs typeface="Arial" panose="020B0604020202020204" pitchFamily="34" charset="0"/>
              </a:rPr>
              <a:t>chung</a:t>
            </a:r>
            <a:r>
              <a:rPr lang="en-US" altLang="en-US" sz="2800" b="1" dirty="0">
                <a:solidFill>
                  <a:srgbClr val="000000"/>
                </a:solidFill>
                <a:latin typeface="Arial" panose="020B0604020202020204" pitchFamily="34" charset="0"/>
                <a:cs typeface="Arial" panose="020B0604020202020204" pitchFamily="34" charset="0"/>
              </a:rPr>
              <a:t> </a:t>
            </a:r>
            <a:r>
              <a:rPr lang="en-US" altLang="en-US" sz="2800" b="1" dirty="0" err="1">
                <a:solidFill>
                  <a:srgbClr val="000000"/>
                </a:solidFill>
                <a:latin typeface="Arial" panose="020B0604020202020204" pitchFamily="34" charset="0"/>
                <a:cs typeface="Arial" panose="020B0604020202020204" pitchFamily="34" charset="0"/>
              </a:rPr>
              <a:t>nhất</a:t>
            </a:r>
            <a:r>
              <a:rPr lang="en-US" altLang="en-US" sz="2800" b="1" dirty="0">
                <a:solidFill>
                  <a:srgbClr val="000000"/>
                </a:solidFill>
                <a:latin typeface="Arial" panose="020B0604020202020204" pitchFamily="34" charset="0"/>
                <a:cs typeface="Arial" panose="020B0604020202020204" pitchFamily="34" charset="0"/>
              </a:rPr>
              <a:t> </a:t>
            </a:r>
            <a:r>
              <a:rPr lang="en-US" altLang="en-US" sz="2800" b="1" dirty="0" err="1">
                <a:solidFill>
                  <a:srgbClr val="000000"/>
                </a:solidFill>
                <a:latin typeface="Arial" panose="020B0604020202020204" pitchFamily="34" charset="0"/>
                <a:cs typeface="Arial" panose="020B0604020202020204" pitchFamily="34" charset="0"/>
              </a:rPr>
              <a:t>của</a:t>
            </a:r>
            <a:r>
              <a:rPr lang="en-US" altLang="en-US" sz="2800" b="1" dirty="0">
                <a:solidFill>
                  <a:srgbClr val="000000"/>
                </a:solidFill>
                <a:latin typeface="Arial" panose="020B0604020202020204" pitchFamily="34" charset="0"/>
                <a:cs typeface="Arial" panose="020B0604020202020204" pitchFamily="34" charset="0"/>
              </a:rPr>
              <a:t> TN, XH, TD </a:t>
            </a:r>
            <a:r>
              <a:rPr lang="en-US" altLang="en-US" sz="2800" b="1" dirty="0" err="1">
                <a:solidFill>
                  <a:srgbClr val="000000"/>
                </a:solidFill>
                <a:latin typeface="Arial" panose="020B0604020202020204" pitchFamily="34" charset="0"/>
                <a:cs typeface="Arial" panose="020B0604020202020204" pitchFamily="34" charset="0"/>
              </a:rPr>
              <a:t>của</a:t>
            </a:r>
            <a:r>
              <a:rPr lang="en-US" altLang="en-US" sz="2800" b="1" dirty="0">
                <a:solidFill>
                  <a:srgbClr val="000000"/>
                </a:solidFill>
                <a:latin typeface="Arial" panose="020B0604020202020204" pitchFamily="34" charset="0"/>
                <a:cs typeface="Arial" panose="020B0604020202020204" pitchFamily="34" charset="0"/>
              </a:rPr>
              <a:t> </a:t>
            </a:r>
            <a:r>
              <a:rPr lang="en-US" altLang="en-US" sz="2800" b="1" dirty="0">
                <a:solidFill>
                  <a:srgbClr val="FF0000"/>
                </a:solidFill>
                <a:latin typeface="Arial" panose="020B0604020202020204" pitchFamily="34" charset="0"/>
                <a:cs typeface="Arial" panose="020B0604020202020204" pitchFamily="34" charset="0"/>
              </a:rPr>
              <a:t>5 HTKT-XH</a:t>
            </a:r>
          </a:p>
        </p:txBody>
      </p:sp>
      <p:sp>
        <p:nvSpPr>
          <p:cNvPr id="17" name="Text Box 7"/>
          <p:cNvSpPr txBox="1">
            <a:spLocks noChangeArrowheads="1"/>
          </p:cNvSpPr>
          <p:nvPr/>
        </p:nvSpPr>
        <p:spPr bwMode="auto">
          <a:xfrm>
            <a:off x="4724400" y="3287714"/>
            <a:ext cx="2514600" cy="3539430"/>
          </a:xfrm>
          <a:prstGeom prst="rect">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a:spAutoFit/>
          </a:bodyPr>
          <a:lstStyle>
            <a:lvl1pPr marL="174625" indent="-174625" eaLnBrk="0" hangingPunct="0">
              <a:defRPr sz="2400">
                <a:solidFill>
                  <a:srgbClr val="00FF00"/>
                </a:solidFill>
                <a:latin typeface=".VnArial" pitchFamily="34" charset="0"/>
              </a:defRPr>
            </a:lvl1pPr>
            <a:lvl2pPr marL="742950" indent="-285750" eaLnBrk="0" hangingPunct="0">
              <a:defRPr sz="2400">
                <a:solidFill>
                  <a:srgbClr val="00FF00"/>
                </a:solidFill>
                <a:latin typeface=".VnArial" pitchFamily="34" charset="0"/>
              </a:defRPr>
            </a:lvl2pPr>
            <a:lvl3pPr marL="1143000" indent="-228600" eaLnBrk="0" hangingPunct="0">
              <a:defRPr sz="2400">
                <a:solidFill>
                  <a:srgbClr val="00FF00"/>
                </a:solidFill>
                <a:latin typeface=".VnArial" pitchFamily="34" charset="0"/>
              </a:defRPr>
            </a:lvl3pPr>
            <a:lvl4pPr marL="1600200" indent="-228600" eaLnBrk="0" hangingPunct="0">
              <a:defRPr sz="2400">
                <a:solidFill>
                  <a:srgbClr val="00FF00"/>
                </a:solidFill>
                <a:latin typeface=".VnArial" pitchFamily="34" charset="0"/>
              </a:defRPr>
            </a:lvl4pPr>
            <a:lvl5pPr marL="2057400" indent="-228600" eaLnBrk="0" hangingPunct="0">
              <a:defRPr sz="2400">
                <a:solidFill>
                  <a:srgbClr val="00FF00"/>
                </a:solidFill>
                <a:latin typeface=".VnArial" pitchFamily="34" charset="0"/>
              </a:defRPr>
            </a:lvl5pPr>
            <a:lvl6pPr marL="2514600" indent="-228600" eaLnBrk="0" fontAlgn="base" hangingPunct="0">
              <a:spcBef>
                <a:spcPct val="0"/>
              </a:spcBef>
              <a:spcAft>
                <a:spcPct val="0"/>
              </a:spcAft>
              <a:defRPr sz="2400">
                <a:solidFill>
                  <a:srgbClr val="00FF00"/>
                </a:solidFill>
                <a:latin typeface=".VnArial" pitchFamily="34" charset="0"/>
              </a:defRPr>
            </a:lvl6pPr>
            <a:lvl7pPr marL="2971800" indent="-228600" eaLnBrk="0" fontAlgn="base" hangingPunct="0">
              <a:spcBef>
                <a:spcPct val="0"/>
              </a:spcBef>
              <a:spcAft>
                <a:spcPct val="0"/>
              </a:spcAft>
              <a:defRPr sz="2400">
                <a:solidFill>
                  <a:srgbClr val="00FF00"/>
                </a:solidFill>
                <a:latin typeface=".VnArial" pitchFamily="34" charset="0"/>
              </a:defRPr>
            </a:lvl7pPr>
            <a:lvl8pPr marL="3429000" indent="-228600" eaLnBrk="0" fontAlgn="base" hangingPunct="0">
              <a:spcBef>
                <a:spcPct val="0"/>
              </a:spcBef>
              <a:spcAft>
                <a:spcPct val="0"/>
              </a:spcAft>
              <a:defRPr sz="2400">
                <a:solidFill>
                  <a:srgbClr val="00FF00"/>
                </a:solidFill>
                <a:latin typeface=".VnArial" pitchFamily="34" charset="0"/>
              </a:defRPr>
            </a:lvl8pPr>
            <a:lvl9pPr marL="3886200" indent="-228600" eaLnBrk="0" fontAlgn="base" hangingPunct="0">
              <a:spcBef>
                <a:spcPct val="0"/>
              </a:spcBef>
              <a:spcAft>
                <a:spcPct val="0"/>
              </a:spcAft>
              <a:defRPr sz="2400">
                <a:solidFill>
                  <a:srgbClr val="00FF00"/>
                </a:solidFill>
                <a:latin typeface=".VnArial" pitchFamily="34" charset="0"/>
              </a:defRPr>
            </a:lvl9pPr>
          </a:lstStyle>
          <a:p>
            <a:pPr algn="ctr" eaLnBrk="1" hangingPunct="1">
              <a:defRPr/>
            </a:pPr>
            <a:r>
              <a:rPr lang="en-US" altLang="ja-JP" sz="2800" b="1" dirty="0">
                <a:solidFill>
                  <a:srgbClr val="002060"/>
                </a:solidFill>
                <a:effectLst>
                  <a:outerShdw blurRad="38100" dist="38100" dir="2700000" algn="tl">
                    <a:srgbClr val="C0C0C0"/>
                  </a:outerShdw>
                </a:effectLst>
                <a:latin typeface="Arial" panose="020B0604020202020204" pitchFamily="34" charset="0"/>
                <a:cs typeface="Arial" panose="020B0604020202020204" pitchFamily="34" charset="0"/>
              </a:rPr>
              <a:t>N/c </a:t>
            </a:r>
            <a:r>
              <a:rPr lang="en-US" altLang="ja-JP" sz="2800" b="1" dirty="0" err="1">
                <a:solidFill>
                  <a:srgbClr val="002060"/>
                </a:solidFill>
                <a:effectLst>
                  <a:outerShdw blurRad="38100" dist="38100" dir="2700000" algn="tl">
                    <a:srgbClr val="C0C0C0"/>
                  </a:outerShdw>
                </a:effectLst>
                <a:latin typeface="Arial" panose="020B0604020202020204" pitchFamily="34" charset="0"/>
                <a:cs typeface="Arial" panose="020B0604020202020204" pitchFamily="34" charset="0"/>
              </a:rPr>
              <a:t>quy</a:t>
            </a:r>
            <a:r>
              <a:rPr lang="en-US" altLang="ja-JP" sz="2800" b="1" dirty="0">
                <a:solidFill>
                  <a:srgbClr val="002060"/>
                </a:solidFill>
                <a:effectLst>
                  <a:outerShdw blurRad="38100" dist="38100" dir="2700000" algn="tl">
                    <a:srgbClr val="C0C0C0"/>
                  </a:outerShdw>
                </a:effectLst>
                <a:latin typeface="Arial" panose="020B0604020202020204" pitchFamily="34" charset="0"/>
                <a:cs typeface="Arial" panose="020B0604020202020204" pitchFamily="34" charset="0"/>
              </a:rPr>
              <a:t> </a:t>
            </a:r>
            <a:r>
              <a:rPr lang="en-US" altLang="ja-JP" sz="2800" b="1" dirty="0" err="1">
                <a:solidFill>
                  <a:srgbClr val="002060"/>
                </a:solidFill>
                <a:effectLst>
                  <a:outerShdw blurRad="38100" dist="38100" dir="2700000" algn="tl">
                    <a:srgbClr val="C0C0C0"/>
                  </a:outerShdw>
                </a:effectLst>
                <a:latin typeface="Arial" panose="020B0604020202020204" pitchFamily="34" charset="0"/>
                <a:cs typeface="Arial" panose="020B0604020202020204" pitchFamily="34" charset="0"/>
              </a:rPr>
              <a:t>luật</a:t>
            </a:r>
            <a:r>
              <a:rPr lang="en-US" altLang="ja-JP" sz="2800" b="1" dirty="0">
                <a:solidFill>
                  <a:srgbClr val="002060"/>
                </a:solidFill>
                <a:effectLst>
                  <a:outerShdw blurRad="38100" dist="38100" dir="2700000" algn="tl">
                    <a:srgbClr val="C0C0C0"/>
                  </a:outerShdw>
                </a:effectLst>
                <a:latin typeface="Arial" panose="020B0604020202020204" pitchFamily="34" charset="0"/>
                <a:cs typeface="Arial" panose="020B0604020202020204" pitchFamily="34" charset="0"/>
              </a:rPr>
              <a:t> </a:t>
            </a:r>
            <a:r>
              <a:rPr lang="en-US" altLang="ja-JP" sz="2800" b="1" dirty="0" err="1">
                <a:solidFill>
                  <a:srgbClr val="002060"/>
                </a:solidFill>
                <a:effectLst>
                  <a:outerShdw blurRad="38100" dist="38100" dir="2700000" algn="tl">
                    <a:srgbClr val="C0C0C0"/>
                  </a:outerShdw>
                </a:effectLst>
                <a:latin typeface="Arial" panose="020B0604020202020204" pitchFamily="34" charset="0"/>
                <a:cs typeface="Arial" panose="020B0604020202020204" pitchFamily="34" charset="0"/>
              </a:rPr>
              <a:t>kinh</a:t>
            </a:r>
            <a:r>
              <a:rPr lang="en-US" altLang="ja-JP" sz="2800" b="1" dirty="0">
                <a:solidFill>
                  <a:srgbClr val="002060"/>
                </a:solidFill>
                <a:effectLst>
                  <a:outerShdw blurRad="38100" dist="38100" dir="2700000" algn="tl">
                    <a:srgbClr val="C0C0C0"/>
                  </a:outerShdw>
                </a:effectLst>
                <a:latin typeface="Arial" panose="020B0604020202020204" pitchFamily="34" charset="0"/>
                <a:cs typeface="Arial" panose="020B0604020202020204" pitchFamily="34" charset="0"/>
              </a:rPr>
              <a:t> </a:t>
            </a:r>
            <a:r>
              <a:rPr lang="en-US" altLang="ja-JP" sz="2800" b="1" dirty="0" err="1">
                <a:solidFill>
                  <a:srgbClr val="002060"/>
                </a:solidFill>
                <a:effectLst>
                  <a:outerShdw blurRad="38100" dist="38100" dir="2700000" algn="tl">
                    <a:srgbClr val="C0C0C0"/>
                  </a:outerShdw>
                </a:effectLst>
                <a:latin typeface="Arial" panose="020B0604020202020204" pitchFamily="34" charset="0"/>
                <a:cs typeface="Arial" panose="020B0604020202020204" pitchFamily="34" charset="0"/>
              </a:rPr>
              <a:t>tế</a:t>
            </a:r>
            <a:r>
              <a:rPr lang="en-US" altLang="ja-JP" sz="2800" b="1" dirty="0">
                <a:solidFill>
                  <a:srgbClr val="002060"/>
                </a:solidFill>
                <a:effectLst>
                  <a:outerShdw blurRad="38100" dist="38100" dir="2700000" algn="tl">
                    <a:srgbClr val="C0C0C0"/>
                  </a:outerShdw>
                </a:effectLst>
                <a:latin typeface="Arial" panose="020B0604020202020204" pitchFamily="34" charset="0"/>
                <a:cs typeface="Arial" panose="020B0604020202020204" pitchFamily="34" charset="0"/>
              </a:rPr>
              <a:t> </a:t>
            </a:r>
            <a:r>
              <a:rPr lang="en-US" altLang="ja-JP" sz="2800" b="1" dirty="0" err="1">
                <a:solidFill>
                  <a:srgbClr val="002060"/>
                </a:solidFill>
                <a:effectLst>
                  <a:outerShdw blurRad="38100" dist="38100" dir="2700000" algn="tl">
                    <a:srgbClr val="C0C0C0"/>
                  </a:outerShdw>
                </a:effectLst>
                <a:latin typeface="Arial" panose="020B0604020202020204" pitchFamily="34" charset="0"/>
                <a:cs typeface="Arial" panose="020B0604020202020204" pitchFamily="34" charset="0"/>
              </a:rPr>
              <a:t>trong</a:t>
            </a:r>
            <a:r>
              <a:rPr lang="en-US" altLang="ja-JP" sz="2800" b="1" dirty="0">
                <a:solidFill>
                  <a:srgbClr val="002060"/>
                </a:solidFill>
                <a:effectLst>
                  <a:outerShdw blurRad="38100" dist="38100" dir="2700000" algn="tl">
                    <a:srgbClr val="C0C0C0"/>
                  </a:outerShdw>
                </a:effectLst>
                <a:latin typeface="Arial" panose="020B0604020202020204" pitchFamily="34" charset="0"/>
                <a:cs typeface="Arial" panose="020B0604020202020204" pitchFamily="34" charset="0"/>
              </a:rPr>
              <a:t> </a:t>
            </a:r>
            <a:r>
              <a:rPr lang="en-US" altLang="ja-JP" sz="2800" b="1" dirty="0" err="1">
                <a:solidFill>
                  <a:srgbClr val="002060"/>
                </a:solidFill>
                <a:effectLst>
                  <a:outerShdw blurRad="38100" dist="38100" dir="2700000" algn="tl">
                    <a:srgbClr val="C0C0C0"/>
                  </a:outerShdw>
                </a:effectLst>
                <a:latin typeface="Arial" panose="020B0604020202020204" pitchFamily="34" charset="0"/>
                <a:cs typeface="Arial" panose="020B0604020202020204" pitchFamily="34" charset="0"/>
              </a:rPr>
              <a:t>quá</a:t>
            </a:r>
            <a:r>
              <a:rPr lang="en-US" altLang="ja-JP" sz="2800" b="1" dirty="0">
                <a:solidFill>
                  <a:srgbClr val="002060"/>
                </a:solidFill>
                <a:effectLst>
                  <a:outerShdw blurRad="38100" dist="38100" dir="2700000" algn="tl">
                    <a:srgbClr val="C0C0C0"/>
                  </a:outerShdw>
                </a:effectLst>
                <a:latin typeface="Arial" panose="020B0604020202020204" pitchFamily="34" charset="0"/>
                <a:cs typeface="Arial" panose="020B0604020202020204" pitchFamily="34" charset="0"/>
              </a:rPr>
              <a:t> </a:t>
            </a:r>
            <a:r>
              <a:rPr lang="en-US" altLang="ja-JP" sz="2800" b="1" dirty="0" err="1">
                <a:solidFill>
                  <a:srgbClr val="002060"/>
                </a:solidFill>
                <a:effectLst>
                  <a:outerShdw blurRad="38100" dist="38100" dir="2700000" algn="tl">
                    <a:srgbClr val="C0C0C0"/>
                  </a:outerShdw>
                </a:effectLst>
                <a:latin typeface="Arial" panose="020B0604020202020204" pitchFamily="34" charset="0"/>
                <a:cs typeface="Arial" panose="020B0604020202020204" pitchFamily="34" charset="0"/>
              </a:rPr>
              <a:t>trình</a:t>
            </a:r>
            <a:r>
              <a:rPr lang="en-US" altLang="ja-JP" sz="2800" b="1" dirty="0">
                <a:solidFill>
                  <a:srgbClr val="002060"/>
                </a:solidFill>
                <a:effectLst>
                  <a:outerShdw blurRad="38100" dist="38100" dir="2700000" algn="tl">
                    <a:srgbClr val="C0C0C0"/>
                  </a:outerShdw>
                </a:effectLst>
                <a:latin typeface="Arial" panose="020B0604020202020204" pitchFamily="34" charset="0"/>
                <a:cs typeface="Arial" panose="020B0604020202020204" pitchFamily="34" charset="0"/>
              </a:rPr>
              <a:t> SXVC </a:t>
            </a:r>
            <a:r>
              <a:rPr lang="en-US" altLang="ja-JP" sz="2800" b="1" dirty="0" err="1">
                <a:solidFill>
                  <a:srgbClr val="002060"/>
                </a:solidFill>
                <a:effectLst>
                  <a:outerShdw blurRad="38100" dist="38100" dir="2700000" algn="tl">
                    <a:srgbClr val="C0C0C0"/>
                  </a:outerShdw>
                </a:effectLst>
                <a:latin typeface="Arial" panose="020B0604020202020204" pitchFamily="34" charset="0"/>
                <a:cs typeface="Arial" panose="020B0604020202020204" pitchFamily="34" charset="0"/>
              </a:rPr>
              <a:t>của</a:t>
            </a:r>
            <a:r>
              <a:rPr lang="en-US" altLang="ja-JP" sz="2800" b="1" dirty="0">
                <a:solidFill>
                  <a:srgbClr val="002060"/>
                </a:solidFill>
                <a:effectLst>
                  <a:outerShdw blurRad="38100" dist="38100" dir="2700000" algn="tl">
                    <a:srgbClr val="C0C0C0"/>
                  </a:outerShdw>
                </a:effectLst>
                <a:latin typeface="Arial" panose="020B0604020202020204" pitchFamily="34" charset="0"/>
                <a:cs typeface="Arial" panose="020B0604020202020204" pitchFamily="34" charset="0"/>
              </a:rPr>
              <a:t> </a:t>
            </a:r>
            <a:r>
              <a:rPr lang="en-US" altLang="ja-JP" sz="2800" b="1" dirty="0">
                <a:solidFill>
                  <a:srgbClr val="FF0000"/>
                </a:solidFill>
                <a:effectLst>
                  <a:outerShdw blurRad="38100" dist="38100" dir="2700000" algn="tl">
                    <a:srgbClr val="C0C0C0"/>
                  </a:outerShdw>
                </a:effectLst>
                <a:latin typeface="Arial" panose="020B0604020202020204" pitchFamily="34" charset="0"/>
                <a:cs typeface="Arial" panose="020B0604020202020204" pitchFamily="34" charset="0"/>
              </a:rPr>
              <a:t>HT KT-XH TBCN </a:t>
            </a:r>
            <a:r>
              <a:rPr lang="en-US" altLang="ja-JP" sz="2800" b="1" dirty="0" err="1">
                <a:solidFill>
                  <a:srgbClr val="FF0000"/>
                </a:solidFill>
                <a:effectLst>
                  <a:outerShdw blurRad="38100" dist="38100" dir="2700000" algn="tl">
                    <a:srgbClr val="C0C0C0"/>
                  </a:outerShdw>
                </a:effectLst>
                <a:latin typeface="Arial" panose="020B0604020202020204" pitchFamily="34" charset="0"/>
                <a:cs typeface="Arial" panose="020B0604020202020204" pitchFamily="34" charset="0"/>
              </a:rPr>
              <a:t>và</a:t>
            </a:r>
            <a:r>
              <a:rPr lang="en-US" altLang="ja-JP" sz="2800" b="1" dirty="0">
                <a:solidFill>
                  <a:srgbClr val="FF0000"/>
                </a:solidFill>
                <a:effectLst>
                  <a:outerShdw blurRad="38100" dist="38100" dir="2700000" algn="tl">
                    <a:srgbClr val="C0C0C0"/>
                  </a:outerShdw>
                </a:effectLst>
                <a:latin typeface="Arial" panose="020B0604020202020204" pitchFamily="34" charset="0"/>
                <a:cs typeface="Arial" panose="020B0604020202020204" pitchFamily="34" charset="0"/>
              </a:rPr>
              <a:t> </a:t>
            </a:r>
            <a:r>
              <a:rPr lang="en-US" altLang="ja-JP" sz="2800" b="1" dirty="0" err="1">
                <a:solidFill>
                  <a:srgbClr val="FF0000"/>
                </a:solidFill>
                <a:effectLst>
                  <a:outerShdw blurRad="38100" dist="38100" dir="2700000" algn="tl">
                    <a:srgbClr val="C0C0C0"/>
                  </a:outerShdw>
                </a:effectLst>
                <a:latin typeface="Arial" panose="020B0604020202020204" pitchFamily="34" charset="0"/>
                <a:cs typeface="Arial" panose="020B0604020202020204" pitchFamily="34" charset="0"/>
              </a:rPr>
              <a:t>quá</a:t>
            </a:r>
            <a:r>
              <a:rPr lang="en-US" altLang="ja-JP" sz="2800" b="1" dirty="0">
                <a:solidFill>
                  <a:srgbClr val="FF0000"/>
                </a:solidFill>
                <a:effectLst>
                  <a:outerShdw blurRad="38100" dist="38100" dir="2700000" algn="tl">
                    <a:srgbClr val="C0C0C0"/>
                  </a:outerShdw>
                </a:effectLst>
                <a:latin typeface="Arial" panose="020B0604020202020204" pitchFamily="34" charset="0"/>
                <a:cs typeface="Arial" panose="020B0604020202020204" pitchFamily="34" charset="0"/>
              </a:rPr>
              <a:t> </a:t>
            </a:r>
            <a:r>
              <a:rPr lang="en-US" altLang="ja-JP" sz="2800" b="1" dirty="0" err="1">
                <a:solidFill>
                  <a:srgbClr val="FF0000"/>
                </a:solidFill>
                <a:effectLst>
                  <a:outerShdw blurRad="38100" dist="38100" dir="2700000" algn="tl">
                    <a:srgbClr val="C0C0C0"/>
                  </a:outerShdw>
                </a:effectLst>
                <a:latin typeface="Arial" panose="020B0604020202020204" pitchFamily="34" charset="0"/>
                <a:cs typeface="Arial" panose="020B0604020202020204" pitchFamily="34" charset="0"/>
              </a:rPr>
              <a:t>độ</a:t>
            </a:r>
            <a:r>
              <a:rPr lang="en-US" altLang="ja-JP" sz="2800" b="1" dirty="0">
                <a:solidFill>
                  <a:srgbClr val="FF0000"/>
                </a:solidFill>
                <a:effectLst>
                  <a:outerShdw blurRad="38100" dist="38100" dir="2700000" algn="tl">
                    <a:srgbClr val="C0C0C0"/>
                  </a:outerShdw>
                </a:effectLst>
                <a:latin typeface="Arial" panose="020B0604020202020204" pitchFamily="34" charset="0"/>
                <a:cs typeface="Arial" panose="020B0604020202020204" pitchFamily="34" charset="0"/>
              </a:rPr>
              <a:t> </a:t>
            </a:r>
            <a:r>
              <a:rPr lang="en-US" altLang="ja-JP" sz="2800" b="1" dirty="0" err="1">
                <a:solidFill>
                  <a:srgbClr val="FF0000"/>
                </a:solidFill>
                <a:effectLst>
                  <a:outerShdw blurRad="38100" dist="38100" dir="2700000" algn="tl">
                    <a:srgbClr val="C0C0C0"/>
                  </a:outerShdw>
                </a:effectLst>
                <a:latin typeface="Arial" panose="020B0604020202020204" pitchFamily="34" charset="0"/>
                <a:cs typeface="Arial" panose="020B0604020202020204" pitchFamily="34" charset="0"/>
              </a:rPr>
              <a:t>lên</a:t>
            </a:r>
            <a:r>
              <a:rPr lang="en-US" altLang="ja-JP" sz="2800" b="1" dirty="0">
                <a:solidFill>
                  <a:srgbClr val="FF0000"/>
                </a:solidFill>
                <a:effectLst>
                  <a:outerShdw blurRad="38100" dist="38100" dir="2700000" algn="tl">
                    <a:srgbClr val="C0C0C0"/>
                  </a:outerShdw>
                </a:effectLst>
                <a:latin typeface="Arial" panose="020B0604020202020204" pitchFamily="34" charset="0"/>
                <a:cs typeface="Arial" panose="020B0604020202020204" pitchFamily="34" charset="0"/>
              </a:rPr>
              <a:t> CNXH</a:t>
            </a:r>
            <a:endParaRPr lang="en-US" altLang="en-US" sz="2800" b="1" dirty="0">
              <a:solidFill>
                <a:srgbClr val="FF0000"/>
              </a:solidFill>
              <a:effectLst>
                <a:outerShdw blurRad="38100" dist="38100" dir="2700000" algn="tl">
                  <a:srgbClr val="C0C0C0"/>
                </a:outerShdw>
              </a:effectLst>
              <a:latin typeface="Arial" panose="020B0604020202020204" pitchFamily="34" charset="0"/>
              <a:cs typeface="Arial" panose="020B0604020202020204" pitchFamily="34" charset="0"/>
            </a:endParaRPr>
          </a:p>
        </p:txBody>
      </p:sp>
      <p:sp>
        <p:nvSpPr>
          <p:cNvPr id="18" name="Text Box 15"/>
          <p:cNvSpPr txBox="1">
            <a:spLocks noChangeArrowheads="1"/>
          </p:cNvSpPr>
          <p:nvPr/>
        </p:nvSpPr>
        <p:spPr bwMode="auto">
          <a:xfrm>
            <a:off x="8112126" y="3287713"/>
            <a:ext cx="2098675" cy="2246312"/>
          </a:xfrm>
          <a:prstGeom prst="rect">
            <a:avLst/>
          </a:prstGeom>
          <a:ln>
            <a:headEnd type="none" w="sm" len="sm"/>
            <a:tailEnd type="none" w="sm" len="sm"/>
          </a:ln>
        </p:spPr>
        <p:style>
          <a:lnRef idx="1">
            <a:schemeClr val="accent6"/>
          </a:lnRef>
          <a:fillRef idx="2">
            <a:schemeClr val="accent6"/>
          </a:fillRef>
          <a:effectRef idx="1">
            <a:schemeClr val="accent6"/>
          </a:effectRef>
          <a:fontRef idx="minor">
            <a:schemeClr val="dk1"/>
          </a:fontRef>
        </p:style>
        <p:txBody>
          <a:bodyPr>
            <a:spAutoFit/>
          </a:bodyPr>
          <a:lstStyle>
            <a:lvl1pPr eaLnBrk="0" hangingPunct="0">
              <a:spcBef>
                <a:spcPct val="20000"/>
              </a:spcBef>
              <a:buFont typeface="Arial" pitchFamily="34" charset="0"/>
              <a:buChar char="•"/>
              <a:defRPr sz="3200">
                <a:solidFill>
                  <a:schemeClr val="tx1"/>
                </a:solidFill>
                <a:latin typeface="Calibri" pitchFamily="34" charset="0"/>
              </a:defRPr>
            </a:lvl1pPr>
            <a:lvl2pPr marL="742950" indent="-285750" eaLnBrk="0" hangingPunct="0">
              <a:spcBef>
                <a:spcPct val="20000"/>
              </a:spcBef>
              <a:buFont typeface="Arial" pitchFamily="34" charset="0"/>
              <a:buChar char="–"/>
              <a:defRPr sz="2800">
                <a:solidFill>
                  <a:schemeClr val="tx1"/>
                </a:solidFill>
                <a:latin typeface="Calibri" pitchFamily="34" charset="0"/>
              </a:defRPr>
            </a:lvl2pPr>
            <a:lvl3pPr marL="1143000" indent="-228600" eaLnBrk="0" hangingPunct="0">
              <a:spcBef>
                <a:spcPct val="20000"/>
              </a:spcBef>
              <a:buFont typeface="Arial" pitchFamily="34" charset="0"/>
              <a:buChar char="•"/>
              <a:defRPr sz="2400">
                <a:solidFill>
                  <a:schemeClr val="tx1"/>
                </a:solidFill>
                <a:latin typeface="Calibri" pitchFamily="34" charset="0"/>
              </a:defRPr>
            </a:lvl3pPr>
            <a:lvl4pPr marL="1600200" indent="-228600" eaLnBrk="0" hangingPunct="0">
              <a:spcBef>
                <a:spcPct val="20000"/>
              </a:spcBef>
              <a:buFont typeface="Arial" pitchFamily="34" charset="0"/>
              <a:buChar char="–"/>
              <a:defRPr sz="2000">
                <a:solidFill>
                  <a:schemeClr val="tx1"/>
                </a:solidFill>
                <a:latin typeface="Calibri" pitchFamily="34" charset="0"/>
              </a:defRPr>
            </a:lvl4pPr>
            <a:lvl5pPr marL="2057400" indent="-228600" eaLnBrk="0" hangingPunct="0">
              <a:spcBef>
                <a:spcPct val="20000"/>
              </a:spcBef>
              <a:buFont typeface="Arial" pitchFamily="34"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9pPr>
          </a:lstStyle>
          <a:p>
            <a:pPr algn="ctr" eaLnBrk="1" hangingPunct="1">
              <a:spcBef>
                <a:spcPct val="50000"/>
              </a:spcBef>
              <a:buFontTx/>
              <a:buNone/>
              <a:defRPr/>
            </a:pPr>
            <a:r>
              <a:rPr lang="en-US" altLang="en-US" sz="2800" b="1" dirty="0">
                <a:solidFill>
                  <a:srgbClr val="000000"/>
                </a:solidFill>
                <a:latin typeface="Arial" panose="020B0604020202020204" pitchFamily="34" charset="0"/>
                <a:cs typeface="Arial" panose="020B0604020202020204" pitchFamily="34" charset="0"/>
              </a:rPr>
              <a:t>N/c </a:t>
            </a:r>
            <a:r>
              <a:rPr lang="en-US" altLang="en-US" sz="2800" b="1" dirty="0" err="1">
                <a:solidFill>
                  <a:srgbClr val="000000"/>
                </a:solidFill>
                <a:latin typeface="Arial" panose="020B0604020202020204" pitchFamily="34" charset="0"/>
                <a:cs typeface="Arial" panose="020B0604020202020204" pitchFamily="34" charset="0"/>
              </a:rPr>
              <a:t>những</a:t>
            </a:r>
            <a:r>
              <a:rPr lang="en-US" altLang="en-US" sz="2800" b="1" dirty="0">
                <a:solidFill>
                  <a:srgbClr val="000000"/>
                </a:solidFill>
                <a:latin typeface="Arial" panose="020B0604020202020204" pitchFamily="34" charset="0"/>
                <a:cs typeface="Arial" panose="020B0604020202020204" pitchFamily="34" charset="0"/>
              </a:rPr>
              <a:t> </a:t>
            </a:r>
            <a:r>
              <a:rPr lang="en-US" altLang="en-US" sz="2800" b="1" dirty="0" err="1">
                <a:solidFill>
                  <a:srgbClr val="000000"/>
                </a:solidFill>
                <a:latin typeface="Arial" panose="020B0604020202020204" pitchFamily="34" charset="0"/>
                <a:cs typeface="Arial" panose="020B0604020202020204" pitchFamily="34" charset="0"/>
              </a:rPr>
              <a:t>quy</a:t>
            </a:r>
            <a:r>
              <a:rPr lang="en-US" altLang="en-US" sz="2800" b="1" dirty="0">
                <a:solidFill>
                  <a:srgbClr val="000000"/>
                </a:solidFill>
                <a:latin typeface="Arial" panose="020B0604020202020204" pitchFamily="34" charset="0"/>
                <a:cs typeface="Arial" panose="020B0604020202020204" pitchFamily="34" charset="0"/>
              </a:rPr>
              <a:t> </a:t>
            </a:r>
            <a:r>
              <a:rPr lang="en-US" altLang="en-US" sz="2800" b="1" dirty="0" err="1">
                <a:solidFill>
                  <a:srgbClr val="000000"/>
                </a:solidFill>
                <a:latin typeface="Arial" panose="020B0604020202020204" pitchFamily="34" charset="0"/>
                <a:cs typeface="Arial" panose="020B0604020202020204" pitchFamily="34" charset="0"/>
              </a:rPr>
              <a:t>luật</a:t>
            </a:r>
            <a:r>
              <a:rPr lang="en-US" altLang="en-US" sz="2800" b="1" dirty="0">
                <a:solidFill>
                  <a:srgbClr val="000000"/>
                </a:solidFill>
                <a:latin typeface="Arial" panose="020B0604020202020204" pitchFamily="34" charset="0"/>
                <a:cs typeface="Arial" panose="020B0604020202020204" pitchFamily="34" charset="0"/>
              </a:rPr>
              <a:t> CT – XH </a:t>
            </a:r>
            <a:r>
              <a:rPr lang="en-US" altLang="en-US" sz="2800" b="1" dirty="0" err="1">
                <a:solidFill>
                  <a:srgbClr val="000000"/>
                </a:solidFill>
                <a:latin typeface="Arial" panose="020B0604020202020204" pitchFamily="34" charset="0"/>
                <a:cs typeface="Arial" panose="020B0604020202020204" pitchFamily="34" charset="0"/>
              </a:rPr>
              <a:t>của</a:t>
            </a:r>
            <a:r>
              <a:rPr lang="en-US" altLang="en-US" sz="2800" b="1" dirty="0">
                <a:solidFill>
                  <a:srgbClr val="000000"/>
                </a:solidFill>
                <a:latin typeface="Arial" panose="020B0604020202020204" pitchFamily="34" charset="0"/>
                <a:cs typeface="Arial" panose="020B0604020202020204" pitchFamily="34" charset="0"/>
              </a:rPr>
              <a:t> </a:t>
            </a:r>
            <a:r>
              <a:rPr lang="en-US" altLang="en-US" sz="2800" b="1" dirty="0">
                <a:solidFill>
                  <a:srgbClr val="FF0000"/>
                </a:solidFill>
                <a:latin typeface="Arial" panose="020B0604020202020204" pitchFamily="34" charset="0"/>
                <a:cs typeface="Arial" panose="020B0604020202020204" pitchFamily="34" charset="0"/>
              </a:rPr>
              <a:t>HT KT-XH CSCN</a:t>
            </a:r>
          </a:p>
        </p:txBody>
      </p:sp>
    </p:spTree>
    <p:extLst>
      <p:ext uri="{BB962C8B-B14F-4D97-AF65-F5344CB8AC3E}">
        <p14:creationId xmlns:p14="http://schemas.microsoft.com/office/powerpoint/2010/main" val="121798290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83347"/>
                                        </p:tgtEl>
                                        <p:attrNameLst>
                                          <p:attrName>style.visibility</p:attrName>
                                        </p:attrNameLst>
                                      </p:cBhvr>
                                      <p:to>
                                        <p:strVal val="visible"/>
                                      </p:to>
                                    </p:set>
                                    <p:animEffect transition="in" filter="fade">
                                      <p:cBhvr>
                                        <p:cTn id="7" dur="500"/>
                                        <p:tgtEl>
                                          <p:spTgt spid="48334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483346"/>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483348"/>
                                        </p:tgtEl>
                                        <p:attrNameLst>
                                          <p:attrName>style.visibility</p:attrName>
                                        </p:attrNameLst>
                                      </p:cBhvr>
                                      <p:to>
                                        <p:strVal val="visible"/>
                                      </p:to>
                                    </p:set>
                                  </p:childTnLst>
                                </p:cTn>
                              </p:par>
                            </p:childTnLst>
                          </p:cTn>
                        </p:par>
                      </p:childTnLst>
                    </p:cTn>
                  </p:par>
                  <p:par>
                    <p:cTn id="16" fill="hold" nodeType="clickPar">
                      <p:stCondLst>
                        <p:cond delay="indefinite"/>
                      </p:stCondLst>
                      <p:childTnLst>
                        <p:par>
                          <p:cTn id="17" fill="hold" nodeType="withGroup">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483333"/>
                                        </p:tgtEl>
                                        <p:attrNameLst>
                                          <p:attrName>style.visibility</p:attrName>
                                        </p:attrNameLst>
                                      </p:cBhvr>
                                      <p:to>
                                        <p:strVal val="visible"/>
                                      </p:to>
                                    </p:set>
                                  </p:childTnLst>
                                </p:cTn>
                              </p:par>
                            </p:childTnLst>
                          </p:cTn>
                        </p:par>
                      </p:childTnLst>
                    </p:cTn>
                  </p:par>
                  <p:par>
                    <p:cTn id="20" fill="hold" nodeType="clickPar">
                      <p:stCondLst>
                        <p:cond delay="indefinite"/>
                      </p:stCondLst>
                      <p:childTnLst>
                        <p:par>
                          <p:cTn id="21" fill="hold" nodeType="withGroup">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483334"/>
                                        </p:tgtEl>
                                        <p:attrNameLst>
                                          <p:attrName>style.visibility</p:attrName>
                                        </p:attrNameLst>
                                      </p:cBhvr>
                                      <p:to>
                                        <p:strVal val="visible"/>
                                      </p:to>
                                    </p:set>
                                    <p:animEffect transition="in" filter="fade">
                                      <p:cBhvr>
                                        <p:cTn id="24" dur="500"/>
                                        <p:tgtEl>
                                          <p:spTgt spid="483334"/>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483335"/>
                                        </p:tgtEl>
                                        <p:attrNameLst>
                                          <p:attrName>style.visibility</p:attrName>
                                        </p:attrNameLst>
                                      </p:cBhvr>
                                      <p:to>
                                        <p:strVal val="visible"/>
                                      </p:to>
                                    </p:set>
                                    <p:animEffect transition="in" filter="fade">
                                      <p:cBhvr>
                                        <p:cTn id="29" dur="500"/>
                                        <p:tgtEl>
                                          <p:spTgt spid="483335"/>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483353"/>
                                        </p:tgtEl>
                                        <p:attrNameLst>
                                          <p:attrName>style.visibility</p:attrName>
                                        </p:attrNameLst>
                                      </p:cBhvr>
                                      <p:to>
                                        <p:strVal val="visible"/>
                                      </p:to>
                                    </p:set>
                                  </p:childTnLst>
                                </p:cTn>
                              </p:par>
                            </p:childTnLst>
                          </p:cTn>
                        </p:par>
                      </p:childTnLst>
                    </p:cTn>
                  </p:par>
                  <p:par>
                    <p:cTn id="34" fill="hold" nodeType="clickPar">
                      <p:stCondLst>
                        <p:cond delay="indefinite"/>
                      </p:stCondLst>
                      <p:childTnLst>
                        <p:par>
                          <p:cTn id="35" fill="hold" nodeType="withGroup">
                            <p:stCondLst>
                              <p:cond delay="0"/>
                            </p:stCondLst>
                            <p:childTnLst>
                              <p:par>
                                <p:cTn id="36" presetID="2" presetClass="entr" presetSubtype="4" fill="hold" grpId="0" nodeType="clickEffect">
                                  <p:stCondLst>
                                    <p:cond delay="0"/>
                                  </p:stCondLst>
                                  <p:childTnLst>
                                    <p:set>
                                      <p:cBhvr>
                                        <p:cTn id="37" dur="1" fill="hold">
                                          <p:stCondLst>
                                            <p:cond delay="0"/>
                                          </p:stCondLst>
                                        </p:cTn>
                                        <p:tgtEl>
                                          <p:spTgt spid="483354"/>
                                        </p:tgtEl>
                                        <p:attrNameLst>
                                          <p:attrName>style.visibility</p:attrName>
                                        </p:attrNameLst>
                                      </p:cBhvr>
                                      <p:to>
                                        <p:strVal val="visible"/>
                                      </p:to>
                                    </p:set>
                                    <p:anim calcmode="lin" valueType="num">
                                      <p:cBhvr additive="base">
                                        <p:cTn id="38" dur="500" fill="hold"/>
                                        <p:tgtEl>
                                          <p:spTgt spid="483354"/>
                                        </p:tgtEl>
                                        <p:attrNameLst>
                                          <p:attrName>ppt_x</p:attrName>
                                        </p:attrNameLst>
                                      </p:cBhvr>
                                      <p:tavLst>
                                        <p:tav tm="0">
                                          <p:val>
                                            <p:strVal val="#ppt_x"/>
                                          </p:val>
                                        </p:tav>
                                        <p:tav tm="100000">
                                          <p:val>
                                            <p:strVal val="#ppt_x"/>
                                          </p:val>
                                        </p:tav>
                                      </p:tavLst>
                                    </p:anim>
                                    <p:anim calcmode="lin" valueType="num">
                                      <p:cBhvr additive="base">
                                        <p:cTn id="39" dur="500" fill="hold"/>
                                        <p:tgtEl>
                                          <p:spTgt spid="483354"/>
                                        </p:tgtEl>
                                        <p:attrNameLst>
                                          <p:attrName>ppt_y</p:attrName>
                                        </p:attrNameLst>
                                      </p:cBhvr>
                                      <p:tavLst>
                                        <p:tav tm="0">
                                          <p:val>
                                            <p:strVal val="1+#ppt_h/2"/>
                                          </p:val>
                                        </p:tav>
                                        <p:tav tm="100000">
                                          <p:val>
                                            <p:strVal val="#ppt_y"/>
                                          </p:val>
                                        </p:tav>
                                      </p:tavLst>
                                    </p:anim>
                                  </p:childTnLst>
                                </p:cTn>
                              </p:par>
                            </p:childTnLst>
                          </p:cTn>
                        </p:par>
                      </p:childTnLst>
                    </p:cTn>
                  </p:par>
                  <p:par>
                    <p:cTn id="40" fill="hold" nodeType="clickPar">
                      <p:stCondLst>
                        <p:cond delay="indefinite"/>
                      </p:stCondLst>
                      <p:childTnLst>
                        <p:par>
                          <p:cTn id="41" fill="hold" nodeType="withGroup">
                            <p:stCondLst>
                              <p:cond delay="0"/>
                            </p:stCondLst>
                            <p:childTnLst>
                              <p:par>
                                <p:cTn id="42" presetID="2" presetClass="entr" presetSubtype="4" fill="hold" grpId="0" nodeType="clickEffect">
                                  <p:stCondLst>
                                    <p:cond delay="0"/>
                                  </p:stCondLst>
                                  <p:childTnLst>
                                    <p:set>
                                      <p:cBhvr>
                                        <p:cTn id="43" dur="1" fill="hold">
                                          <p:stCondLst>
                                            <p:cond delay="0"/>
                                          </p:stCondLst>
                                        </p:cTn>
                                        <p:tgtEl>
                                          <p:spTgt spid="15"/>
                                        </p:tgtEl>
                                        <p:attrNameLst>
                                          <p:attrName>style.visibility</p:attrName>
                                        </p:attrNameLst>
                                      </p:cBhvr>
                                      <p:to>
                                        <p:strVal val="visible"/>
                                      </p:to>
                                    </p:set>
                                    <p:anim calcmode="lin" valueType="num">
                                      <p:cBhvr additive="base">
                                        <p:cTn id="44" dur="500" fill="hold"/>
                                        <p:tgtEl>
                                          <p:spTgt spid="15"/>
                                        </p:tgtEl>
                                        <p:attrNameLst>
                                          <p:attrName>ppt_x</p:attrName>
                                        </p:attrNameLst>
                                      </p:cBhvr>
                                      <p:tavLst>
                                        <p:tav tm="0">
                                          <p:val>
                                            <p:strVal val="#ppt_x"/>
                                          </p:val>
                                        </p:tav>
                                        <p:tav tm="100000">
                                          <p:val>
                                            <p:strVal val="#ppt_x"/>
                                          </p:val>
                                        </p:tav>
                                      </p:tavLst>
                                    </p:anim>
                                    <p:anim calcmode="lin" valueType="num">
                                      <p:cBhvr additive="base">
                                        <p:cTn id="45"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46" fill="hold" nodeType="clickPar">
                      <p:stCondLst>
                        <p:cond delay="indefinite"/>
                      </p:stCondLst>
                      <p:childTnLst>
                        <p:par>
                          <p:cTn id="47" fill="hold" nodeType="withGroup">
                            <p:stCondLst>
                              <p:cond delay="0"/>
                            </p:stCondLst>
                            <p:childTnLst>
                              <p:par>
                                <p:cTn id="48" presetID="2" presetClass="entr" presetSubtype="4" fill="hold" grpId="0" nodeType="clickEffect">
                                  <p:stCondLst>
                                    <p:cond delay="0"/>
                                  </p:stCondLst>
                                  <p:childTnLst>
                                    <p:set>
                                      <p:cBhvr>
                                        <p:cTn id="49" dur="1" fill="hold">
                                          <p:stCondLst>
                                            <p:cond delay="0"/>
                                          </p:stCondLst>
                                        </p:cTn>
                                        <p:tgtEl>
                                          <p:spTgt spid="16"/>
                                        </p:tgtEl>
                                        <p:attrNameLst>
                                          <p:attrName>style.visibility</p:attrName>
                                        </p:attrNameLst>
                                      </p:cBhvr>
                                      <p:to>
                                        <p:strVal val="visible"/>
                                      </p:to>
                                    </p:set>
                                    <p:anim calcmode="lin" valueType="num">
                                      <p:cBhvr additive="base">
                                        <p:cTn id="50" dur="500" fill="hold"/>
                                        <p:tgtEl>
                                          <p:spTgt spid="16"/>
                                        </p:tgtEl>
                                        <p:attrNameLst>
                                          <p:attrName>ppt_x</p:attrName>
                                        </p:attrNameLst>
                                      </p:cBhvr>
                                      <p:tavLst>
                                        <p:tav tm="0">
                                          <p:val>
                                            <p:strVal val="#ppt_x"/>
                                          </p:val>
                                        </p:tav>
                                        <p:tav tm="100000">
                                          <p:val>
                                            <p:strVal val="#ppt_x"/>
                                          </p:val>
                                        </p:tav>
                                      </p:tavLst>
                                    </p:anim>
                                    <p:anim calcmode="lin" valueType="num">
                                      <p:cBhvr additive="base">
                                        <p:cTn id="51"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52" fill="hold" nodeType="clickPar">
                      <p:stCondLst>
                        <p:cond delay="indefinite"/>
                      </p:stCondLst>
                      <p:childTnLst>
                        <p:par>
                          <p:cTn id="53" fill="hold" nodeType="withGroup">
                            <p:stCondLst>
                              <p:cond delay="0"/>
                            </p:stCondLst>
                            <p:childTnLst>
                              <p:par>
                                <p:cTn id="54" presetID="2" presetClass="entr" presetSubtype="4" fill="hold" grpId="0" nodeType="clickEffect">
                                  <p:stCondLst>
                                    <p:cond delay="0"/>
                                  </p:stCondLst>
                                  <p:childTnLst>
                                    <p:set>
                                      <p:cBhvr>
                                        <p:cTn id="55" dur="1" fill="hold">
                                          <p:stCondLst>
                                            <p:cond delay="0"/>
                                          </p:stCondLst>
                                        </p:cTn>
                                        <p:tgtEl>
                                          <p:spTgt spid="17"/>
                                        </p:tgtEl>
                                        <p:attrNameLst>
                                          <p:attrName>style.visibility</p:attrName>
                                        </p:attrNameLst>
                                      </p:cBhvr>
                                      <p:to>
                                        <p:strVal val="visible"/>
                                      </p:to>
                                    </p:set>
                                    <p:anim calcmode="lin" valueType="num">
                                      <p:cBhvr additive="base">
                                        <p:cTn id="56" dur="500" fill="hold"/>
                                        <p:tgtEl>
                                          <p:spTgt spid="17"/>
                                        </p:tgtEl>
                                        <p:attrNameLst>
                                          <p:attrName>ppt_x</p:attrName>
                                        </p:attrNameLst>
                                      </p:cBhvr>
                                      <p:tavLst>
                                        <p:tav tm="0">
                                          <p:val>
                                            <p:strVal val="#ppt_x"/>
                                          </p:val>
                                        </p:tav>
                                        <p:tav tm="100000">
                                          <p:val>
                                            <p:strVal val="#ppt_x"/>
                                          </p:val>
                                        </p:tav>
                                      </p:tavLst>
                                    </p:anim>
                                    <p:anim calcmode="lin" valueType="num">
                                      <p:cBhvr additive="base">
                                        <p:cTn id="57"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58" fill="hold" nodeType="clickPar">
                      <p:stCondLst>
                        <p:cond delay="indefinite"/>
                      </p:stCondLst>
                      <p:childTnLst>
                        <p:par>
                          <p:cTn id="59" fill="hold" nodeType="withGroup">
                            <p:stCondLst>
                              <p:cond delay="0"/>
                            </p:stCondLst>
                            <p:childTnLst>
                              <p:par>
                                <p:cTn id="60" presetID="2" presetClass="entr" presetSubtype="4" fill="hold" grpId="0" nodeType="clickEffect">
                                  <p:stCondLst>
                                    <p:cond delay="0"/>
                                  </p:stCondLst>
                                  <p:childTnLst>
                                    <p:set>
                                      <p:cBhvr>
                                        <p:cTn id="61" dur="1" fill="hold">
                                          <p:stCondLst>
                                            <p:cond delay="0"/>
                                          </p:stCondLst>
                                        </p:cTn>
                                        <p:tgtEl>
                                          <p:spTgt spid="18"/>
                                        </p:tgtEl>
                                        <p:attrNameLst>
                                          <p:attrName>style.visibility</p:attrName>
                                        </p:attrNameLst>
                                      </p:cBhvr>
                                      <p:to>
                                        <p:strVal val="visible"/>
                                      </p:to>
                                    </p:set>
                                    <p:anim calcmode="lin" valueType="num">
                                      <p:cBhvr additive="base">
                                        <p:cTn id="62" dur="500" fill="hold"/>
                                        <p:tgtEl>
                                          <p:spTgt spid="18"/>
                                        </p:tgtEl>
                                        <p:attrNameLst>
                                          <p:attrName>ppt_x</p:attrName>
                                        </p:attrNameLst>
                                      </p:cBhvr>
                                      <p:tavLst>
                                        <p:tav tm="0">
                                          <p:val>
                                            <p:strVal val="#ppt_x"/>
                                          </p:val>
                                        </p:tav>
                                        <p:tav tm="100000">
                                          <p:val>
                                            <p:strVal val="#ppt_x"/>
                                          </p:val>
                                        </p:tav>
                                      </p:tavLst>
                                    </p:anim>
                                    <p:anim calcmode="lin" valueType="num">
                                      <p:cBhvr additive="base">
                                        <p:cTn id="63"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3333" grpId="0" animBg="1"/>
      <p:bldP spid="483334" grpId="0" animBg="1"/>
      <p:bldP spid="483335" grpId="0" animBg="1"/>
      <p:bldP spid="483346" grpId="0" animBg="1"/>
      <p:bldP spid="483347" grpId="0" animBg="1"/>
      <p:bldP spid="483348" grpId="0" animBg="1"/>
      <p:bldP spid="483353" grpId="0" animBg="1"/>
      <p:bldP spid="483354" grpId="0" animBg="1"/>
      <p:bldP spid="15" grpId="0" animBg="1"/>
      <p:bldP spid="16" grpId="0" animBg="1"/>
      <p:bldP spid="17" grpId="0" animBg="1"/>
      <p:bldP spid="18" grpId="0" animBg="1"/>
    </p:bld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8902" name="Rectangle 6"/>
          <p:cNvSpPr>
            <a:spLocks noGrp="1" noChangeArrowheads="1"/>
          </p:cNvSpPr>
          <p:nvPr>
            <p:ph idx="1"/>
          </p:nvPr>
        </p:nvSpPr>
        <p:spPr>
          <a:xfrm>
            <a:off x="362607" y="685800"/>
            <a:ext cx="11414234" cy="5638800"/>
          </a:xfrm>
        </p:spPr>
        <p:txBody>
          <a:bodyPr rtlCol="0">
            <a:normAutofit/>
          </a:bodyPr>
          <a:lstStyle/>
          <a:p>
            <a:pPr marL="0" indent="0" algn="ctr">
              <a:buNone/>
              <a:defRPr/>
            </a:pPr>
            <a:r>
              <a:rPr lang="en-US" b="1" dirty="0" smtClean="0">
                <a:latin typeface="Times New Roman" panose="02020603050405020304" pitchFamily="18" charset="0"/>
                <a:cs typeface="Times New Roman" panose="02020603050405020304" pitchFamily="18" charset="0"/>
              </a:rPr>
              <a:t>NỘI DUNG CHÍNH</a:t>
            </a:r>
          </a:p>
          <a:p>
            <a:pPr marL="514350" indent="-514350">
              <a:buFont typeface="+mj-lt"/>
              <a:buAutoNum type="arabicPeriod"/>
              <a:defRPr/>
            </a:pPr>
            <a:endParaRPr lang="en-US" dirty="0" smtClean="0"/>
          </a:p>
          <a:p>
            <a:pPr marL="514350" indent="-514350" algn="just">
              <a:lnSpc>
                <a:spcPts val="4700"/>
              </a:lnSpc>
              <a:spcBef>
                <a:spcPts val="1800"/>
              </a:spcBef>
              <a:buFont typeface="Arial" panose="020B0604020202020204" pitchFamily="34" charset="0"/>
              <a:buAutoNum type="arabicPeriod"/>
              <a:defRPr/>
            </a:pPr>
            <a:r>
              <a:rPr lang="en-US" b="1" dirty="0">
                <a:latin typeface="Times New Roman" panose="02020603050405020304" pitchFamily="18" charset="0"/>
                <a:cs typeface="Times New Roman" panose="02020603050405020304" pitchFamily="18" charset="0"/>
              </a:rPr>
              <a:t>SỰ RA ĐỜI CỦA CNXH KHOA HỌC</a:t>
            </a:r>
          </a:p>
          <a:p>
            <a:pPr marL="514350" indent="-514350" algn="just">
              <a:lnSpc>
                <a:spcPts val="4700"/>
              </a:lnSpc>
              <a:spcBef>
                <a:spcPts val="1800"/>
              </a:spcBef>
              <a:buFont typeface="Arial" panose="020B0604020202020204" pitchFamily="34" charset="0"/>
              <a:buAutoNum type="arabicPeriod"/>
              <a:defRPr/>
            </a:pPr>
            <a:r>
              <a:rPr lang="en-US" b="1" dirty="0">
                <a:latin typeface="Times New Roman" panose="02020603050405020304" pitchFamily="18" charset="0"/>
                <a:cs typeface="Times New Roman" panose="02020603050405020304" pitchFamily="18" charset="0"/>
              </a:rPr>
              <a:t>CÁC GIAI ĐOẠN PHÁT TRIỂN </a:t>
            </a:r>
            <a:r>
              <a:rPr lang="en-US" b="1" dirty="0" smtClean="0">
                <a:latin typeface="Times New Roman" panose="02020603050405020304" pitchFamily="18" charset="0"/>
                <a:cs typeface="Times New Roman" panose="02020603050405020304" pitchFamily="18" charset="0"/>
              </a:rPr>
              <a:t>CƠ BẢN CỦA </a:t>
            </a:r>
            <a:r>
              <a:rPr lang="en-US" b="1" dirty="0">
                <a:latin typeface="Times New Roman" panose="02020603050405020304" pitchFamily="18" charset="0"/>
                <a:cs typeface="Times New Roman" panose="02020603050405020304" pitchFamily="18" charset="0"/>
              </a:rPr>
              <a:t>CNXHKH</a:t>
            </a:r>
          </a:p>
          <a:p>
            <a:pPr marL="514350" indent="-514350" algn="just">
              <a:lnSpc>
                <a:spcPts val="4700"/>
              </a:lnSpc>
              <a:spcBef>
                <a:spcPts val="1800"/>
              </a:spcBef>
              <a:buFont typeface="Arial" panose="020B0604020202020204" pitchFamily="34" charset="0"/>
              <a:buAutoNum type="arabicPeriod"/>
              <a:defRPr/>
            </a:pPr>
            <a:r>
              <a:rPr lang="en-US" b="1" dirty="0">
                <a:latin typeface="Times New Roman" panose="02020603050405020304" pitchFamily="18" charset="0"/>
                <a:cs typeface="Times New Roman" panose="02020603050405020304" pitchFamily="18" charset="0"/>
              </a:rPr>
              <a:t>ĐỐI TƯỢNG, PHƯƠNG PHÁP VÀ Ý NGHĨA CỦA VIỆC NGHIÊN CỨU CNXHKH</a:t>
            </a:r>
          </a:p>
          <a:p>
            <a:pPr marL="0" indent="0" algn="just">
              <a:lnSpc>
                <a:spcPts val="4700"/>
              </a:lnSpc>
              <a:spcBef>
                <a:spcPts val="1800"/>
              </a:spcBef>
              <a:buNone/>
              <a:defRPr/>
            </a:pPr>
            <a:endParaRPr lang="en-US" b="1" dirty="0">
              <a:latin typeface="Times New Roman" panose="02020603050405020304" pitchFamily="18" charset="0"/>
              <a:cs typeface="Times New Roman" panose="02020603050405020304" pitchFamily="18" charset="0"/>
            </a:endParaRPr>
          </a:p>
          <a:p>
            <a:pPr marL="514350" indent="-514350">
              <a:buFont typeface="Arial" panose="020B0604020202020204" pitchFamily="34" charset="0"/>
              <a:buAutoNum type="arabicPeriod"/>
              <a:defRPr/>
            </a:pPr>
            <a:endParaRPr lang="en-US" b="1" dirty="0" smtClean="0">
              <a:latin typeface="Times New Roman" panose="02020603050405020304" pitchFamily="18" charset="0"/>
              <a:cs typeface="Times New Roman" panose="02020603050405020304" pitchFamily="18" charset="0"/>
            </a:endParaRPr>
          </a:p>
          <a:p>
            <a:pPr marL="0" indent="0" algn="just">
              <a:lnSpc>
                <a:spcPct val="125000"/>
              </a:lnSpc>
              <a:spcBef>
                <a:spcPct val="30000"/>
              </a:spcBef>
              <a:spcAft>
                <a:spcPts val="1200"/>
              </a:spcAft>
              <a:buNone/>
              <a:defRPr/>
            </a:pPr>
            <a:endParaRPr lang="en-US" b="1" dirty="0">
              <a:effectLst>
                <a:outerShdw blurRad="38100" dist="38100" dir="2700000" algn="tl">
                  <a:srgbClr val="000000">
                    <a:alpha val="43137"/>
                  </a:srgbClr>
                </a:outerShdw>
              </a:effectLst>
              <a:latin typeface=".VnArial" pitchFamily="34" charset="0"/>
            </a:endParaRPr>
          </a:p>
          <a:p>
            <a:pPr marL="571500" indent="-571500" algn="just">
              <a:buNone/>
              <a:defRPr/>
            </a:pPr>
            <a:endParaRPr lang="en-US" sz="2600" dirty="0">
              <a:latin typeface=".VnVogueH" pitchFamily="34" charset="0"/>
            </a:endParaRPr>
          </a:p>
        </p:txBody>
      </p:sp>
      <p:sp>
        <p:nvSpPr>
          <p:cNvPr id="5122" name="Slide Number Placeholder 5"/>
          <p:cNvSpPr>
            <a:spLocks noGrp="1"/>
          </p:cNvSpPr>
          <p:nvPr>
            <p:ph type="sldNum" sz="quarter" idx="12"/>
          </p:nvPr>
        </p:nvSpPr>
        <p:spPr/>
        <p:txBody>
          <a:bodyPr/>
          <a:lstStyle>
            <a:lvl1pPr eaLnBrk="0" hangingPunct="0">
              <a:defRPr sz="2400">
                <a:solidFill>
                  <a:srgbClr val="00FF00"/>
                </a:solidFill>
                <a:latin typeface=".VnArial" panose="020B7200000000000000" pitchFamily="34" charset="0"/>
              </a:defRPr>
            </a:lvl1pPr>
            <a:lvl2pPr marL="742950" indent="-285750" eaLnBrk="0" hangingPunct="0">
              <a:defRPr sz="2400">
                <a:solidFill>
                  <a:srgbClr val="00FF00"/>
                </a:solidFill>
                <a:latin typeface=".VnArial" panose="020B7200000000000000" pitchFamily="34" charset="0"/>
              </a:defRPr>
            </a:lvl2pPr>
            <a:lvl3pPr marL="1143000" indent="-228600" eaLnBrk="0" hangingPunct="0">
              <a:defRPr sz="2400">
                <a:solidFill>
                  <a:srgbClr val="00FF00"/>
                </a:solidFill>
                <a:latin typeface=".VnArial" panose="020B7200000000000000" pitchFamily="34" charset="0"/>
              </a:defRPr>
            </a:lvl3pPr>
            <a:lvl4pPr marL="1600200" indent="-228600" eaLnBrk="0" hangingPunct="0">
              <a:defRPr sz="2400">
                <a:solidFill>
                  <a:srgbClr val="00FF00"/>
                </a:solidFill>
                <a:latin typeface=".VnArial" panose="020B7200000000000000" pitchFamily="34" charset="0"/>
              </a:defRPr>
            </a:lvl4pPr>
            <a:lvl5pPr marL="2057400" indent="-228600" eaLnBrk="0" hangingPunct="0">
              <a:defRPr sz="2400">
                <a:solidFill>
                  <a:srgbClr val="00FF00"/>
                </a:solidFill>
                <a:latin typeface=".VnArial" panose="020B7200000000000000" pitchFamily="34" charset="0"/>
              </a:defRPr>
            </a:lvl5pPr>
            <a:lvl6pPr marL="2514600" indent="-228600" eaLnBrk="0" fontAlgn="base" hangingPunct="0">
              <a:spcBef>
                <a:spcPct val="0"/>
              </a:spcBef>
              <a:spcAft>
                <a:spcPct val="0"/>
              </a:spcAft>
              <a:defRPr sz="2400">
                <a:solidFill>
                  <a:srgbClr val="00FF00"/>
                </a:solidFill>
                <a:latin typeface=".VnArial" panose="020B7200000000000000" pitchFamily="34" charset="0"/>
              </a:defRPr>
            </a:lvl6pPr>
            <a:lvl7pPr marL="2971800" indent="-228600" eaLnBrk="0" fontAlgn="base" hangingPunct="0">
              <a:spcBef>
                <a:spcPct val="0"/>
              </a:spcBef>
              <a:spcAft>
                <a:spcPct val="0"/>
              </a:spcAft>
              <a:defRPr sz="2400">
                <a:solidFill>
                  <a:srgbClr val="00FF00"/>
                </a:solidFill>
                <a:latin typeface=".VnArial" panose="020B7200000000000000" pitchFamily="34" charset="0"/>
              </a:defRPr>
            </a:lvl7pPr>
            <a:lvl8pPr marL="3429000" indent="-228600" eaLnBrk="0" fontAlgn="base" hangingPunct="0">
              <a:spcBef>
                <a:spcPct val="0"/>
              </a:spcBef>
              <a:spcAft>
                <a:spcPct val="0"/>
              </a:spcAft>
              <a:defRPr sz="2400">
                <a:solidFill>
                  <a:srgbClr val="00FF00"/>
                </a:solidFill>
                <a:latin typeface=".VnArial" panose="020B7200000000000000" pitchFamily="34" charset="0"/>
              </a:defRPr>
            </a:lvl8pPr>
            <a:lvl9pPr marL="3886200" indent="-228600" eaLnBrk="0" fontAlgn="base" hangingPunct="0">
              <a:spcBef>
                <a:spcPct val="0"/>
              </a:spcBef>
              <a:spcAft>
                <a:spcPct val="0"/>
              </a:spcAft>
              <a:defRPr sz="2400">
                <a:solidFill>
                  <a:srgbClr val="00FF00"/>
                </a:solidFill>
                <a:latin typeface=".VnArial" panose="020B7200000000000000" pitchFamily="34" charset="0"/>
              </a:defRPr>
            </a:lvl9pPr>
          </a:lstStyle>
          <a:p>
            <a:pPr eaLnBrk="1" hangingPunct="1"/>
            <a:fld id="{E930CB43-4676-4171-B1F0-096C7BFB1B3A}" type="slidenum">
              <a:rPr lang="en-US" sz="1200">
                <a:solidFill>
                  <a:srgbClr val="898989"/>
                </a:solidFill>
              </a:rPr>
              <a:pPr eaLnBrk="1" hangingPunct="1"/>
              <a:t>5</a:t>
            </a:fld>
            <a:endParaRPr lang="en-US" sz="1200">
              <a:solidFill>
                <a:srgbClr val="898989"/>
              </a:solidFill>
            </a:endParaRPr>
          </a:p>
        </p:txBody>
      </p:sp>
      <p:sp>
        <p:nvSpPr>
          <p:cNvPr id="8197" name="Text Box 4"/>
          <p:cNvSpPr txBox="1">
            <a:spLocks noChangeArrowheads="1"/>
          </p:cNvSpPr>
          <p:nvPr/>
        </p:nvSpPr>
        <p:spPr bwMode="auto">
          <a:xfrm>
            <a:off x="3505200" y="0"/>
            <a:ext cx="426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FF00"/>
                </a:solidFill>
                <a:latin typeface=".VnArial" panose="020B7200000000000000" pitchFamily="34" charset="0"/>
              </a:defRPr>
            </a:lvl1pPr>
            <a:lvl2pPr marL="742950" indent="-285750" eaLnBrk="0" hangingPunct="0">
              <a:defRPr sz="2400">
                <a:solidFill>
                  <a:srgbClr val="00FF00"/>
                </a:solidFill>
                <a:latin typeface=".VnArial" panose="020B7200000000000000" pitchFamily="34" charset="0"/>
              </a:defRPr>
            </a:lvl2pPr>
            <a:lvl3pPr marL="1143000" indent="-228600" eaLnBrk="0" hangingPunct="0">
              <a:defRPr sz="2400">
                <a:solidFill>
                  <a:srgbClr val="00FF00"/>
                </a:solidFill>
                <a:latin typeface=".VnArial" panose="020B7200000000000000" pitchFamily="34" charset="0"/>
              </a:defRPr>
            </a:lvl3pPr>
            <a:lvl4pPr marL="1600200" indent="-228600" eaLnBrk="0" hangingPunct="0">
              <a:defRPr sz="2400">
                <a:solidFill>
                  <a:srgbClr val="00FF00"/>
                </a:solidFill>
                <a:latin typeface=".VnArial" panose="020B7200000000000000" pitchFamily="34" charset="0"/>
              </a:defRPr>
            </a:lvl4pPr>
            <a:lvl5pPr marL="2057400" indent="-228600" eaLnBrk="0" hangingPunct="0">
              <a:defRPr sz="2400">
                <a:solidFill>
                  <a:srgbClr val="00FF00"/>
                </a:solidFill>
                <a:latin typeface=".VnArial" panose="020B7200000000000000" pitchFamily="34" charset="0"/>
              </a:defRPr>
            </a:lvl5pPr>
            <a:lvl6pPr marL="2514600" indent="-228600" eaLnBrk="0" fontAlgn="base" hangingPunct="0">
              <a:spcBef>
                <a:spcPct val="0"/>
              </a:spcBef>
              <a:spcAft>
                <a:spcPct val="0"/>
              </a:spcAft>
              <a:defRPr sz="2400">
                <a:solidFill>
                  <a:srgbClr val="00FF00"/>
                </a:solidFill>
                <a:latin typeface=".VnArial" panose="020B7200000000000000" pitchFamily="34" charset="0"/>
              </a:defRPr>
            </a:lvl6pPr>
            <a:lvl7pPr marL="2971800" indent="-228600" eaLnBrk="0" fontAlgn="base" hangingPunct="0">
              <a:spcBef>
                <a:spcPct val="0"/>
              </a:spcBef>
              <a:spcAft>
                <a:spcPct val="0"/>
              </a:spcAft>
              <a:defRPr sz="2400">
                <a:solidFill>
                  <a:srgbClr val="00FF00"/>
                </a:solidFill>
                <a:latin typeface=".VnArial" panose="020B7200000000000000" pitchFamily="34" charset="0"/>
              </a:defRPr>
            </a:lvl7pPr>
            <a:lvl8pPr marL="3429000" indent="-228600" eaLnBrk="0" fontAlgn="base" hangingPunct="0">
              <a:spcBef>
                <a:spcPct val="0"/>
              </a:spcBef>
              <a:spcAft>
                <a:spcPct val="0"/>
              </a:spcAft>
              <a:defRPr sz="2400">
                <a:solidFill>
                  <a:srgbClr val="00FF00"/>
                </a:solidFill>
                <a:latin typeface=".VnArial" panose="020B7200000000000000" pitchFamily="34" charset="0"/>
              </a:defRPr>
            </a:lvl8pPr>
            <a:lvl9pPr marL="3886200" indent="-228600" eaLnBrk="0" fontAlgn="base" hangingPunct="0">
              <a:spcBef>
                <a:spcPct val="0"/>
              </a:spcBef>
              <a:spcAft>
                <a:spcPct val="0"/>
              </a:spcAft>
              <a:defRPr sz="2400">
                <a:solidFill>
                  <a:srgbClr val="00FF00"/>
                </a:solidFill>
                <a:latin typeface=".VnArial" panose="020B7200000000000000" pitchFamily="34" charset="0"/>
              </a:defRPr>
            </a:lvl9pPr>
          </a:lstStyle>
          <a:p>
            <a:pPr eaLnBrk="1" hangingPunct="1">
              <a:spcBef>
                <a:spcPct val="50000"/>
              </a:spcBef>
            </a:pPr>
            <a:endParaRPr lang="en-US" altLang="en-US"/>
          </a:p>
        </p:txBody>
      </p:sp>
    </p:spTree>
    <p:extLst>
      <p:ext uri="{BB962C8B-B14F-4D97-AF65-F5344CB8AC3E}">
        <p14:creationId xmlns:p14="http://schemas.microsoft.com/office/powerpoint/2010/main" val="180793030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08902">
                                            <p:txEl>
                                              <p:pRg st="0" end="0"/>
                                            </p:txEl>
                                          </p:spTgt>
                                        </p:tgtEl>
                                        <p:attrNameLst>
                                          <p:attrName>style.visibility</p:attrName>
                                        </p:attrNameLst>
                                      </p:cBhvr>
                                      <p:to>
                                        <p:strVal val="visible"/>
                                      </p:to>
                                    </p:set>
                                    <p:animEffect transition="in" filter="barn(inVertical)">
                                      <p:cBhvr>
                                        <p:cTn id="7" dur="500"/>
                                        <p:tgtEl>
                                          <p:spTgt spid="208902">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208902">
                                            <p:txEl>
                                              <p:pRg st="2" end="2"/>
                                            </p:txEl>
                                          </p:spTgt>
                                        </p:tgtEl>
                                        <p:attrNameLst>
                                          <p:attrName>style.visibility</p:attrName>
                                        </p:attrNameLst>
                                      </p:cBhvr>
                                      <p:to>
                                        <p:strVal val="visible"/>
                                      </p:to>
                                    </p:set>
                                    <p:animEffect transition="in" filter="barn(inVertical)">
                                      <p:cBhvr>
                                        <p:cTn id="12" dur="500"/>
                                        <p:tgtEl>
                                          <p:spTgt spid="208902">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208902">
                                            <p:txEl>
                                              <p:pRg st="3" end="3"/>
                                            </p:txEl>
                                          </p:spTgt>
                                        </p:tgtEl>
                                        <p:attrNameLst>
                                          <p:attrName>style.visibility</p:attrName>
                                        </p:attrNameLst>
                                      </p:cBhvr>
                                      <p:to>
                                        <p:strVal val="visible"/>
                                      </p:to>
                                    </p:set>
                                    <p:animEffect transition="in" filter="barn(inVertical)">
                                      <p:cBhvr>
                                        <p:cTn id="17" dur="500"/>
                                        <p:tgtEl>
                                          <p:spTgt spid="208902">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208902">
                                            <p:txEl>
                                              <p:pRg st="4" end="4"/>
                                            </p:txEl>
                                          </p:spTgt>
                                        </p:tgtEl>
                                        <p:attrNameLst>
                                          <p:attrName>style.visibility</p:attrName>
                                        </p:attrNameLst>
                                      </p:cBhvr>
                                      <p:to>
                                        <p:strVal val="visible"/>
                                      </p:to>
                                    </p:set>
                                    <p:animEffect transition="in" filter="barn(inVertical)">
                                      <p:cBhvr>
                                        <p:cTn id="22" dur="500"/>
                                        <p:tgtEl>
                                          <p:spTgt spid="20890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8902"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lvl1pPr eaLnBrk="0" hangingPunct="0">
              <a:defRPr sz="2400">
                <a:solidFill>
                  <a:srgbClr val="00FF00"/>
                </a:solidFill>
                <a:latin typeface=".VnArial" panose="020B7200000000000000" pitchFamily="34" charset="0"/>
              </a:defRPr>
            </a:lvl1pPr>
            <a:lvl2pPr marL="742950" indent="-285750" eaLnBrk="0" hangingPunct="0">
              <a:defRPr sz="2400">
                <a:solidFill>
                  <a:srgbClr val="00FF00"/>
                </a:solidFill>
                <a:latin typeface=".VnArial" panose="020B7200000000000000" pitchFamily="34" charset="0"/>
              </a:defRPr>
            </a:lvl2pPr>
            <a:lvl3pPr marL="1143000" indent="-228600" eaLnBrk="0" hangingPunct="0">
              <a:defRPr sz="2400">
                <a:solidFill>
                  <a:srgbClr val="00FF00"/>
                </a:solidFill>
                <a:latin typeface=".VnArial" panose="020B7200000000000000" pitchFamily="34" charset="0"/>
              </a:defRPr>
            </a:lvl3pPr>
            <a:lvl4pPr marL="1600200" indent="-228600" eaLnBrk="0" hangingPunct="0">
              <a:defRPr sz="2400">
                <a:solidFill>
                  <a:srgbClr val="00FF00"/>
                </a:solidFill>
                <a:latin typeface=".VnArial" panose="020B7200000000000000" pitchFamily="34" charset="0"/>
              </a:defRPr>
            </a:lvl4pPr>
            <a:lvl5pPr marL="2057400" indent="-228600" eaLnBrk="0" hangingPunct="0">
              <a:defRPr sz="2400">
                <a:solidFill>
                  <a:srgbClr val="00FF00"/>
                </a:solidFill>
                <a:latin typeface=".VnArial" panose="020B7200000000000000" pitchFamily="34" charset="0"/>
              </a:defRPr>
            </a:lvl5pPr>
            <a:lvl6pPr marL="2514600" indent="-228600" eaLnBrk="0" fontAlgn="base" hangingPunct="0">
              <a:spcBef>
                <a:spcPct val="0"/>
              </a:spcBef>
              <a:spcAft>
                <a:spcPct val="0"/>
              </a:spcAft>
              <a:defRPr sz="2400">
                <a:solidFill>
                  <a:srgbClr val="00FF00"/>
                </a:solidFill>
                <a:latin typeface=".VnArial" panose="020B7200000000000000" pitchFamily="34" charset="0"/>
              </a:defRPr>
            </a:lvl6pPr>
            <a:lvl7pPr marL="2971800" indent="-228600" eaLnBrk="0" fontAlgn="base" hangingPunct="0">
              <a:spcBef>
                <a:spcPct val="0"/>
              </a:spcBef>
              <a:spcAft>
                <a:spcPct val="0"/>
              </a:spcAft>
              <a:defRPr sz="2400">
                <a:solidFill>
                  <a:srgbClr val="00FF00"/>
                </a:solidFill>
                <a:latin typeface=".VnArial" panose="020B7200000000000000" pitchFamily="34" charset="0"/>
              </a:defRPr>
            </a:lvl7pPr>
            <a:lvl8pPr marL="3429000" indent="-228600" eaLnBrk="0" fontAlgn="base" hangingPunct="0">
              <a:spcBef>
                <a:spcPct val="0"/>
              </a:spcBef>
              <a:spcAft>
                <a:spcPct val="0"/>
              </a:spcAft>
              <a:defRPr sz="2400">
                <a:solidFill>
                  <a:srgbClr val="00FF00"/>
                </a:solidFill>
                <a:latin typeface=".VnArial" panose="020B7200000000000000" pitchFamily="34" charset="0"/>
              </a:defRPr>
            </a:lvl8pPr>
            <a:lvl9pPr marL="3886200" indent="-228600" eaLnBrk="0" fontAlgn="base" hangingPunct="0">
              <a:spcBef>
                <a:spcPct val="0"/>
              </a:spcBef>
              <a:spcAft>
                <a:spcPct val="0"/>
              </a:spcAft>
              <a:defRPr sz="2400">
                <a:solidFill>
                  <a:srgbClr val="00FF00"/>
                </a:solidFill>
                <a:latin typeface=".VnArial" panose="020B7200000000000000" pitchFamily="34" charset="0"/>
              </a:defRPr>
            </a:lvl9pPr>
          </a:lstStyle>
          <a:p>
            <a:pPr eaLnBrk="1" hangingPunct="1"/>
            <a:fld id="{8C75FA54-C6CB-483D-BC35-7B1E21EF8227}" type="slidenum">
              <a:rPr lang="en-US" sz="1200">
                <a:solidFill>
                  <a:srgbClr val="898989"/>
                </a:solidFill>
              </a:rPr>
              <a:pPr eaLnBrk="1" hangingPunct="1"/>
              <a:t>6</a:t>
            </a:fld>
            <a:endParaRPr lang="en-US" sz="1200">
              <a:solidFill>
                <a:srgbClr val="898989"/>
              </a:solidFill>
            </a:endParaRPr>
          </a:p>
        </p:txBody>
      </p:sp>
      <p:sp>
        <p:nvSpPr>
          <p:cNvPr id="159747" name="Rectangle 3"/>
          <p:cNvSpPr>
            <a:spLocks noGrp="1" noChangeArrowheads="1"/>
          </p:cNvSpPr>
          <p:nvPr>
            <p:ph type="body" idx="1"/>
          </p:nvPr>
        </p:nvSpPr>
        <p:spPr>
          <a:xfrm>
            <a:off x="756745" y="1447800"/>
            <a:ext cx="9606455" cy="5105400"/>
          </a:xfrm>
        </p:spPr>
        <p:txBody>
          <a:bodyPr>
            <a:normAutofit/>
          </a:bodyPr>
          <a:lstStyle/>
          <a:p>
            <a:pPr algn="just" eaLnBrk="1" hangingPunct="1">
              <a:spcBef>
                <a:spcPct val="0"/>
              </a:spcBef>
              <a:buFontTx/>
              <a:buNone/>
            </a:pPr>
            <a:endParaRPr lang="en-US" altLang="en-US" b="1" dirty="0">
              <a:solidFill>
                <a:srgbClr val="002060"/>
              </a:solidFill>
              <a:latin typeface="Times New Roman" panose="02020603050405020304" pitchFamily="18" charset="0"/>
              <a:cs typeface="Times New Roman" panose="02020603050405020304" pitchFamily="18" charset="0"/>
            </a:endParaRPr>
          </a:p>
          <a:p>
            <a:pPr marL="0" indent="0">
              <a:buNone/>
            </a:pPr>
            <a:r>
              <a:rPr lang="en-US" b="1" dirty="0" smtClean="0">
                <a:latin typeface="Times New Roman" panose="02020603050405020304" pitchFamily="18" charset="0"/>
                <a:cs typeface="Times New Roman" panose="02020603050405020304" pitchFamily="18" charset="0"/>
              </a:rPr>
              <a:t>1.1.1. </a:t>
            </a:r>
            <a:r>
              <a:rPr lang="vi-VN" b="1" dirty="0" smtClean="0">
                <a:latin typeface="Times New Roman" panose="02020603050405020304" pitchFamily="18" charset="0"/>
                <a:cs typeface="Times New Roman" panose="02020603050405020304" pitchFamily="18" charset="0"/>
              </a:rPr>
              <a:t>Hoàn </a:t>
            </a:r>
            <a:r>
              <a:rPr lang="vi-VN" b="1" dirty="0">
                <a:latin typeface="Times New Roman" panose="02020603050405020304" pitchFamily="18" charset="0"/>
                <a:cs typeface="Times New Roman" panose="02020603050405020304" pitchFamily="18" charset="0"/>
              </a:rPr>
              <a:t>cảnh lịch sử ra đời Chủ nghĩa xã hội khoa học</a:t>
            </a:r>
            <a:endParaRPr lang="en-US" b="1"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1.</a:t>
            </a:r>
            <a:r>
              <a:rPr lang="vi-VN" b="1" dirty="0">
                <a:latin typeface="Times New Roman" panose="02020603050405020304" pitchFamily="18" charset="0"/>
                <a:cs typeface="Times New Roman" panose="02020603050405020304" pitchFamily="18" charset="0"/>
              </a:rPr>
              <a:t>1.2. Vai trò của Các Mác và Ph</a:t>
            </a:r>
            <a:r>
              <a:rPr lang="en-US" b="1" dirty="0">
                <a:latin typeface="Times New Roman" panose="02020603050405020304" pitchFamily="18" charset="0"/>
                <a:cs typeface="Times New Roman" panose="02020603050405020304" pitchFamily="18" charset="0"/>
              </a:rPr>
              <a:t>.</a:t>
            </a:r>
            <a:r>
              <a:rPr lang="vi-VN" b="1" dirty="0">
                <a:latin typeface="Times New Roman" panose="02020603050405020304" pitchFamily="18" charset="0"/>
                <a:cs typeface="Times New Roman" panose="02020603050405020304" pitchFamily="18" charset="0"/>
              </a:rPr>
              <a:t> Ănghen</a:t>
            </a:r>
            <a:endParaRPr lang="en-US" b="1" dirty="0">
              <a:latin typeface="Times New Roman" panose="02020603050405020304" pitchFamily="18" charset="0"/>
              <a:cs typeface="Times New Roman" panose="02020603050405020304" pitchFamily="18" charset="0"/>
            </a:endParaRPr>
          </a:p>
        </p:txBody>
      </p:sp>
      <p:sp>
        <p:nvSpPr>
          <p:cNvPr id="159748" name="Rectangle 4"/>
          <p:cNvSpPr>
            <a:spLocks noChangeArrowheads="1"/>
          </p:cNvSpPr>
          <p:nvPr/>
        </p:nvSpPr>
        <p:spPr bwMode="auto">
          <a:xfrm>
            <a:off x="1905000" y="563563"/>
            <a:ext cx="8458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rgbClr val="00FF00"/>
                </a:solidFill>
                <a:latin typeface=".VnArial" panose="020B7200000000000000" pitchFamily="34" charset="0"/>
              </a:defRPr>
            </a:lvl1pPr>
            <a:lvl2pPr marL="742950" indent="-285750" eaLnBrk="0" hangingPunct="0">
              <a:defRPr sz="2400">
                <a:solidFill>
                  <a:srgbClr val="00FF00"/>
                </a:solidFill>
                <a:latin typeface=".VnArial" panose="020B7200000000000000" pitchFamily="34" charset="0"/>
              </a:defRPr>
            </a:lvl2pPr>
            <a:lvl3pPr marL="1143000" indent="-228600" eaLnBrk="0" hangingPunct="0">
              <a:defRPr sz="2400">
                <a:solidFill>
                  <a:srgbClr val="00FF00"/>
                </a:solidFill>
                <a:latin typeface=".VnArial" panose="020B7200000000000000" pitchFamily="34" charset="0"/>
              </a:defRPr>
            </a:lvl3pPr>
            <a:lvl4pPr marL="1600200" indent="-228600" eaLnBrk="0" hangingPunct="0">
              <a:defRPr sz="2400">
                <a:solidFill>
                  <a:srgbClr val="00FF00"/>
                </a:solidFill>
                <a:latin typeface=".VnArial" panose="020B7200000000000000" pitchFamily="34" charset="0"/>
              </a:defRPr>
            </a:lvl4pPr>
            <a:lvl5pPr marL="2057400" indent="-228600" eaLnBrk="0" hangingPunct="0">
              <a:defRPr sz="2400">
                <a:solidFill>
                  <a:srgbClr val="00FF00"/>
                </a:solidFill>
                <a:latin typeface=".VnArial" panose="020B7200000000000000" pitchFamily="34" charset="0"/>
              </a:defRPr>
            </a:lvl5pPr>
            <a:lvl6pPr marL="2514600" indent="-228600" eaLnBrk="0" fontAlgn="base" hangingPunct="0">
              <a:spcBef>
                <a:spcPct val="0"/>
              </a:spcBef>
              <a:spcAft>
                <a:spcPct val="0"/>
              </a:spcAft>
              <a:defRPr sz="2400">
                <a:solidFill>
                  <a:srgbClr val="00FF00"/>
                </a:solidFill>
                <a:latin typeface=".VnArial" panose="020B7200000000000000" pitchFamily="34" charset="0"/>
              </a:defRPr>
            </a:lvl6pPr>
            <a:lvl7pPr marL="2971800" indent="-228600" eaLnBrk="0" fontAlgn="base" hangingPunct="0">
              <a:spcBef>
                <a:spcPct val="0"/>
              </a:spcBef>
              <a:spcAft>
                <a:spcPct val="0"/>
              </a:spcAft>
              <a:defRPr sz="2400">
                <a:solidFill>
                  <a:srgbClr val="00FF00"/>
                </a:solidFill>
                <a:latin typeface=".VnArial" panose="020B7200000000000000" pitchFamily="34" charset="0"/>
              </a:defRPr>
            </a:lvl7pPr>
            <a:lvl8pPr marL="3429000" indent="-228600" eaLnBrk="0" fontAlgn="base" hangingPunct="0">
              <a:spcBef>
                <a:spcPct val="0"/>
              </a:spcBef>
              <a:spcAft>
                <a:spcPct val="0"/>
              </a:spcAft>
              <a:defRPr sz="2400">
                <a:solidFill>
                  <a:srgbClr val="00FF00"/>
                </a:solidFill>
                <a:latin typeface=".VnArial" panose="020B7200000000000000" pitchFamily="34" charset="0"/>
              </a:defRPr>
            </a:lvl8pPr>
            <a:lvl9pPr marL="3886200" indent="-228600" eaLnBrk="0" fontAlgn="base" hangingPunct="0">
              <a:spcBef>
                <a:spcPct val="0"/>
              </a:spcBef>
              <a:spcAft>
                <a:spcPct val="0"/>
              </a:spcAft>
              <a:defRPr sz="2400">
                <a:solidFill>
                  <a:srgbClr val="00FF00"/>
                </a:solidFill>
                <a:latin typeface=".VnArial" panose="020B7200000000000000" pitchFamily="34" charset="0"/>
              </a:defRPr>
            </a:lvl9pPr>
          </a:lstStyle>
          <a:p>
            <a:pPr algn="ctr" eaLnBrk="1" hangingPunct="1">
              <a:lnSpc>
                <a:spcPts val="4700"/>
              </a:lnSpc>
              <a:spcBef>
                <a:spcPts val="1800"/>
              </a:spcBef>
            </a:pPr>
            <a:r>
              <a:rPr lang="en-US" sz="2800" b="1">
                <a:solidFill>
                  <a:srgbClr val="FF0000"/>
                </a:solidFill>
                <a:latin typeface="Times New Roman" panose="02020603050405020304" pitchFamily="18" charset="0"/>
                <a:cs typeface="Times New Roman" panose="02020603050405020304" pitchFamily="18" charset="0"/>
              </a:rPr>
              <a:t>1. SỰ RA ĐỜI CỦA CNXH KHOA HỌC</a:t>
            </a:r>
          </a:p>
        </p:txBody>
      </p:sp>
    </p:spTree>
    <p:extLst>
      <p:ext uri="{BB962C8B-B14F-4D97-AF65-F5344CB8AC3E}">
        <p14:creationId xmlns:p14="http://schemas.microsoft.com/office/powerpoint/2010/main" val="423790800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59748">
                                            <p:txEl>
                                              <p:pRg st="0" end="0"/>
                                            </p:txEl>
                                          </p:spTgt>
                                        </p:tgtEl>
                                        <p:attrNameLst>
                                          <p:attrName>style.visibility</p:attrName>
                                        </p:attrNameLst>
                                      </p:cBhvr>
                                      <p:to>
                                        <p:strVal val="visible"/>
                                      </p:to>
                                    </p:set>
                                    <p:animEffect transition="in" filter="blinds(horizontal)">
                                      <p:cBhvr>
                                        <p:cTn id="7" dur="500"/>
                                        <p:tgtEl>
                                          <p:spTgt spid="15974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8" name="Slide Number Placeholder 5"/>
          <p:cNvSpPr>
            <a:spLocks noGrp="1"/>
          </p:cNvSpPr>
          <p:nvPr>
            <p:ph type="sldNum" sz="quarter" idx="12"/>
          </p:nvPr>
        </p:nvSpPr>
        <p:spPr>
          <a:xfrm>
            <a:off x="6630988" y="6224589"/>
            <a:ext cx="1543050" cy="365125"/>
          </a:xfrm>
        </p:spPr>
        <p:style>
          <a:lnRef idx="1">
            <a:schemeClr val="accent5"/>
          </a:lnRef>
          <a:fillRef idx="2">
            <a:schemeClr val="accent5"/>
          </a:fillRef>
          <a:effectRef idx="1">
            <a:schemeClr val="accent5"/>
          </a:effectRef>
          <a:fontRef idx="minor">
            <a:schemeClr val="dk1"/>
          </a:fontRef>
        </p:style>
        <p:txBody>
          <a:bodyPr rtlCol="0"/>
          <a:lstStyle/>
          <a:p>
            <a:pPr algn="ctr">
              <a:defRPr/>
            </a:pPr>
            <a:r>
              <a:rPr lang="en-US" sz="2800" b="1" dirty="0" err="1">
                <a:solidFill>
                  <a:prstClr val="black">
                    <a:tint val="75000"/>
                  </a:prstClr>
                </a:solidFill>
                <a:latin typeface="Times New Roman" panose="02020603050405020304" pitchFamily="18" charset="0"/>
                <a:cs typeface="Times New Roman" panose="02020603050405020304" pitchFamily="18" charset="0"/>
              </a:rPr>
              <a:t>Lênin</a:t>
            </a:r>
            <a:endParaRPr lang="en-US" sz="2800" b="1" dirty="0">
              <a:solidFill>
                <a:prstClr val="black">
                  <a:tint val="75000"/>
                </a:prstClr>
              </a:solidFill>
              <a:latin typeface="Times New Roman" panose="02020603050405020304" pitchFamily="18" charset="0"/>
              <a:cs typeface="Times New Roman" panose="02020603050405020304" pitchFamily="18" charset="0"/>
            </a:endParaRPr>
          </a:p>
        </p:txBody>
      </p:sp>
      <p:sp>
        <p:nvSpPr>
          <p:cNvPr id="164870" name="Line 6"/>
          <p:cNvSpPr>
            <a:spLocks noChangeShapeType="1"/>
          </p:cNvSpPr>
          <p:nvPr/>
        </p:nvSpPr>
        <p:spPr bwMode="auto">
          <a:xfrm>
            <a:off x="2362200" y="5486400"/>
            <a:ext cx="769620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64871" name="Rectangle 7"/>
          <p:cNvSpPr>
            <a:spLocks noChangeArrowheads="1"/>
          </p:cNvSpPr>
          <p:nvPr/>
        </p:nvSpPr>
        <p:spPr bwMode="auto">
          <a:xfrm>
            <a:off x="1562100" y="4791076"/>
            <a:ext cx="17145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FF00"/>
                </a:solidFill>
                <a:latin typeface=".VnArial" panose="020B7200000000000000" pitchFamily="34" charset="0"/>
              </a:defRPr>
            </a:lvl1pPr>
            <a:lvl2pPr marL="742950" indent="-285750" eaLnBrk="0" hangingPunct="0">
              <a:defRPr sz="2400">
                <a:solidFill>
                  <a:srgbClr val="00FF00"/>
                </a:solidFill>
                <a:latin typeface=".VnArial" panose="020B7200000000000000" pitchFamily="34" charset="0"/>
              </a:defRPr>
            </a:lvl2pPr>
            <a:lvl3pPr marL="1143000" indent="-228600" eaLnBrk="0" hangingPunct="0">
              <a:defRPr sz="2400">
                <a:solidFill>
                  <a:srgbClr val="00FF00"/>
                </a:solidFill>
                <a:latin typeface=".VnArial" panose="020B7200000000000000" pitchFamily="34" charset="0"/>
              </a:defRPr>
            </a:lvl3pPr>
            <a:lvl4pPr marL="1600200" indent="-228600" eaLnBrk="0" hangingPunct="0">
              <a:defRPr sz="2400">
                <a:solidFill>
                  <a:srgbClr val="00FF00"/>
                </a:solidFill>
                <a:latin typeface=".VnArial" panose="020B7200000000000000" pitchFamily="34" charset="0"/>
              </a:defRPr>
            </a:lvl4pPr>
            <a:lvl5pPr marL="2057400" indent="-228600" eaLnBrk="0" hangingPunct="0">
              <a:defRPr sz="2400">
                <a:solidFill>
                  <a:srgbClr val="00FF00"/>
                </a:solidFill>
                <a:latin typeface=".VnArial" panose="020B7200000000000000" pitchFamily="34" charset="0"/>
              </a:defRPr>
            </a:lvl5pPr>
            <a:lvl6pPr marL="2514600" indent="-228600" eaLnBrk="0" fontAlgn="base" hangingPunct="0">
              <a:spcBef>
                <a:spcPct val="0"/>
              </a:spcBef>
              <a:spcAft>
                <a:spcPct val="0"/>
              </a:spcAft>
              <a:defRPr sz="2400">
                <a:solidFill>
                  <a:srgbClr val="00FF00"/>
                </a:solidFill>
                <a:latin typeface=".VnArial" panose="020B7200000000000000" pitchFamily="34" charset="0"/>
              </a:defRPr>
            </a:lvl6pPr>
            <a:lvl7pPr marL="2971800" indent="-228600" eaLnBrk="0" fontAlgn="base" hangingPunct="0">
              <a:spcBef>
                <a:spcPct val="0"/>
              </a:spcBef>
              <a:spcAft>
                <a:spcPct val="0"/>
              </a:spcAft>
              <a:defRPr sz="2400">
                <a:solidFill>
                  <a:srgbClr val="00FF00"/>
                </a:solidFill>
                <a:latin typeface=".VnArial" panose="020B7200000000000000" pitchFamily="34" charset="0"/>
              </a:defRPr>
            </a:lvl7pPr>
            <a:lvl8pPr marL="3429000" indent="-228600" eaLnBrk="0" fontAlgn="base" hangingPunct="0">
              <a:spcBef>
                <a:spcPct val="0"/>
              </a:spcBef>
              <a:spcAft>
                <a:spcPct val="0"/>
              </a:spcAft>
              <a:defRPr sz="2400">
                <a:solidFill>
                  <a:srgbClr val="00FF00"/>
                </a:solidFill>
                <a:latin typeface=".VnArial" panose="020B7200000000000000" pitchFamily="34" charset="0"/>
              </a:defRPr>
            </a:lvl8pPr>
            <a:lvl9pPr marL="3886200" indent="-228600" eaLnBrk="0" fontAlgn="base" hangingPunct="0">
              <a:spcBef>
                <a:spcPct val="0"/>
              </a:spcBef>
              <a:spcAft>
                <a:spcPct val="0"/>
              </a:spcAft>
              <a:defRPr sz="2400">
                <a:solidFill>
                  <a:srgbClr val="00FF00"/>
                </a:solidFill>
                <a:latin typeface=".VnArial" panose="020B7200000000000000" pitchFamily="34" charset="0"/>
              </a:defRPr>
            </a:lvl9pPr>
          </a:lstStyle>
          <a:p>
            <a:pPr eaLnBrk="1" hangingPunct="1"/>
            <a:r>
              <a:rPr lang="en-US" altLang="en-US" b="1">
                <a:solidFill>
                  <a:srgbClr val="000000"/>
                </a:solidFill>
                <a:latin typeface="Times New Roman" panose="02020603050405020304" pitchFamily="18" charset="0"/>
                <a:cs typeface="Times New Roman" panose="02020603050405020304" pitchFamily="18" charset="0"/>
              </a:rPr>
              <a:t>C/h</a:t>
            </a:r>
            <a:r>
              <a:rPr lang="en-US" altLang="en-US" sz="2300" b="1">
                <a:solidFill>
                  <a:srgbClr val="000000"/>
                </a:solidFill>
                <a:latin typeface="Times New Roman" panose="02020603050405020304" pitchFamily="18" charset="0"/>
                <a:cs typeface="Times New Roman" panose="02020603050405020304" pitchFamily="18" charset="0"/>
              </a:rPr>
              <a:t>ữ</a:t>
            </a:r>
            <a:r>
              <a:rPr lang="en-US" altLang="en-US" b="1">
                <a:solidFill>
                  <a:srgbClr val="000000"/>
                </a:solidFill>
                <a:latin typeface="Times New Roman" panose="02020603050405020304" pitchFamily="18" charset="0"/>
                <a:cs typeface="Times New Roman" panose="02020603050405020304" pitchFamily="18" charset="0"/>
              </a:rPr>
              <a:t>u</a:t>
            </a:r>
          </a:p>
          <a:p>
            <a:pPr eaLnBrk="1" hangingPunct="1"/>
            <a:r>
              <a:rPr lang="en-US" altLang="en-US" b="1">
                <a:solidFill>
                  <a:srgbClr val="000000"/>
                </a:solidFill>
                <a:latin typeface="Times New Roman" panose="02020603050405020304" pitchFamily="18" charset="0"/>
                <a:cs typeface="Times New Roman" panose="02020603050405020304" pitchFamily="18" charset="0"/>
              </a:rPr>
              <a:t>Nô lệ</a:t>
            </a:r>
          </a:p>
        </p:txBody>
      </p:sp>
      <p:sp>
        <p:nvSpPr>
          <p:cNvPr id="164872" name="Line 8"/>
          <p:cNvSpPr>
            <a:spLocks noChangeShapeType="1"/>
          </p:cNvSpPr>
          <p:nvPr/>
        </p:nvSpPr>
        <p:spPr bwMode="auto">
          <a:xfrm>
            <a:off x="2362200" y="5334000"/>
            <a:ext cx="0" cy="3048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4874" name="Line 10"/>
          <p:cNvSpPr>
            <a:spLocks noChangeShapeType="1"/>
          </p:cNvSpPr>
          <p:nvPr/>
        </p:nvSpPr>
        <p:spPr bwMode="auto">
          <a:xfrm>
            <a:off x="4713288" y="5410200"/>
            <a:ext cx="0" cy="3048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4875" name="Line 11"/>
          <p:cNvSpPr>
            <a:spLocks noChangeShapeType="1"/>
          </p:cNvSpPr>
          <p:nvPr/>
        </p:nvSpPr>
        <p:spPr bwMode="auto">
          <a:xfrm>
            <a:off x="7491413" y="5521325"/>
            <a:ext cx="0" cy="1524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4876" name="Rectangle 12"/>
          <p:cNvSpPr>
            <a:spLocks noChangeArrowheads="1"/>
          </p:cNvSpPr>
          <p:nvPr/>
        </p:nvSpPr>
        <p:spPr bwMode="auto">
          <a:xfrm>
            <a:off x="7034214" y="5740401"/>
            <a:ext cx="91598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rgbClr val="00FF00"/>
                </a:solidFill>
                <a:latin typeface=".VnArial" panose="020B7200000000000000" pitchFamily="34" charset="0"/>
              </a:defRPr>
            </a:lvl1pPr>
            <a:lvl2pPr marL="742950" indent="-285750" eaLnBrk="0" hangingPunct="0">
              <a:defRPr sz="2400">
                <a:solidFill>
                  <a:srgbClr val="00FF00"/>
                </a:solidFill>
                <a:latin typeface=".VnArial" panose="020B7200000000000000" pitchFamily="34" charset="0"/>
              </a:defRPr>
            </a:lvl2pPr>
            <a:lvl3pPr marL="1143000" indent="-228600" eaLnBrk="0" hangingPunct="0">
              <a:defRPr sz="2400">
                <a:solidFill>
                  <a:srgbClr val="00FF00"/>
                </a:solidFill>
                <a:latin typeface=".VnArial" panose="020B7200000000000000" pitchFamily="34" charset="0"/>
              </a:defRPr>
            </a:lvl3pPr>
            <a:lvl4pPr marL="1600200" indent="-228600" eaLnBrk="0" hangingPunct="0">
              <a:defRPr sz="2400">
                <a:solidFill>
                  <a:srgbClr val="00FF00"/>
                </a:solidFill>
                <a:latin typeface=".VnArial" panose="020B7200000000000000" pitchFamily="34" charset="0"/>
              </a:defRPr>
            </a:lvl4pPr>
            <a:lvl5pPr marL="2057400" indent="-228600" eaLnBrk="0" hangingPunct="0">
              <a:defRPr sz="2400">
                <a:solidFill>
                  <a:srgbClr val="00FF00"/>
                </a:solidFill>
                <a:latin typeface=".VnArial" panose="020B7200000000000000" pitchFamily="34" charset="0"/>
              </a:defRPr>
            </a:lvl5pPr>
            <a:lvl6pPr marL="2514600" indent="-228600" eaLnBrk="0" fontAlgn="base" hangingPunct="0">
              <a:spcBef>
                <a:spcPct val="0"/>
              </a:spcBef>
              <a:spcAft>
                <a:spcPct val="0"/>
              </a:spcAft>
              <a:defRPr sz="2400">
                <a:solidFill>
                  <a:srgbClr val="00FF00"/>
                </a:solidFill>
                <a:latin typeface=".VnArial" panose="020B7200000000000000" pitchFamily="34" charset="0"/>
              </a:defRPr>
            </a:lvl6pPr>
            <a:lvl7pPr marL="2971800" indent="-228600" eaLnBrk="0" fontAlgn="base" hangingPunct="0">
              <a:spcBef>
                <a:spcPct val="0"/>
              </a:spcBef>
              <a:spcAft>
                <a:spcPct val="0"/>
              </a:spcAft>
              <a:defRPr sz="2400">
                <a:solidFill>
                  <a:srgbClr val="00FF00"/>
                </a:solidFill>
                <a:latin typeface=".VnArial" panose="020B7200000000000000" pitchFamily="34" charset="0"/>
              </a:defRPr>
            </a:lvl7pPr>
            <a:lvl8pPr marL="3429000" indent="-228600" eaLnBrk="0" fontAlgn="base" hangingPunct="0">
              <a:spcBef>
                <a:spcPct val="0"/>
              </a:spcBef>
              <a:spcAft>
                <a:spcPct val="0"/>
              </a:spcAft>
              <a:defRPr sz="2400">
                <a:solidFill>
                  <a:srgbClr val="00FF00"/>
                </a:solidFill>
                <a:latin typeface=".VnArial" panose="020B7200000000000000" pitchFamily="34" charset="0"/>
              </a:defRPr>
            </a:lvl8pPr>
            <a:lvl9pPr marL="3886200" indent="-228600" eaLnBrk="0" fontAlgn="base" hangingPunct="0">
              <a:spcBef>
                <a:spcPct val="0"/>
              </a:spcBef>
              <a:spcAft>
                <a:spcPct val="0"/>
              </a:spcAft>
              <a:defRPr sz="2400">
                <a:solidFill>
                  <a:srgbClr val="00FF00"/>
                </a:solidFill>
                <a:latin typeface=".VnArial" panose="020B7200000000000000" pitchFamily="34" charset="0"/>
              </a:defRPr>
            </a:lvl9pPr>
          </a:lstStyle>
          <a:p>
            <a:pPr eaLnBrk="1" hangingPunct="1"/>
            <a:r>
              <a:rPr lang="en-US" altLang="en-US" sz="2800" b="1">
                <a:solidFill>
                  <a:srgbClr val="FF0000"/>
                </a:solidFill>
                <a:latin typeface="Calibri" panose="020F0502020204030204" pitchFamily="34" charset="0"/>
              </a:rPr>
              <a:t>1917</a:t>
            </a:r>
          </a:p>
        </p:txBody>
      </p:sp>
      <p:sp>
        <p:nvSpPr>
          <p:cNvPr id="164877" name="Rectangle 13"/>
          <p:cNvSpPr>
            <a:spLocks noChangeArrowheads="1"/>
          </p:cNvSpPr>
          <p:nvPr/>
        </p:nvSpPr>
        <p:spPr bwMode="auto">
          <a:xfrm>
            <a:off x="4267200" y="4856164"/>
            <a:ext cx="9906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FF00"/>
                </a:solidFill>
                <a:latin typeface=".VnArial" panose="020B7200000000000000" pitchFamily="34" charset="0"/>
              </a:defRPr>
            </a:lvl1pPr>
            <a:lvl2pPr marL="742950" indent="-285750" eaLnBrk="0" hangingPunct="0">
              <a:defRPr sz="2400">
                <a:solidFill>
                  <a:srgbClr val="00FF00"/>
                </a:solidFill>
                <a:latin typeface=".VnArial" panose="020B7200000000000000" pitchFamily="34" charset="0"/>
              </a:defRPr>
            </a:lvl2pPr>
            <a:lvl3pPr marL="1143000" indent="-228600" eaLnBrk="0" hangingPunct="0">
              <a:defRPr sz="2400">
                <a:solidFill>
                  <a:srgbClr val="00FF00"/>
                </a:solidFill>
                <a:latin typeface=".VnArial" panose="020B7200000000000000" pitchFamily="34" charset="0"/>
              </a:defRPr>
            </a:lvl3pPr>
            <a:lvl4pPr marL="1600200" indent="-228600" eaLnBrk="0" hangingPunct="0">
              <a:defRPr sz="2400">
                <a:solidFill>
                  <a:srgbClr val="00FF00"/>
                </a:solidFill>
                <a:latin typeface=".VnArial" panose="020B7200000000000000" pitchFamily="34" charset="0"/>
              </a:defRPr>
            </a:lvl4pPr>
            <a:lvl5pPr marL="2057400" indent="-228600" eaLnBrk="0" hangingPunct="0">
              <a:defRPr sz="2400">
                <a:solidFill>
                  <a:srgbClr val="00FF00"/>
                </a:solidFill>
                <a:latin typeface=".VnArial" panose="020B7200000000000000" pitchFamily="34" charset="0"/>
              </a:defRPr>
            </a:lvl5pPr>
            <a:lvl6pPr marL="2514600" indent="-228600" eaLnBrk="0" fontAlgn="base" hangingPunct="0">
              <a:spcBef>
                <a:spcPct val="0"/>
              </a:spcBef>
              <a:spcAft>
                <a:spcPct val="0"/>
              </a:spcAft>
              <a:defRPr sz="2400">
                <a:solidFill>
                  <a:srgbClr val="00FF00"/>
                </a:solidFill>
                <a:latin typeface=".VnArial" panose="020B7200000000000000" pitchFamily="34" charset="0"/>
              </a:defRPr>
            </a:lvl6pPr>
            <a:lvl7pPr marL="2971800" indent="-228600" eaLnBrk="0" fontAlgn="base" hangingPunct="0">
              <a:spcBef>
                <a:spcPct val="0"/>
              </a:spcBef>
              <a:spcAft>
                <a:spcPct val="0"/>
              </a:spcAft>
              <a:defRPr sz="2400">
                <a:solidFill>
                  <a:srgbClr val="00FF00"/>
                </a:solidFill>
                <a:latin typeface=".VnArial" panose="020B7200000000000000" pitchFamily="34" charset="0"/>
              </a:defRPr>
            </a:lvl7pPr>
            <a:lvl8pPr marL="3429000" indent="-228600" eaLnBrk="0" fontAlgn="base" hangingPunct="0">
              <a:spcBef>
                <a:spcPct val="0"/>
              </a:spcBef>
              <a:spcAft>
                <a:spcPct val="0"/>
              </a:spcAft>
              <a:defRPr sz="2400">
                <a:solidFill>
                  <a:srgbClr val="00FF00"/>
                </a:solidFill>
                <a:latin typeface=".VnArial" panose="020B7200000000000000" pitchFamily="34" charset="0"/>
              </a:defRPr>
            </a:lvl8pPr>
            <a:lvl9pPr marL="3886200" indent="-228600" eaLnBrk="0" fontAlgn="base" hangingPunct="0">
              <a:spcBef>
                <a:spcPct val="0"/>
              </a:spcBef>
              <a:spcAft>
                <a:spcPct val="0"/>
              </a:spcAft>
              <a:defRPr sz="2400">
                <a:solidFill>
                  <a:srgbClr val="00FF00"/>
                </a:solidFill>
                <a:latin typeface=".VnArial" panose="020B7200000000000000" pitchFamily="34" charset="0"/>
              </a:defRPr>
            </a:lvl9pPr>
          </a:lstStyle>
          <a:p>
            <a:pPr eaLnBrk="1" hangingPunct="1"/>
            <a:r>
              <a:rPr lang="en-US" altLang="en-US" sz="2800" b="1">
                <a:solidFill>
                  <a:srgbClr val="FF0000"/>
                </a:solidFill>
                <a:latin typeface="Times New Roman" panose="02020603050405020304" pitchFamily="18" charset="0"/>
                <a:cs typeface="Times New Roman" panose="02020603050405020304" pitchFamily="18" charset="0"/>
              </a:rPr>
              <a:t>1848</a:t>
            </a:r>
          </a:p>
        </p:txBody>
      </p:sp>
      <p:sp>
        <p:nvSpPr>
          <p:cNvPr id="35850" name="Rectangle 19"/>
          <p:cNvSpPr>
            <a:spLocks noChangeArrowheads="1"/>
          </p:cNvSpPr>
          <p:nvPr/>
        </p:nvSpPr>
        <p:spPr bwMode="auto">
          <a:xfrm>
            <a:off x="8686800" y="5029201"/>
            <a:ext cx="157927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rgbClr val="00FF00"/>
                </a:solidFill>
                <a:latin typeface=".VnArial" panose="020B7200000000000000" pitchFamily="34" charset="0"/>
              </a:defRPr>
            </a:lvl1pPr>
            <a:lvl2pPr marL="742950" indent="-285750" eaLnBrk="0" hangingPunct="0">
              <a:defRPr sz="2400">
                <a:solidFill>
                  <a:srgbClr val="00FF00"/>
                </a:solidFill>
                <a:latin typeface=".VnArial" panose="020B7200000000000000" pitchFamily="34" charset="0"/>
              </a:defRPr>
            </a:lvl2pPr>
            <a:lvl3pPr marL="1143000" indent="-228600" eaLnBrk="0" hangingPunct="0">
              <a:defRPr sz="2400">
                <a:solidFill>
                  <a:srgbClr val="00FF00"/>
                </a:solidFill>
                <a:latin typeface=".VnArial" panose="020B7200000000000000" pitchFamily="34" charset="0"/>
              </a:defRPr>
            </a:lvl3pPr>
            <a:lvl4pPr marL="1600200" indent="-228600" eaLnBrk="0" hangingPunct="0">
              <a:defRPr sz="2400">
                <a:solidFill>
                  <a:srgbClr val="00FF00"/>
                </a:solidFill>
                <a:latin typeface=".VnArial" panose="020B7200000000000000" pitchFamily="34" charset="0"/>
              </a:defRPr>
            </a:lvl4pPr>
            <a:lvl5pPr marL="2057400" indent="-228600" eaLnBrk="0" hangingPunct="0">
              <a:defRPr sz="2400">
                <a:solidFill>
                  <a:srgbClr val="00FF00"/>
                </a:solidFill>
                <a:latin typeface=".VnArial" panose="020B7200000000000000" pitchFamily="34" charset="0"/>
              </a:defRPr>
            </a:lvl5pPr>
            <a:lvl6pPr marL="2514600" indent="-228600" eaLnBrk="0" fontAlgn="base" hangingPunct="0">
              <a:spcBef>
                <a:spcPct val="0"/>
              </a:spcBef>
              <a:spcAft>
                <a:spcPct val="0"/>
              </a:spcAft>
              <a:defRPr sz="2400">
                <a:solidFill>
                  <a:srgbClr val="00FF00"/>
                </a:solidFill>
                <a:latin typeface=".VnArial" panose="020B7200000000000000" pitchFamily="34" charset="0"/>
              </a:defRPr>
            </a:lvl6pPr>
            <a:lvl7pPr marL="2971800" indent="-228600" eaLnBrk="0" fontAlgn="base" hangingPunct="0">
              <a:spcBef>
                <a:spcPct val="0"/>
              </a:spcBef>
              <a:spcAft>
                <a:spcPct val="0"/>
              </a:spcAft>
              <a:defRPr sz="2400">
                <a:solidFill>
                  <a:srgbClr val="00FF00"/>
                </a:solidFill>
                <a:latin typeface=".VnArial" panose="020B7200000000000000" pitchFamily="34" charset="0"/>
              </a:defRPr>
            </a:lvl7pPr>
            <a:lvl8pPr marL="3429000" indent="-228600" eaLnBrk="0" fontAlgn="base" hangingPunct="0">
              <a:spcBef>
                <a:spcPct val="0"/>
              </a:spcBef>
              <a:spcAft>
                <a:spcPct val="0"/>
              </a:spcAft>
              <a:defRPr sz="2400">
                <a:solidFill>
                  <a:srgbClr val="00FF00"/>
                </a:solidFill>
                <a:latin typeface=".VnArial" panose="020B7200000000000000" pitchFamily="34" charset="0"/>
              </a:defRPr>
            </a:lvl8pPr>
            <a:lvl9pPr marL="3886200" indent="-228600" eaLnBrk="0" fontAlgn="base" hangingPunct="0">
              <a:spcBef>
                <a:spcPct val="0"/>
              </a:spcBef>
              <a:spcAft>
                <a:spcPct val="0"/>
              </a:spcAft>
              <a:defRPr sz="2400">
                <a:solidFill>
                  <a:srgbClr val="00FF00"/>
                </a:solidFill>
                <a:latin typeface=".VnArial" panose="020B7200000000000000" pitchFamily="34" charset="0"/>
              </a:defRPr>
            </a:lvl9pPr>
          </a:lstStyle>
          <a:p>
            <a:pPr eaLnBrk="1" hangingPunct="1"/>
            <a:r>
              <a:rPr lang="en-US" altLang="en-US" b="1">
                <a:solidFill>
                  <a:srgbClr val="000000"/>
                </a:solidFill>
                <a:latin typeface=".VnTime" panose="020B7200000000000000" pitchFamily="34" charset="0"/>
              </a:rPr>
              <a:t>TT.XHCN</a:t>
            </a:r>
          </a:p>
        </p:txBody>
      </p:sp>
      <p:sp>
        <p:nvSpPr>
          <p:cNvPr id="164884" name="Rectangle 20"/>
          <p:cNvSpPr>
            <a:spLocks noChangeArrowheads="1"/>
          </p:cNvSpPr>
          <p:nvPr/>
        </p:nvSpPr>
        <p:spPr bwMode="auto">
          <a:xfrm>
            <a:off x="4762500" y="5748339"/>
            <a:ext cx="1601788" cy="954087"/>
          </a:xfrm>
          <a:prstGeom prst="rect">
            <a:avLst/>
          </a:prstGeom>
          <a:ln/>
        </p:spPr>
        <p:style>
          <a:lnRef idx="1">
            <a:schemeClr val="accent6"/>
          </a:lnRef>
          <a:fillRef idx="2">
            <a:schemeClr val="accent6"/>
          </a:fillRef>
          <a:effectRef idx="1">
            <a:schemeClr val="accent6"/>
          </a:effectRef>
          <a:fontRef idx="minor">
            <a:schemeClr val="dk1"/>
          </a:fontRef>
        </p:style>
        <p:txBody>
          <a:bodyPr>
            <a:spAutoFit/>
          </a:bodyPr>
          <a:lstStyle>
            <a:lvl1pPr eaLnBrk="0" hangingPunct="0">
              <a:spcBef>
                <a:spcPct val="20000"/>
              </a:spcBef>
              <a:buFont typeface="Arial" pitchFamily="34" charset="0"/>
              <a:buChar char="•"/>
              <a:defRPr sz="3200">
                <a:solidFill>
                  <a:schemeClr val="tx1"/>
                </a:solidFill>
                <a:latin typeface="Calibri" pitchFamily="34" charset="0"/>
              </a:defRPr>
            </a:lvl1pPr>
            <a:lvl2pPr marL="742950" indent="-285750" eaLnBrk="0" hangingPunct="0">
              <a:spcBef>
                <a:spcPct val="20000"/>
              </a:spcBef>
              <a:buFont typeface="Arial" pitchFamily="34" charset="0"/>
              <a:buChar char="–"/>
              <a:defRPr sz="2800">
                <a:solidFill>
                  <a:schemeClr val="tx1"/>
                </a:solidFill>
                <a:latin typeface="Calibri" pitchFamily="34" charset="0"/>
              </a:defRPr>
            </a:lvl2pPr>
            <a:lvl3pPr marL="1143000" indent="-228600" eaLnBrk="0" hangingPunct="0">
              <a:spcBef>
                <a:spcPct val="20000"/>
              </a:spcBef>
              <a:buFont typeface="Arial" pitchFamily="34" charset="0"/>
              <a:buChar char="•"/>
              <a:defRPr sz="2400">
                <a:solidFill>
                  <a:schemeClr val="tx1"/>
                </a:solidFill>
                <a:latin typeface="Calibri" pitchFamily="34" charset="0"/>
              </a:defRPr>
            </a:lvl3pPr>
            <a:lvl4pPr marL="1600200" indent="-228600" eaLnBrk="0" hangingPunct="0">
              <a:spcBef>
                <a:spcPct val="20000"/>
              </a:spcBef>
              <a:buFont typeface="Arial" pitchFamily="34" charset="0"/>
              <a:buChar char="–"/>
              <a:defRPr sz="2000">
                <a:solidFill>
                  <a:schemeClr val="tx1"/>
                </a:solidFill>
                <a:latin typeface="Calibri" pitchFamily="34" charset="0"/>
              </a:defRPr>
            </a:lvl4pPr>
            <a:lvl5pPr marL="2057400" indent="-228600" eaLnBrk="0" hangingPunct="0">
              <a:spcBef>
                <a:spcPct val="20000"/>
              </a:spcBef>
              <a:buFont typeface="Arial" pitchFamily="34"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9pPr>
          </a:lstStyle>
          <a:p>
            <a:pPr algn="ctr" eaLnBrk="1" hangingPunct="1">
              <a:spcBef>
                <a:spcPct val="0"/>
              </a:spcBef>
              <a:buFontTx/>
              <a:buNone/>
              <a:defRPr/>
            </a:pPr>
            <a:r>
              <a:rPr lang="en-US" altLang="en-US" sz="2800" b="1" dirty="0">
                <a:solidFill>
                  <a:prstClr val="black"/>
                </a:solidFill>
                <a:latin typeface="Times New Roman" panose="02020603050405020304" pitchFamily="18" charset="0"/>
                <a:cs typeface="Times New Roman" panose="02020603050405020304" pitchFamily="18" charset="0"/>
              </a:rPr>
              <a:t>CNXH</a:t>
            </a:r>
          </a:p>
          <a:p>
            <a:pPr algn="ctr" eaLnBrk="1" hangingPunct="1">
              <a:spcBef>
                <a:spcPct val="0"/>
              </a:spcBef>
              <a:buFontTx/>
              <a:buNone/>
              <a:defRPr/>
            </a:pPr>
            <a:r>
              <a:rPr lang="en-US" altLang="en-US" sz="2800" b="1" dirty="0" err="1">
                <a:solidFill>
                  <a:prstClr val="black"/>
                </a:solidFill>
                <a:latin typeface="Times New Roman" panose="02020603050405020304" pitchFamily="18" charset="0"/>
                <a:cs typeface="Times New Roman" panose="02020603050405020304" pitchFamily="18" charset="0"/>
              </a:rPr>
              <a:t>Lý</a:t>
            </a:r>
            <a:r>
              <a:rPr lang="en-US" altLang="en-US" sz="2800" b="1" dirty="0">
                <a:solidFill>
                  <a:prstClr val="black"/>
                </a:solidFill>
                <a:latin typeface="Times New Roman" panose="02020603050405020304" pitchFamily="18" charset="0"/>
                <a:cs typeface="Times New Roman" panose="02020603050405020304" pitchFamily="18" charset="0"/>
              </a:rPr>
              <a:t> </a:t>
            </a:r>
            <a:r>
              <a:rPr lang="en-US" altLang="en-US" sz="2800" b="1" dirty="0" err="1">
                <a:solidFill>
                  <a:prstClr val="black"/>
                </a:solidFill>
                <a:latin typeface="Times New Roman" panose="02020603050405020304" pitchFamily="18" charset="0"/>
                <a:cs typeface="Times New Roman" panose="02020603050405020304" pitchFamily="18" charset="0"/>
              </a:rPr>
              <a:t>luận</a:t>
            </a:r>
            <a:endParaRPr lang="en-US" altLang="en-US" sz="2800" b="1" dirty="0">
              <a:solidFill>
                <a:prstClr val="black"/>
              </a:solidFill>
              <a:latin typeface="Times New Roman" panose="02020603050405020304" pitchFamily="18" charset="0"/>
              <a:cs typeface="Times New Roman" panose="02020603050405020304" pitchFamily="18" charset="0"/>
            </a:endParaRPr>
          </a:p>
        </p:txBody>
      </p:sp>
      <p:sp>
        <p:nvSpPr>
          <p:cNvPr id="164885" name="Rectangle 21"/>
          <p:cNvSpPr>
            <a:spLocks noChangeArrowheads="1"/>
          </p:cNvSpPr>
          <p:nvPr/>
        </p:nvSpPr>
        <p:spPr bwMode="auto">
          <a:xfrm>
            <a:off x="8402638" y="5786439"/>
            <a:ext cx="2112962" cy="954087"/>
          </a:xfrm>
          <a:prstGeom prst="rect">
            <a:avLst/>
          </a:prstGeom>
          <a:ln/>
        </p:spPr>
        <p:style>
          <a:lnRef idx="3">
            <a:schemeClr val="lt1"/>
          </a:lnRef>
          <a:fillRef idx="1">
            <a:schemeClr val="accent6"/>
          </a:fillRef>
          <a:effectRef idx="1">
            <a:schemeClr val="accent6"/>
          </a:effectRef>
          <a:fontRef idx="minor">
            <a:schemeClr val="lt1"/>
          </a:fontRef>
        </p:style>
        <p:txBody>
          <a:bodyPr>
            <a:spAutoFit/>
          </a:bodyPr>
          <a:lstStyle>
            <a:lvl1pPr eaLnBrk="0" hangingPunct="0">
              <a:spcBef>
                <a:spcPct val="20000"/>
              </a:spcBef>
              <a:buFont typeface="Arial" pitchFamily="34" charset="0"/>
              <a:buChar char="•"/>
              <a:defRPr sz="3200">
                <a:solidFill>
                  <a:schemeClr val="tx1"/>
                </a:solidFill>
                <a:latin typeface="Calibri" pitchFamily="34" charset="0"/>
              </a:defRPr>
            </a:lvl1pPr>
            <a:lvl2pPr marL="742950" indent="-285750" eaLnBrk="0" hangingPunct="0">
              <a:spcBef>
                <a:spcPct val="20000"/>
              </a:spcBef>
              <a:buFont typeface="Arial" pitchFamily="34" charset="0"/>
              <a:buChar char="–"/>
              <a:defRPr sz="2800">
                <a:solidFill>
                  <a:schemeClr val="tx1"/>
                </a:solidFill>
                <a:latin typeface="Calibri" pitchFamily="34" charset="0"/>
              </a:defRPr>
            </a:lvl2pPr>
            <a:lvl3pPr marL="1143000" indent="-228600" eaLnBrk="0" hangingPunct="0">
              <a:spcBef>
                <a:spcPct val="20000"/>
              </a:spcBef>
              <a:buFont typeface="Arial" pitchFamily="34" charset="0"/>
              <a:buChar char="•"/>
              <a:defRPr sz="2400">
                <a:solidFill>
                  <a:schemeClr val="tx1"/>
                </a:solidFill>
                <a:latin typeface="Calibri" pitchFamily="34" charset="0"/>
              </a:defRPr>
            </a:lvl3pPr>
            <a:lvl4pPr marL="1600200" indent="-228600" eaLnBrk="0" hangingPunct="0">
              <a:spcBef>
                <a:spcPct val="20000"/>
              </a:spcBef>
              <a:buFont typeface="Arial" pitchFamily="34" charset="0"/>
              <a:buChar char="–"/>
              <a:defRPr sz="2000">
                <a:solidFill>
                  <a:schemeClr val="tx1"/>
                </a:solidFill>
                <a:latin typeface="Calibri" pitchFamily="34" charset="0"/>
              </a:defRPr>
            </a:lvl4pPr>
            <a:lvl5pPr marL="2057400" indent="-228600" eaLnBrk="0" hangingPunct="0">
              <a:spcBef>
                <a:spcPct val="20000"/>
              </a:spcBef>
              <a:buFont typeface="Arial" pitchFamily="34"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9pPr>
          </a:lstStyle>
          <a:p>
            <a:pPr algn="ctr" eaLnBrk="1" hangingPunct="1">
              <a:spcBef>
                <a:spcPct val="0"/>
              </a:spcBef>
              <a:buFontTx/>
              <a:buNone/>
              <a:defRPr/>
            </a:pPr>
            <a:r>
              <a:rPr lang="en-US" altLang="en-US" sz="2800" b="1" dirty="0">
                <a:solidFill>
                  <a:prstClr val="black"/>
                </a:solidFill>
                <a:latin typeface="Times New Roman" panose="02020603050405020304" pitchFamily="18" charset="0"/>
                <a:cs typeface="Times New Roman" panose="02020603050405020304" pitchFamily="18" charset="0"/>
              </a:rPr>
              <a:t>CNXH </a:t>
            </a:r>
          </a:p>
          <a:p>
            <a:pPr algn="ctr" eaLnBrk="1" hangingPunct="1">
              <a:spcBef>
                <a:spcPct val="0"/>
              </a:spcBef>
              <a:buFontTx/>
              <a:buNone/>
              <a:defRPr/>
            </a:pPr>
            <a:r>
              <a:rPr lang="en-US" altLang="en-US" sz="2800" b="1" dirty="0" err="1">
                <a:solidFill>
                  <a:prstClr val="black"/>
                </a:solidFill>
                <a:latin typeface="Times New Roman" panose="02020603050405020304" pitchFamily="18" charset="0"/>
                <a:cs typeface="Times New Roman" panose="02020603050405020304" pitchFamily="18" charset="0"/>
              </a:rPr>
              <a:t>Hiện</a:t>
            </a:r>
            <a:r>
              <a:rPr lang="en-US" altLang="en-US" sz="2800" b="1" dirty="0">
                <a:solidFill>
                  <a:prstClr val="black"/>
                </a:solidFill>
                <a:latin typeface="Times New Roman" panose="02020603050405020304" pitchFamily="18" charset="0"/>
                <a:cs typeface="Times New Roman" panose="02020603050405020304" pitchFamily="18" charset="0"/>
              </a:rPr>
              <a:t> </a:t>
            </a:r>
            <a:r>
              <a:rPr lang="en-US" altLang="en-US" sz="2800" b="1" dirty="0" err="1">
                <a:solidFill>
                  <a:prstClr val="black"/>
                </a:solidFill>
                <a:latin typeface="Times New Roman" panose="02020603050405020304" pitchFamily="18" charset="0"/>
                <a:cs typeface="Times New Roman" panose="02020603050405020304" pitchFamily="18" charset="0"/>
              </a:rPr>
              <a:t>thực</a:t>
            </a:r>
            <a:endParaRPr lang="en-US" altLang="en-US" sz="2800" b="1" dirty="0">
              <a:solidFill>
                <a:prstClr val="black"/>
              </a:solidFill>
              <a:latin typeface="Times New Roman" panose="02020603050405020304" pitchFamily="18" charset="0"/>
              <a:cs typeface="Times New Roman" panose="02020603050405020304" pitchFamily="18" charset="0"/>
            </a:endParaRPr>
          </a:p>
        </p:txBody>
      </p:sp>
      <p:sp>
        <p:nvSpPr>
          <p:cNvPr id="35853" name="Line 22"/>
          <p:cNvSpPr>
            <a:spLocks noChangeShapeType="1"/>
          </p:cNvSpPr>
          <p:nvPr/>
        </p:nvSpPr>
        <p:spPr bwMode="auto">
          <a:xfrm>
            <a:off x="1905000" y="5486400"/>
            <a:ext cx="457200" cy="0"/>
          </a:xfrm>
          <a:prstGeom prst="line">
            <a:avLst/>
          </a:prstGeom>
          <a:noFill/>
          <a:ln w="28575">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164889" name="Line 25"/>
          <p:cNvSpPr>
            <a:spLocks noChangeShapeType="1"/>
          </p:cNvSpPr>
          <p:nvPr/>
        </p:nvSpPr>
        <p:spPr bwMode="auto">
          <a:xfrm>
            <a:off x="2286000" y="2819400"/>
            <a:ext cx="769620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64890" name="Rectangle 26"/>
          <p:cNvSpPr>
            <a:spLocks noChangeArrowheads="1"/>
          </p:cNvSpPr>
          <p:nvPr/>
        </p:nvSpPr>
        <p:spPr bwMode="auto">
          <a:xfrm>
            <a:off x="5638800" y="2176463"/>
            <a:ext cx="990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FF00"/>
                </a:solidFill>
                <a:latin typeface=".VnArial" panose="020B7200000000000000" pitchFamily="34" charset="0"/>
              </a:defRPr>
            </a:lvl1pPr>
            <a:lvl2pPr marL="742950" indent="-285750" eaLnBrk="0" hangingPunct="0">
              <a:defRPr sz="2400">
                <a:solidFill>
                  <a:srgbClr val="00FF00"/>
                </a:solidFill>
                <a:latin typeface=".VnArial" panose="020B7200000000000000" pitchFamily="34" charset="0"/>
              </a:defRPr>
            </a:lvl2pPr>
            <a:lvl3pPr marL="1143000" indent="-228600" eaLnBrk="0" hangingPunct="0">
              <a:defRPr sz="2400">
                <a:solidFill>
                  <a:srgbClr val="00FF00"/>
                </a:solidFill>
                <a:latin typeface=".VnArial" panose="020B7200000000000000" pitchFamily="34" charset="0"/>
              </a:defRPr>
            </a:lvl3pPr>
            <a:lvl4pPr marL="1600200" indent="-228600" eaLnBrk="0" hangingPunct="0">
              <a:defRPr sz="2400">
                <a:solidFill>
                  <a:srgbClr val="00FF00"/>
                </a:solidFill>
                <a:latin typeface=".VnArial" panose="020B7200000000000000" pitchFamily="34" charset="0"/>
              </a:defRPr>
            </a:lvl4pPr>
            <a:lvl5pPr marL="2057400" indent="-228600" eaLnBrk="0" hangingPunct="0">
              <a:defRPr sz="2400">
                <a:solidFill>
                  <a:srgbClr val="00FF00"/>
                </a:solidFill>
                <a:latin typeface=".VnArial" panose="020B7200000000000000" pitchFamily="34" charset="0"/>
              </a:defRPr>
            </a:lvl5pPr>
            <a:lvl6pPr marL="2514600" indent="-228600" eaLnBrk="0" fontAlgn="base" hangingPunct="0">
              <a:spcBef>
                <a:spcPct val="0"/>
              </a:spcBef>
              <a:spcAft>
                <a:spcPct val="0"/>
              </a:spcAft>
              <a:defRPr sz="2400">
                <a:solidFill>
                  <a:srgbClr val="00FF00"/>
                </a:solidFill>
                <a:latin typeface=".VnArial" panose="020B7200000000000000" pitchFamily="34" charset="0"/>
              </a:defRPr>
            </a:lvl6pPr>
            <a:lvl7pPr marL="2971800" indent="-228600" eaLnBrk="0" fontAlgn="base" hangingPunct="0">
              <a:spcBef>
                <a:spcPct val="0"/>
              </a:spcBef>
              <a:spcAft>
                <a:spcPct val="0"/>
              </a:spcAft>
              <a:defRPr sz="2400">
                <a:solidFill>
                  <a:srgbClr val="00FF00"/>
                </a:solidFill>
                <a:latin typeface=".VnArial" panose="020B7200000000000000" pitchFamily="34" charset="0"/>
              </a:defRPr>
            </a:lvl7pPr>
            <a:lvl8pPr marL="3429000" indent="-228600" eaLnBrk="0" fontAlgn="base" hangingPunct="0">
              <a:spcBef>
                <a:spcPct val="0"/>
              </a:spcBef>
              <a:spcAft>
                <a:spcPct val="0"/>
              </a:spcAft>
              <a:defRPr sz="2400">
                <a:solidFill>
                  <a:srgbClr val="00FF00"/>
                </a:solidFill>
                <a:latin typeface=".VnArial" panose="020B7200000000000000" pitchFamily="34" charset="0"/>
              </a:defRPr>
            </a:lvl8pPr>
            <a:lvl9pPr marL="3886200" indent="-228600" eaLnBrk="0" fontAlgn="base" hangingPunct="0">
              <a:spcBef>
                <a:spcPct val="0"/>
              </a:spcBef>
              <a:spcAft>
                <a:spcPct val="0"/>
              </a:spcAft>
              <a:defRPr sz="2400">
                <a:solidFill>
                  <a:srgbClr val="00FF00"/>
                </a:solidFill>
                <a:latin typeface=".VnArial" panose="020B7200000000000000" pitchFamily="34" charset="0"/>
              </a:defRPr>
            </a:lvl9pPr>
          </a:lstStyle>
          <a:p>
            <a:pPr eaLnBrk="1" hangingPunct="1"/>
            <a:r>
              <a:rPr lang="en-US" altLang="en-US" b="1">
                <a:solidFill>
                  <a:srgbClr val="FF0000"/>
                </a:solidFill>
                <a:latin typeface="Times New Roman" panose="02020603050405020304" pitchFamily="18" charset="0"/>
                <a:cs typeface="Times New Roman" panose="02020603050405020304" pitchFamily="18" charset="0"/>
              </a:rPr>
              <a:t>1848</a:t>
            </a:r>
          </a:p>
        </p:txBody>
      </p:sp>
      <p:sp>
        <p:nvSpPr>
          <p:cNvPr id="164891" name="Rectangle 27"/>
          <p:cNvSpPr>
            <a:spLocks noChangeArrowheads="1"/>
          </p:cNvSpPr>
          <p:nvPr/>
        </p:nvSpPr>
        <p:spPr bwMode="auto">
          <a:xfrm>
            <a:off x="8534401" y="2133600"/>
            <a:ext cx="15652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rgbClr val="00FF00"/>
                </a:solidFill>
                <a:latin typeface=".VnArial" panose="020B7200000000000000" pitchFamily="34" charset="0"/>
              </a:defRPr>
            </a:lvl1pPr>
            <a:lvl2pPr marL="742950" indent="-285750" eaLnBrk="0" hangingPunct="0">
              <a:defRPr sz="2400">
                <a:solidFill>
                  <a:srgbClr val="00FF00"/>
                </a:solidFill>
                <a:latin typeface=".VnArial" panose="020B7200000000000000" pitchFamily="34" charset="0"/>
              </a:defRPr>
            </a:lvl2pPr>
            <a:lvl3pPr marL="1143000" indent="-228600" eaLnBrk="0" hangingPunct="0">
              <a:defRPr sz="2400">
                <a:solidFill>
                  <a:srgbClr val="00FF00"/>
                </a:solidFill>
                <a:latin typeface=".VnArial" panose="020B7200000000000000" pitchFamily="34" charset="0"/>
              </a:defRPr>
            </a:lvl3pPr>
            <a:lvl4pPr marL="1600200" indent="-228600" eaLnBrk="0" hangingPunct="0">
              <a:defRPr sz="2400">
                <a:solidFill>
                  <a:srgbClr val="00FF00"/>
                </a:solidFill>
                <a:latin typeface=".VnArial" panose="020B7200000000000000" pitchFamily="34" charset="0"/>
              </a:defRPr>
            </a:lvl4pPr>
            <a:lvl5pPr marL="2057400" indent="-228600" eaLnBrk="0" hangingPunct="0">
              <a:defRPr sz="2400">
                <a:solidFill>
                  <a:srgbClr val="00FF00"/>
                </a:solidFill>
                <a:latin typeface=".VnArial" panose="020B7200000000000000" pitchFamily="34" charset="0"/>
              </a:defRPr>
            </a:lvl5pPr>
            <a:lvl6pPr marL="2514600" indent="-228600" eaLnBrk="0" fontAlgn="base" hangingPunct="0">
              <a:spcBef>
                <a:spcPct val="0"/>
              </a:spcBef>
              <a:spcAft>
                <a:spcPct val="0"/>
              </a:spcAft>
              <a:defRPr sz="2400">
                <a:solidFill>
                  <a:srgbClr val="00FF00"/>
                </a:solidFill>
                <a:latin typeface=".VnArial" panose="020B7200000000000000" pitchFamily="34" charset="0"/>
              </a:defRPr>
            </a:lvl6pPr>
            <a:lvl7pPr marL="2971800" indent="-228600" eaLnBrk="0" fontAlgn="base" hangingPunct="0">
              <a:spcBef>
                <a:spcPct val="0"/>
              </a:spcBef>
              <a:spcAft>
                <a:spcPct val="0"/>
              </a:spcAft>
              <a:defRPr sz="2400">
                <a:solidFill>
                  <a:srgbClr val="00FF00"/>
                </a:solidFill>
                <a:latin typeface=".VnArial" panose="020B7200000000000000" pitchFamily="34" charset="0"/>
              </a:defRPr>
            </a:lvl7pPr>
            <a:lvl8pPr marL="3429000" indent="-228600" eaLnBrk="0" fontAlgn="base" hangingPunct="0">
              <a:spcBef>
                <a:spcPct val="0"/>
              </a:spcBef>
              <a:spcAft>
                <a:spcPct val="0"/>
              </a:spcAft>
              <a:defRPr sz="2400">
                <a:solidFill>
                  <a:srgbClr val="00FF00"/>
                </a:solidFill>
                <a:latin typeface=".VnArial" panose="020B7200000000000000" pitchFamily="34" charset="0"/>
              </a:defRPr>
            </a:lvl8pPr>
            <a:lvl9pPr marL="3886200" indent="-228600" eaLnBrk="0" fontAlgn="base" hangingPunct="0">
              <a:spcBef>
                <a:spcPct val="0"/>
              </a:spcBef>
              <a:spcAft>
                <a:spcPct val="0"/>
              </a:spcAft>
              <a:defRPr sz="2400">
                <a:solidFill>
                  <a:srgbClr val="00FF00"/>
                </a:solidFill>
                <a:latin typeface=".VnArial" panose="020B7200000000000000" pitchFamily="34" charset="0"/>
              </a:defRPr>
            </a:lvl9pPr>
          </a:lstStyle>
          <a:p>
            <a:pPr eaLnBrk="1" hangingPunct="1"/>
            <a:r>
              <a:rPr lang="en-US" altLang="en-US" b="1">
                <a:solidFill>
                  <a:srgbClr val="000000"/>
                </a:solidFill>
                <a:latin typeface=".VnTime" panose="020B7200000000000000" pitchFamily="34" charset="0"/>
              </a:rPr>
              <a:t>TT.XHCN</a:t>
            </a:r>
          </a:p>
        </p:txBody>
      </p:sp>
      <p:sp>
        <p:nvSpPr>
          <p:cNvPr id="164892" name="Line 28"/>
          <p:cNvSpPr>
            <a:spLocks noChangeShapeType="1"/>
          </p:cNvSpPr>
          <p:nvPr/>
        </p:nvSpPr>
        <p:spPr bwMode="auto">
          <a:xfrm>
            <a:off x="2286000" y="2590800"/>
            <a:ext cx="0" cy="4572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4893" name="Line 29"/>
          <p:cNvSpPr>
            <a:spLocks noChangeShapeType="1"/>
          </p:cNvSpPr>
          <p:nvPr/>
        </p:nvSpPr>
        <p:spPr bwMode="auto">
          <a:xfrm>
            <a:off x="5943600" y="2590800"/>
            <a:ext cx="0" cy="3810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4895" name="Line 31"/>
          <p:cNvSpPr>
            <a:spLocks noChangeShapeType="1"/>
          </p:cNvSpPr>
          <p:nvPr/>
        </p:nvSpPr>
        <p:spPr bwMode="auto">
          <a:xfrm>
            <a:off x="1905000" y="2819400"/>
            <a:ext cx="381000" cy="0"/>
          </a:xfrm>
          <a:prstGeom prst="line">
            <a:avLst/>
          </a:prstGeom>
          <a:noFill/>
          <a:ln w="381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164896" name="Rectangle 32"/>
          <p:cNvSpPr>
            <a:spLocks noChangeArrowheads="1"/>
          </p:cNvSpPr>
          <p:nvPr/>
        </p:nvSpPr>
        <p:spPr bwMode="auto">
          <a:xfrm>
            <a:off x="1600200" y="1930401"/>
            <a:ext cx="12192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FF00"/>
                </a:solidFill>
                <a:latin typeface=".VnArial" panose="020B7200000000000000" pitchFamily="34" charset="0"/>
              </a:defRPr>
            </a:lvl1pPr>
            <a:lvl2pPr marL="742950" indent="-285750" eaLnBrk="0" hangingPunct="0">
              <a:defRPr sz="2400">
                <a:solidFill>
                  <a:srgbClr val="00FF00"/>
                </a:solidFill>
                <a:latin typeface=".VnArial" panose="020B7200000000000000" pitchFamily="34" charset="0"/>
              </a:defRPr>
            </a:lvl2pPr>
            <a:lvl3pPr marL="1143000" indent="-228600" eaLnBrk="0" hangingPunct="0">
              <a:defRPr sz="2400">
                <a:solidFill>
                  <a:srgbClr val="00FF00"/>
                </a:solidFill>
                <a:latin typeface=".VnArial" panose="020B7200000000000000" pitchFamily="34" charset="0"/>
              </a:defRPr>
            </a:lvl3pPr>
            <a:lvl4pPr marL="1600200" indent="-228600" eaLnBrk="0" hangingPunct="0">
              <a:defRPr sz="2400">
                <a:solidFill>
                  <a:srgbClr val="00FF00"/>
                </a:solidFill>
                <a:latin typeface=".VnArial" panose="020B7200000000000000" pitchFamily="34" charset="0"/>
              </a:defRPr>
            </a:lvl4pPr>
            <a:lvl5pPr marL="2057400" indent="-228600" eaLnBrk="0" hangingPunct="0">
              <a:defRPr sz="2400">
                <a:solidFill>
                  <a:srgbClr val="00FF00"/>
                </a:solidFill>
                <a:latin typeface=".VnArial" panose="020B7200000000000000" pitchFamily="34" charset="0"/>
              </a:defRPr>
            </a:lvl5pPr>
            <a:lvl6pPr marL="2514600" indent="-228600" eaLnBrk="0" fontAlgn="base" hangingPunct="0">
              <a:spcBef>
                <a:spcPct val="0"/>
              </a:spcBef>
              <a:spcAft>
                <a:spcPct val="0"/>
              </a:spcAft>
              <a:defRPr sz="2400">
                <a:solidFill>
                  <a:srgbClr val="00FF00"/>
                </a:solidFill>
                <a:latin typeface=".VnArial" panose="020B7200000000000000" pitchFamily="34" charset="0"/>
              </a:defRPr>
            </a:lvl6pPr>
            <a:lvl7pPr marL="2971800" indent="-228600" eaLnBrk="0" fontAlgn="base" hangingPunct="0">
              <a:spcBef>
                <a:spcPct val="0"/>
              </a:spcBef>
              <a:spcAft>
                <a:spcPct val="0"/>
              </a:spcAft>
              <a:defRPr sz="2400">
                <a:solidFill>
                  <a:srgbClr val="00FF00"/>
                </a:solidFill>
                <a:latin typeface=".VnArial" panose="020B7200000000000000" pitchFamily="34" charset="0"/>
              </a:defRPr>
            </a:lvl7pPr>
            <a:lvl8pPr marL="3429000" indent="-228600" eaLnBrk="0" fontAlgn="base" hangingPunct="0">
              <a:spcBef>
                <a:spcPct val="0"/>
              </a:spcBef>
              <a:spcAft>
                <a:spcPct val="0"/>
              </a:spcAft>
              <a:defRPr sz="2400">
                <a:solidFill>
                  <a:srgbClr val="00FF00"/>
                </a:solidFill>
                <a:latin typeface=".VnArial" panose="020B7200000000000000" pitchFamily="34" charset="0"/>
              </a:defRPr>
            </a:lvl8pPr>
            <a:lvl9pPr marL="3886200" indent="-228600" eaLnBrk="0" fontAlgn="base" hangingPunct="0">
              <a:spcBef>
                <a:spcPct val="0"/>
              </a:spcBef>
              <a:spcAft>
                <a:spcPct val="0"/>
              </a:spcAft>
              <a:defRPr sz="2400">
                <a:solidFill>
                  <a:srgbClr val="00FF00"/>
                </a:solidFill>
                <a:latin typeface=".VnArial" panose="020B7200000000000000" pitchFamily="34" charset="0"/>
              </a:defRPr>
            </a:lvl9pPr>
          </a:lstStyle>
          <a:p>
            <a:pPr eaLnBrk="1" hangingPunct="1"/>
            <a:r>
              <a:rPr lang="en-US" altLang="en-US" b="1">
                <a:solidFill>
                  <a:srgbClr val="000000"/>
                </a:solidFill>
                <a:latin typeface="Times New Roman" panose="02020603050405020304" pitchFamily="18" charset="0"/>
                <a:cs typeface="Times New Roman" panose="02020603050405020304" pitchFamily="18" charset="0"/>
              </a:rPr>
              <a:t>C/h</a:t>
            </a:r>
            <a:r>
              <a:rPr lang="en-US" altLang="en-US" sz="2300" b="1">
                <a:solidFill>
                  <a:srgbClr val="000000"/>
                </a:solidFill>
                <a:latin typeface="Times New Roman" panose="02020603050405020304" pitchFamily="18" charset="0"/>
                <a:cs typeface="Times New Roman" panose="02020603050405020304" pitchFamily="18" charset="0"/>
              </a:rPr>
              <a:t>ữ</a:t>
            </a:r>
            <a:r>
              <a:rPr lang="en-US" altLang="en-US" b="1">
                <a:solidFill>
                  <a:srgbClr val="000000"/>
                </a:solidFill>
                <a:latin typeface="Times New Roman" panose="02020603050405020304" pitchFamily="18" charset="0"/>
                <a:cs typeface="Times New Roman" panose="02020603050405020304" pitchFamily="18" charset="0"/>
              </a:rPr>
              <a:t>uNô lệ</a:t>
            </a:r>
          </a:p>
        </p:txBody>
      </p:sp>
      <p:sp>
        <p:nvSpPr>
          <p:cNvPr id="164901" name="Rectangle 37"/>
          <p:cNvSpPr>
            <a:spLocks noChangeArrowheads="1"/>
          </p:cNvSpPr>
          <p:nvPr/>
        </p:nvSpPr>
        <p:spPr bwMode="auto">
          <a:xfrm>
            <a:off x="2590800" y="1746251"/>
            <a:ext cx="3048000" cy="830263"/>
          </a:xfrm>
          <a:prstGeom prst="rect">
            <a:avLst/>
          </a:prstGeom>
          <a:ln/>
        </p:spPr>
        <p:style>
          <a:lnRef idx="1">
            <a:schemeClr val="accent4"/>
          </a:lnRef>
          <a:fillRef idx="2">
            <a:schemeClr val="accent4"/>
          </a:fillRef>
          <a:effectRef idx="1">
            <a:schemeClr val="accent4"/>
          </a:effectRef>
          <a:fontRef idx="minor">
            <a:schemeClr val="dk1"/>
          </a:fontRef>
        </p:style>
        <p:txBody>
          <a:bodyPr>
            <a:spAutoFit/>
          </a:bodyPr>
          <a:lstStyle>
            <a:lvl1pPr eaLnBrk="0" hangingPunct="0">
              <a:spcBef>
                <a:spcPct val="20000"/>
              </a:spcBef>
              <a:buFont typeface="Arial" pitchFamily="34" charset="0"/>
              <a:buChar char="•"/>
              <a:defRPr sz="3200">
                <a:solidFill>
                  <a:schemeClr val="tx1"/>
                </a:solidFill>
                <a:latin typeface="Calibri" pitchFamily="34" charset="0"/>
              </a:defRPr>
            </a:lvl1pPr>
            <a:lvl2pPr marL="742950" indent="-285750" eaLnBrk="0" hangingPunct="0">
              <a:spcBef>
                <a:spcPct val="20000"/>
              </a:spcBef>
              <a:buFont typeface="Arial" pitchFamily="34" charset="0"/>
              <a:buChar char="–"/>
              <a:defRPr sz="2800">
                <a:solidFill>
                  <a:schemeClr val="tx1"/>
                </a:solidFill>
                <a:latin typeface="Calibri" pitchFamily="34" charset="0"/>
              </a:defRPr>
            </a:lvl2pPr>
            <a:lvl3pPr marL="1143000" indent="-228600" eaLnBrk="0" hangingPunct="0">
              <a:spcBef>
                <a:spcPct val="20000"/>
              </a:spcBef>
              <a:buFont typeface="Arial" pitchFamily="34" charset="0"/>
              <a:buChar char="•"/>
              <a:defRPr sz="2400">
                <a:solidFill>
                  <a:schemeClr val="tx1"/>
                </a:solidFill>
                <a:latin typeface="Calibri" pitchFamily="34" charset="0"/>
              </a:defRPr>
            </a:lvl3pPr>
            <a:lvl4pPr marL="1600200" indent="-228600" eaLnBrk="0" hangingPunct="0">
              <a:spcBef>
                <a:spcPct val="20000"/>
              </a:spcBef>
              <a:buFont typeface="Arial" pitchFamily="34" charset="0"/>
              <a:buChar char="–"/>
              <a:defRPr sz="2000">
                <a:solidFill>
                  <a:schemeClr val="tx1"/>
                </a:solidFill>
                <a:latin typeface="Calibri" pitchFamily="34" charset="0"/>
              </a:defRPr>
            </a:lvl4pPr>
            <a:lvl5pPr marL="2057400" indent="-228600" eaLnBrk="0" hangingPunct="0">
              <a:spcBef>
                <a:spcPct val="20000"/>
              </a:spcBef>
              <a:buFont typeface="Arial" pitchFamily="34"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9pPr>
          </a:lstStyle>
          <a:p>
            <a:pPr algn="ctr" eaLnBrk="1" hangingPunct="1">
              <a:spcBef>
                <a:spcPct val="0"/>
              </a:spcBef>
              <a:buFontTx/>
              <a:buNone/>
              <a:defRPr/>
            </a:pPr>
            <a:r>
              <a:rPr lang="en-US" altLang="en-US" sz="2400" b="1" dirty="0">
                <a:solidFill>
                  <a:prstClr val="black"/>
                </a:solidFill>
                <a:latin typeface="Times New Roman" panose="02020603050405020304" pitchFamily="18" charset="0"/>
                <a:cs typeface="Times New Roman" panose="02020603050405020304" pitchFamily="18" charset="0"/>
              </a:rPr>
              <a:t>CNXH </a:t>
            </a:r>
            <a:r>
              <a:rPr lang="en-US" altLang="en-US" sz="2400" b="1" dirty="0" err="1">
                <a:solidFill>
                  <a:prstClr val="black"/>
                </a:solidFill>
                <a:latin typeface="Times New Roman" panose="02020603050405020304" pitchFamily="18" charset="0"/>
                <a:cs typeface="Times New Roman" panose="02020603050405020304" pitchFamily="18" charset="0"/>
              </a:rPr>
              <a:t>không</a:t>
            </a:r>
            <a:r>
              <a:rPr lang="en-US" altLang="en-US" sz="2400" b="1" dirty="0">
                <a:solidFill>
                  <a:prstClr val="black"/>
                </a:solidFill>
                <a:latin typeface="Times New Roman" panose="02020603050405020304" pitchFamily="18" charset="0"/>
                <a:cs typeface="Times New Roman" panose="02020603050405020304" pitchFamily="18" charset="0"/>
              </a:rPr>
              <a:t> </a:t>
            </a:r>
            <a:r>
              <a:rPr lang="en-US" altLang="en-US" sz="2400" b="1" dirty="0" err="1">
                <a:solidFill>
                  <a:prstClr val="black"/>
                </a:solidFill>
                <a:latin typeface="Times New Roman" panose="02020603050405020304" pitchFamily="18" charset="0"/>
                <a:cs typeface="Times New Roman" panose="02020603050405020304" pitchFamily="18" charset="0"/>
              </a:rPr>
              <a:t>tưởng</a:t>
            </a:r>
            <a:endParaRPr lang="en-US" altLang="en-US" sz="2400" b="1" dirty="0">
              <a:solidFill>
                <a:prstClr val="black"/>
              </a:solidFill>
              <a:latin typeface="Times New Roman" panose="02020603050405020304" pitchFamily="18" charset="0"/>
              <a:cs typeface="Times New Roman" panose="02020603050405020304" pitchFamily="18" charset="0"/>
            </a:endParaRPr>
          </a:p>
          <a:p>
            <a:pPr algn="ctr" eaLnBrk="1" hangingPunct="1">
              <a:spcBef>
                <a:spcPct val="0"/>
              </a:spcBef>
              <a:buFontTx/>
              <a:buNone/>
              <a:defRPr/>
            </a:pPr>
            <a:r>
              <a:rPr lang="en-US" altLang="en-US" sz="2400" b="1" dirty="0">
                <a:solidFill>
                  <a:prstClr val="black"/>
                </a:solidFill>
                <a:latin typeface="Times New Roman" panose="02020603050405020304" pitchFamily="18" charset="0"/>
                <a:cs typeface="Times New Roman" panose="02020603050405020304" pitchFamily="18" charset="0"/>
              </a:rPr>
              <a:t>(</a:t>
            </a:r>
            <a:r>
              <a:rPr lang="en-US" altLang="en-US" sz="2400" b="1" dirty="0" err="1">
                <a:solidFill>
                  <a:prstClr val="black"/>
                </a:solidFill>
                <a:latin typeface="Times New Roman" panose="02020603050405020304" pitchFamily="18" charset="0"/>
                <a:cs typeface="Times New Roman" panose="02020603050405020304" pitchFamily="18" charset="0"/>
              </a:rPr>
              <a:t>trước</a:t>
            </a:r>
            <a:r>
              <a:rPr lang="en-US" altLang="en-US" sz="2400" b="1" dirty="0">
                <a:solidFill>
                  <a:prstClr val="black"/>
                </a:solidFill>
                <a:latin typeface="Times New Roman" panose="02020603050405020304" pitchFamily="18" charset="0"/>
                <a:cs typeface="Times New Roman" panose="02020603050405020304" pitchFamily="18" charset="0"/>
              </a:rPr>
              <a:t> </a:t>
            </a:r>
            <a:r>
              <a:rPr lang="en-US" altLang="en-US" sz="2400" b="1" dirty="0" err="1">
                <a:solidFill>
                  <a:prstClr val="black"/>
                </a:solidFill>
                <a:latin typeface="Times New Roman" panose="02020603050405020304" pitchFamily="18" charset="0"/>
                <a:cs typeface="Times New Roman" panose="02020603050405020304" pitchFamily="18" charset="0"/>
              </a:rPr>
              <a:t>Mác</a:t>
            </a:r>
            <a:r>
              <a:rPr lang="en-US" altLang="en-US" sz="2400" b="1" dirty="0">
                <a:solidFill>
                  <a:prstClr val="black"/>
                </a:solidFill>
                <a:latin typeface="Times New Roman" panose="02020603050405020304" pitchFamily="18" charset="0"/>
                <a:cs typeface="Times New Roman" panose="02020603050405020304" pitchFamily="18" charset="0"/>
              </a:rPr>
              <a:t>)</a:t>
            </a:r>
          </a:p>
        </p:txBody>
      </p:sp>
      <p:sp>
        <p:nvSpPr>
          <p:cNvPr id="164902" name="Rectangle 38"/>
          <p:cNvSpPr>
            <a:spLocks noChangeArrowheads="1"/>
          </p:cNvSpPr>
          <p:nvPr/>
        </p:nvSpPr>
        <p:spPr bwMode="auto">
          <a:xfrm>
            <a:off x="6629400" y="1717675"/>
            <a:ext cx="1752600" cy="831850"/>
          </a:xfrm>
          <a:prstGeom prst="rect">
            <a:avLst/>
          </a:prstGeom>
          <a:ln/>
        </p:spPr>
        <p:style>
          <a:lnRef idx="1">
            <a:schemeClr val="accent6"/>
          </a:lnRef>
          <a:fillRef idx="2">
            <a:schemeClr val="accent6"/>
          </a:fillRef>
          <a:effectRef idx="1">
            <a:schemeClr val="accent6"/>
          </a:effectRef>
          <a:fontRef idx="minor">
            <a:schemeClr val="dk1"/>
          </a:fontRef>
        </p:style>
        <p:txBody>
          <a:bodyPr>
            <a:spAutoFit/>
          </a:bodyPr>
          <a:lstStyle>
            <a:lvl1pPr eaLnBrk="0" hangingPunct="0">
              <a:spcBef>
                <a:spcPct val="20000"/>
              </a:spcBef>
              <a:buFont typeface="Arial" pitchFamily="34" charset="0"/>
              <a:buChar char="•"/>
              <a:defRPr sz="3200">
                <a:solidFill>
                  <a:schemeClr val="tx1"/>
                </a:solidFill>
                <a:latin typeface="Calibri" pitchFamily="34" charset="0"/>
              </a:defRPr>
            </a:lvl1pPr>
            <a:lvl2pPr marL="742950" indent="-285750" eaLnBrk="0" hangingPunct="0">
              <a:spcBef>
                <a:spcPct val="20000"/>
              </a:spcBef>
              <a:buFont typeface="Arial" pitchFamily="34" charset="0"/>
              <a:buChar char="–"/>
              <a:defRPr sz="2800">
                <a:solidFill>
                  <a:schemeClr val="tx1"/>
                </a:solidFill>
                <a:latin typeface="Calibri" pitchFamily="34" charset="0"/>
              </a:defRPr>
            </a:lvl2pPr>
            <a:lvl3pPr marL="1143000" indent="-228600" eaLnBrk="0" hangingPunct="0">
              <a:spcBef>
                <a:spcPct val="20000"/>
              </a:spcBef>
              <a:buFont typeface="Arial" pitchFamily="34" charset="0"/>
              <a:buChar char="•"/>
              <a:defRPr sz="2400">
                <a:solidFill>
                  <a:schemeClr val="tx1"/>
                </a:solidFill>
                <a:latin typeface="Calibri" pitchFamily="34" charset="0"/>
              </a:defRPr>
            </a:lvl3pPr>
            <a:lvl4pPr marL="1600200" indent="-228600" eaLnBrk="0" hangingPunct="0">
              <a:spcBef>
                <a:spcPct val="20000"/>
              </a:spcBef>
              <a:buFont typeface="Arial" pitchFamily="34" charset="0"/>
              <a:buChar char="–"/>
              <a:defRPr sz="2000">
                <a:solidFill>
                  <a:schemeClr val="tx1"/>
                </a:solidFill>
                <a:latin typeface="Calibri" pitchFamily="34" charset="0"/>
              </a:defRPr>
            </a:lvl4pPr>
            <a:lvl5pPr marL="2057400" indent="-228600" eaLnBrk="0" hangingPunct="0">
              <a:spcBef>
                <a:spcPct val="20000"/>
              </a:spcBef>
              <a:buFont typeface="Arial" pitchFamily="34"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9pPr>
          </a:lstStyle>
          <a:p>
            <a:pPr algn="ctr" eaLnBrk="1" hangingPunct="1">
              <a:spcBef>
                <a:spcPct val="0"/>
              </a:spcBef>
              <a:buFontTx/>
              <a:buNone/>
              <a:defRPr/>
            </a:pPr>
            <a:r>
              <a:rPr lang="en-US" altLang="en-US" sz="2400" b="1" dirty="0">
                <a:solidFill>
                  <a:prstClr val="black"/>
                </a:solidFill>
                <a:latin typeface="Times New Roman" panose="02020603050405020304" pitchFamily="18" charset="0"/>
                <a:cs typeface="Times New Roman" panose="02020603050405020304" pitchFamily="18" charset="0"/>
              </a:rPr>
              <a:t>CNXH </a:t>
            </a:r>
          </a:p>
          <a:p>
            <a:pPr algn="ctr" eaLnBrk="1" hangingPunct="1">
              <a:spcBef>
                <a:spcPct val="0"/>
              </a:spcBef>
              <a:buFontTx/>
              <a:buNone/>
              <a:defRPr/>
            </a:pPr>
            <a:r>
              <a:rPr lang="en-US" altLang="en-US" sz="2400" b="1" dirty="0" err="1">
                <a:solidFill>
                  <a:prstClr val="black"/>
                </a:solidFill>
                <a:latin typeface="Times New Roman" panose="02020603050405020304" pitchFamily="18" charset="0"/>
                <a:cs typeface="Times New Roman" panose="02020603050405020304" pitchFamily="18" charset="0"/>
              </a:rPr>
              <a:t>khoa</a:t>
            </a:r>
            <a:r>
              <a:rPr lang="en-US" altLang="en-US" sz="2400" b="1" dirty="0">
                <a:solidFill>
                  <a:prstClr val="black"/>
                </a:solidFill>
                <a:latin typeface="Times New Roman" panose="02020603050405020304" pitchFamily="18" charset="0"/>
                <a:cs typeface="Times New Roman" panose="02020603050405020304" pitchFamily="18" charset="0"/>
              </a:rPr>
              <a:t> </a:t>
            </a:r>
            <a:r>
              <a:rPr lang="en-US" altLang="en-US" sz="2400" b="1" dirty="0" err="1">
                <a:solidFill>
                  <a:prstClr val="black"/>
                </a:solidFill>
                <a:latin typeface="Times New Roman" panose="02020603050405020304" pitchFamily="18" charset="0"/>
                <a:cs typeface="Times New Roman" panose="02020603050405020304" pitchFamily="18" charset="0"/>
              </a:rPr>
              <a:t>học</a:t>
            </a:r>
            <a:endParaRPr lang="en-US" altLang="en-US" sz="2400" b="1" dirty="0">
              <a:solidFill>
                <a:prstClr val="black"/>
              </a:solidFill>
              <a:latin typeface="Times New Roman" panose="02020603050405020304" pitchFamily="18" charset="0"/>
              <a:cs typeface="Times New Roman" panose="02020603050405020304" pitchFamily="18" charset="0"/>
            </a:endParaRPr>
          </a:p>
        </p:txBody>
      </p:sp>
      <p:sp>
        <p:nvSpPr>
          <p:cNvPr id="35863" name="Title 1"/>
          <p:cNvSpPr>
            <a:spLocks noGrp="1"/>
          </p:cNvSpPr>
          <p:nvPr>
            <p:ph type="title"/>
          </p:nvPr>
        </p:nvSpPr>
        <p:spPr>
          <a:xfrm>
            <a:off x="2590800" y="303213"/>
            <a:ext cx="8805864" cy="838200"/>
          </a:xfrm>
        </p:spPr>
        <p:txBody>
          <a:bodyPr>
            <a:normAutofit/>
          </a:bodyPr>
          <a:lstStyle/>
          <a:p>
            <a:r>
              <a:rPr lang="en-US" altLang="en-US" sz="2800" b="1" i="1" dirty="0">
                <a:solidFill>
                  <a:srgbClr val="FF0000"/>
                </a:solidFill>
                <a:latin typeface="Times New Roman" panose="02020603050405020304" pitchFamily="18" charset="0"/>
                <a:cs typeface="Times New Roman" panose="02020603050405020304" pitchFamily="18" charset="0"/>
              </a:rPr>
              <a:t>SỰ RA ĐỜI VÀ PHÁT TRIỂN CỦA </a:t>
            </a:r>
            <a:r>
              <a:rPr lang="en-US" altLang="en-US" sz="2800" b="1" i="1" dirty="0" smtClean="0">
                <a:solidFill>
                  <a:srgbClr val="FF0000"/>
                </a:solidFill>
                <a:latin typeface="Times New Roman" panose="02020603050405020304" pitchFamily="18" charset="0"/>
                <a:cs typeface="Times New Roman" panose="02020603050405020304" pitchFamily="18" charset="0"/>
              </a:rPr>
              <a:t>CNXH KHOA HỌC</a:t>
            </a:r>
            <a:endParaRPr lang="en-US" altLang="en-US" sz="2800" b="1" i="1" dirty="0">
              <a:solidFill>
                <a:srgbClr val="FF0000"/>
              </a:solidFill>
              <a:latin typeface="Times New Roman" panose="02020603050405020304" pitchFamily="18" charset="0"/>
              <a:cs typeface="Times New Roman" panose="02020603050405020304" pitchFamily="18" charset="0"/>
            </a:endParaRPr>
          </a:p>
        </p:txBody>
      </p:sp>
      <p:sp>
        <p:nvSpPr>
          <p:cNvPr id="30" name="Rectangle 38"/>
          <p:cNvSpPr>
            <a:spLocks noChangeArrowheads="1"/>
          </p:cNvSpPr>
          <p:nvPr/>
        </p:nvSpPr>
        <p:spPr bwMode="auto">
          <a:xfrm>
            <a:off x="6405564" y="4379914"/>
            <a:ext cx="1901825" cy="954087"/>
          </a:xfrm>
          <a:prstGeom prst="rect">
            <a:avLst/>
          </a:prstGeom>
          <a:ln/>
        </p:spPr>
        <p:style>
          <a:lnRef idx="1">
            <a:schemeClr val="accent6"/>
          </a:lnRef>
          <a:fillRef idx="2">
            <a:schemeClr val="accent6"/>
          </a:fillRef>
          <a:effectRef idx="1">
            <a:schemeClr val="accent6"/>
          </a:effectRef>
          <a:fontRef idx="minor">
            <a:schemeClr val="dk1"/>
          </a:fontRef>
        </p:style>
        <p:txBody>
          <a:bodyPr>
            <a:spAutoFit/>
          </a:bodyPr>
          <a:lstStyle>
            <a:lvl1pPr eaLnBrk="0" hangingPunct="0">
              <a:spcBef>
                <a:spcPct val="20000"/>
              </a:spcBef>
              <a:buFont typeface="Arial" pitchFamily="34" charset="0"/>
              <a:buChar char="•"/>
              <a:defRPr sz="3200">
                <a:solidFill>
                  <a:schemeClr val="tx1"/>
                </a:solidFill>
                <a:latin typeface="Calibri" pitchFamily="34" charset="0"/>
              </a:defRPr>
            </a:lvl1pPr>
            <a:lvl2pPr marL="742950" indent="-285750" eaLnBrk="0" hangingPunct="0">
              <a:spcBef>
                <a:spcPct val="20000"/>
              </a:spcBef>
              <a:buFont typeface="Arial" pitchFamily="34" charset="0"/>
              <a:buChar char="–"/>
              <a:defRPr sz="2800">
                <a:solidFill>
                  <a:schemeClr val="tx1"/>
                </a:solidFill>
                <a:latin typeface="Calibri" pitchFamily="34" charset="0"/>
              </a:defRPr>
            </a:lvl2pPr>
            <a:lvl3pPr marL="1143000" indent="-228600" eaLnBrk="0" hangingPunct="0">
              <a:spcBef>
                <a:spcPct val="20000"/>
              </a:spcBef>
              <a:buFont typeface="Arial" pitchFamily="34" charset="0"/>
              <a:buChar char="•"/>
              <a:defRPr sz="2400">
                <a:solidFill>
                  <a:schemeClr val="tx1"/>
                </a:solidFill>
                <a:latin typeface="Calibri" pitchFamily="34" charset="0"/>
              </a:defRPr>
            </a:lvl3pPr>
            <a:lvl4pPr marL="1600200" indent="-228600" eaLnBrk="0" hangingPunct="0">
              <a:spcBef>
                <a:spcPct val="20000"/>
              </a:spcBef>
              <a:buFont typeface="Arial" pitchFamily="34" charset="0"/>
              <a:buChar char="–"/>
              <a:defRPr sz="2000">
                <a:solidFill>
                  <a:schemeClr val="tx1"/>
                </a:solidFill>
                <a:latin typeface="Calibri" pitchFamily="34" charset="0"/>
              </a:defRPr>
            </a:lvl4pPr>
            <a:lvl5pPr marL="2057400" indent="-228600" eaLnBrk="0" hangingPunct="0">
              <a:spcBef>
                <a:spcPct val="20000"/>
              </a:spcBef>
              <a:buFont typeface="Arial" pitchFamily="34"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9pPr>
          </a:lstStyle>
          <a:p>
            <a:pPr algn="ctr" eaLnBrk="1" hangingPunct="1">
              <a:spcBef>
                <a:spcPct val="0"/>
              </a:spcBef>
              <a:buFontTx/>
              <a:buNone/>
              <a:defRPr/>
            </a:pPr>
            <a:r>
              <a:rPr lang="en-US" altLang="en-US" sz="2800" b="1" dirty="0">
                <a:solidFill>
                  <a:prstClr val="black"/>
                </a:solidFill>
                <a:latin typeface="Times New Roman" panose="02020603050405020304" pitchFamily="18" charset="0"/>
                <a:cs typeface="Times New Roman" panose="02020603050405020304" pitchFamily="18" charset="0"/>
              </a:rPr>
              <a:t>CNXH </a:t>
            </a:r>
          </a:p>
          <a:p>
            <a:pPr algn="ctr" eaLnBrk="1" hangingPunct="1">
              <a:spcBef>
                <a:spcPct val="0"/>
              </a:spcBef>
              <a:buFontTx/>
              <a:buNone/>
              <a:defRPr/>
            </a:pPr>
            <a:r>
              <a:rPr lang="en-US" altLang="en-US" sz="2800" b="1" dirty="0" err="1">
                <a:solidFill>
                  <a:prstClr val="black"/>
                </a:solidFill>
                <a:latin typeface="Times New Roman" panose="02020603050405020304" pitchFamily="18" charset="0"/>
                <a:cs typeface="Times New Roman" panose="02020603050405020304" pitchFamily="18" charset="0"/>
              </a:rPr>
              <a:t>khoa</a:t>
            </a:r>
            <a:r>
              <a:rPr lang="en-US" altLang="en-US" sz="2800" b="1" dirty="0">
                <a:solidFill>
                  <a:prstClr val="black"/>
                </a:solidFill>
                <a:latin typeface="Times New Roman" panose="02020603050405020304" pitchFamily="18" charset="0"/>
                <a:cs typeface="Times New Roman" panose="02020603050405020304" pitchFamily="18" charset="0"/>
              </a:rPr>
              <a:t> </a:t>
            </a:r>
            <a:r>
              <a:rPr lang="en-US" altLang="en-US" sz="2800" b="1" dirty="0" err="1">
                <a:solidFill>
                  <a:prstClr val="black"/>
                </a:solidFill>
                <a:latin typeface="Times New Roman" panose="02020603050405020304" pitchFamily="18" charset="0"/>
                <a:cs typeface="Times New Roman" panose="02020603050405020304" pitchFamily="18" charset="0"/>
              </a:rPr>
              <a:t>học</a:t>
            </a:r>
            <a:endParaRPr lang="en-US" altLang="en-US" sz="2800" b="1" dirty="0">
              <a:solidFill>
                <a:prstClr val="black"/>
              </a:solidFill>
              <a:latin typeface="Times New Roman" panose="02020603050405020304" pitchFamily="18" charset="0"/>
              <a:cs typeface="Times New Roman" panose="02020603050405020304" pitchFamily="18" charset="0"/>
            </a:endParaRPr>
          </a:p>
        </p:txBody>
      </p:sp>
      <p:sp>
        <p:nvSpPr>
          <p:cNvPr id="31" name="Rectangle 37"/>
          <p:cNvSpPr>
            <a:spLocks noChangeArrowheads="1"/>
          </p:cNvSpPr>
          <p:nvPr/>
        </p:nvSpPr>
        <p:spPr bwMode="auto">
          <a:xfrm>
            <a:off x="4681539" y="2971801"/>
            <a:ext cx="2600325" cy="523875"/>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wrap="none">
            <a:spAutoFit/>
          </a:bodyPr>
          <a:lstStyle>
            <a:lvl1pPr eaLnBrk="0" hangingPunct="0">
              <a:spcBef>
                <a:spcPct val="20000"/>
              </a:spcBef>
              <a:buFont typeface="Arial" pitchFamily="34" charset="0"/>
              <a:buChar char="•"/>
              <a:defRPr sz="3200">
                <a:solidFill>
                  <a:schemeClr val="tx1"/>
                </a:solidFill>
                <a:latin typeface="Calibri" pitchFamily="34" charset="0"/>
              </a:defRPr>
            </a:lvl1pPr>
            <a:lvl2pPr marL="742950" indent="-285750" eaLnBrk="0" hangingPunct="0">
              <a:spcBef>
                <a:spcPct val="20000"/>
              </a:spcBef>
              <a:buFont typeface="Arial" pitchFamily="34" charset="0"/>
              <a:buChar char="–"/>
              <a:defRPr sz="2800">
                <a:solidFill>
                  <a:schemeClr val="tx1"/>
                </a:solidFill>
                <a:latin typeface="Calibri" pitchFamily="34" charset="0"/>
              </a:defRPr>
            </a:lvl2pPr>
            <a:lvl3pPr marL="1143000" indent="-228600" eaLnBrk="0" hangingPunct="0">
              <a:spcBef>
                <a:spcPct val="20000"/>
              </a:spcBef>
              <a:buFont typeface="Arial" pitchFamily="34" charset="0"/>
              <a:buChar char="•"/>
              <a:defRPr sz="2400">
                <a:solidFill>
                  <a:schemeClr val="tx1"/>
                </a:solidFill>
                <a:latin typeface="Calibri" pitchFamily="34" charset="0"/>
              </a:defRPr>
            </a:lvl3pPr>
            <a:lvl4pPr marL="1600200" indent="-228600" eaLnBrk="0" hangingPunct="0">
              <a:spcBef>
                <a:spcPct val="20000"/>
              </a:spcBef>
              <a:buFont typeface="Arial" pitchFamily="34" charset="0"/>
              <a:buChar char="–"/>
              <a:defRPr sz="2000">
                <a:solidFill>
                  <a:schemeClr val="tx1"/>
                </a:solidFill>
                <a:latin typeface="Calibri" pitchFamily="34" charset="0"/>
              </a:defRPr>
            </a:lvl4pPr>
            <a:lvl5pPr marL="2057400" indent="-228600" eaLnBrk="0" hangingPunct="0">
              <a:spcBef>
                <a:spcPct val="20000"/>
              </a:spcBef>
              <a:buFont typeface="Arial" pitchFamily="34"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9pPr>
          </a:lstStyle>
          <a:p>
            <a:pPr algn="ctr" eaLnBrk="1" hangingPunct="1">
              <a:spcBef>
                <a:spcPct val="0"/>
              </a:spcBef>
              <a:buFontTx/>
              <a:buNone/>
              <a:defRPr/>
            </a:pPr>
            <a:r>
              <a:rPr lang="en-US" altLang="en-US" sz="2800" b="1" kern="0" dirty="0" err="1">
                <a:solidFill>
                  <a:prstClr val="black"/>
                </a:solidFill>
                <a:latin typeface="Times New Roman" panose="02020603050405020304" pitchFamily="18" charset="0"/>
                <a:cs typeface="Times New Roman" panose="02020603050405020304" pitchFamily="18" charset="0"/>
              </a:rPr>
              <a:t>Mác</a:t>
            </a:r>
            <a:r>
              <a:rPr lang="en-US" altLang="en-US" sz="2800" b="1" kern="0" dirty="0">
                <a:solidFill>
                  <a:prstClr val="black"/>
                </a:solidFill>
                <a:latin typeface="Times New Roman" panose="02020603050405020304" pitchFamily="18" charset="0"/>
                <a:cs typeface="Times New Roman" panose="02020603050405020304" pitchFamily="18" charset="0"/>
              </a:rPr>
              <a:t> – </a:t>
            </a:r>
            <a:r>
              <a:rPr lang="en-US" altLang="en-US" sz="2800" b="1" kern="0" dirty="0" err="1">
                <a:solidFill>
                  <a:prstClr val="black"/>
                </a:solidFill>
                <a:latin typeface="Times New Roman" panose="02020603050405020304" pitchFamily="18" charset="0"/>
                <a:cs typeface="Times New Roman" panose="02020603050405020304" pitchFamily="18" charset="0"/>
              </a:rPr>
              <a:t>Ăngghen</a:t>
            </a:r>
            <a:endParaRPr lang="en-US" altLang="en-US" sz="2800" b="1" kern="0" dirty="0">
              <a:solidFill>
                <a:prstClr val="black"/>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64519476"/>
      </p:ext>
    </p:extLst>
  </p:cSld>
  <p:clrMapOvr>
    <a:masterClrMapping/>
  </p:clrMapOvr>
  <p:transition>
    <p:wedg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64895"/>
                                        </p:tgtEl>
                                        <p:attrNameLst>
                                          <p:attrName>style.visibility</p:attrName>
                                        </p:attrNameLst>
                                      </p:cBhvr>
                                      <p:to>
                                        <p:strVal val="visible"/>
                                      </p:to>
                                    </p:set>
                                    <p:animEffect transition="in" filter="blinds(horizontal)">
                                      <p:cBhvr>
                                        <p:cTn id="7" dur="500"/>
                                        <p:tgtEl>
                                          <p:spTgt spid="164895"/>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64889"/>
                                        </p:tgtEl>
                                        <p:attrNameLst>
                                          <p:attrName>style.visibility</p:attrName>
                                        </p:attrNameLst>
                                      </p:cBhvr>
                                      <p:to>
                                        <p:strVal val="visible"/>
                                      </p:to>
                                    </p:set>
                                    <p:animEffect transition="in" filter="blinds(horizontal)">
                                      <p:cBhvr>
                                        <p:cTn id="10" dur="500"/>
                                        <p:tgtEl>
                                          <p:spTgt spid="164889"/>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nodeType="clickEffect">
                                  <p:stCondLst>
                                    <p:cond delay="0"/>
                                  </p:stCondLst>
                                  <p:childTnLst>
                                    <p:set>
                                      <p:cBhvr>
                                        <p:cTn id="14" dur="1" fill="hold">
                                          <p:stCondLst>
                                            <p:cond delay="0"/>
                                          </p:stCondLst>
                                        </p:cTn>
                                        <p:tgtEl>
                                          <p:spTgt spid="164891">
                                            <p:txEl>
                                              <p:pRg st="0" end="0"/>
                                            </p:txEl>
                                          </p:spTgt>
                                        </p:tgtEl>
                                        <p:attrNameLst>
                                          <p:attrName>style.visibility</p:attrName>
                                        </p:attrNameLst>
                                      </p:cBhvr>
                                      <p:to>
                                        <p:strVal val="visible"/>
                                      </p:to>
                                    </p:set>
                                    <p:animEffect transition="in" filter="blinds(horizontal)">
                                      <p:cBhvr>
                                        <p:cTn id="15" dur="500"/>
                                        <p:tgtEl>
                                          <p:spTgt spid="164891">
                                            <p:txEl>
                                              <p:pRg st="0" end="0"/>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164892"/>
                                        </p:tgtEl>
                                        <p:attrNameLst>
                                          <p:attrName>style.visibility</p:attrName>
                                        </p:attrNameLst>
                                      </p:cBhvr>
                                      <p:to>
                                        <p:strVal val="visible"/>
                                      </p:to>
                                    </p:set>
                                    <p:animEffect transition="in" filter="blinds(horizontal)">
                                      <p:cBhvr>
                                        <p:cTn id="20" dur="500"/>
                                        <p:tgtEl>
                                          <p:spTgt spid="164892"/>
                                        </p:tgtEl>
                                      </p:cBhvr>
                                    </p:animEffect>
                                  </p:childTnLst>
                                </p:cTn>
                              </p:par>
                              <p:par>
                                <p:cTn id="21" presetID="3" presetClass="entr" presetSubtype="10" fill="hold" nodeType="withEffect">
                                  <p:stCondLst>
                                    <p:cond delay="0"/>
                                  </p:stCondLst>
                                  <p:childTnLst>
                                    <p:set>
                                      <p:cBhvr>
                                        <p:cTn id="22" dur="1" fill="hold">
                                          <p:stCondLst>
                                            <p:cond delay="0"/>
                                          </p:stCondLst>
                                        </p:cTn>
                                        <p:tgtEl>
                                          <p:spTgt spid="164896">
                                            <p:txEl>
                                              <p:pRg st="0" end="0"/>
                                            </p:txEl>
                                          </p:spTgt>
                                        </p:tgtEl>
                                        <p:attrNameLst>
                                          <p:attrName>style.visibility</p:attrName>
                                        </p:attrNameLst>
                                      </p:cBhvr>
                                      <p:to>
                                        <p:strVal val="visible"/>
                                      </p:to>
                                    </p:set>
                                    <p:animEffect transition="in" filter="blinds(horizontal)">
                                      <p:cBhvr>
                                        <p:cTn id="23" dur="500"/>
                                        <p:tgtEl>
                                          <p:spTgt spid="164896">
                                            <p:txEl>
                                              <p:pRg st="0" end="0"/>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164893"/>
                                        </p:tgtEl>
                                        <p:attrNameLst>
                                          <p:attrName>style.visibility</p:attrName>
                                        </p:attrNameLst>
                                      </p:cBhvr>
                                      <p:to>
                                        <p:strVal val="visible"/>
                                      </p:to>
                                    </p:set>
                                    <p:animEffect transition="in" filter="blinds(horizontal)">
                                      <p:cBhvr>
                                        <p:cTn id="28" dur="500"/>
                                        <p:tgtEl>
                                          <p:spTgt spid="164893"/>
                                        </p:tgtEl>
                                      </p:cBhvr>
                                    </p:animEffect>
                                  </p:childTnLst>
                                </p:cTn>
                              </p:par>
                              <p:par>
                                <p:cTn id="29" presetID="3" presetClass="entr" presetSubtype="10" fill="hold" nodeType="withEffect">
                                  <p:stCondLst>
                                    <p:cond delay="0"/>
                                  </p:stCondLst>
                                  <p:childTnLst>
                                    <p:set>
                                      <p:cBhvr>
                                        <p:cTn id="30" dur="1" fill="hold">
                                          <p:stCondLst>
                                            <p:cond delay="0"/>
                                          </p:stCondLst>
                                        </p:cTn>
                                        <p:tgtEl>
                                          <p:spTgt spid="164890">
                                            <p:txEl>
                                              <p:pRg st="0" end="0"/>
                                            </p:txEl>
                                          </p:spTgt>
                                        </p:tgtEl>
                                        <p:attrNameLst>
                                          <p:attrName>style.visibility</p:attrName>
                                        </p:attrNameLst>
                                      </p:cBhvr>
                                      <p:to>
                                        <p:strVal val="visible"/>
                                      </p:to>
                                    </p:set>
                                    <p:animEffect transition="in" filter="blinds(horizontal)">
                                      <p:cBhvr>
                                        <p:cTn id="31" dur="500"/>
                                        <p:tgtEl>
                                          <p:spTgt spid="164890">
                                            <p:txEl>
                                              <p:pRg st="0" end="0"/>
                                            </p:txEl>
                                          </p:spTgt>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3" presetClass="entr" presetSubtype="10" fill="hold" nodeType="clickEffect">
                                  <p:stCondLst>
                                    <p:cond delay="0"/>
                                  </p:stCondLst>
                                  <p:childTnLst>
                                    <p:set>
                                      <p:cBhvr>
                                        <p:cTn id="35" dur="1" fill="hold">
                                          <p:stCondLst>
                                            <p:cond delay="0"/>
                                          </p:stCondLst>
                                        </p:cTn>
                                        <p:tgtEl>
                                          <p:spTgt spid="164901">
                                            <p:txEl>
                                              <p:pRg st="0" end="0"/>
                                            </p:txEl>
                                          </p:spTgt>
                                        </p:tgtEl>
                                        <p:attrNameLst>
                                          <p:attrName>style.visibility</p:attrName>
                                        </p:attrNameLst>
                                      </p:cBhvr>
                                      <p:to>
                                        <p:strVal val="visible"/>
                                      </p:to>
                                    </p:set>
                                    <p:animEffect transition="in" filter="blinds(horizontal)">
                                      <p:cBhvr>
                                        <p:cTn id="36" dur="500"/>
                                        <p:tgtEl>
                                          <p:spTgt spid="164901">
                                            <p:txEl>
                                              <p:pRg st="0" end="0"/>
                                            </p:txEl>
                                          </p:spTgt>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3" presetClass="entr" presetSubtype="10" fill="hold" nodeType="clickEffect">
                                  <p:stCondLst>
                                    <p:cond delay="0"/>
                                  </p:stCondLst>
                                  <p:childTnLst>
                                    <p:set>
                                      <p:cBhvr>
                                        <p:cTn id="40" dur="1" fill="hold">
                                          <p:stCondLst>
                                            <p:cond delay="0"/>
                                          </p:stCondLst>
                                        </p:cTn>
                                        <p:tgtEl>
                                          <p:spTgt spid="164901">
                                            <p:txEl>
                                              <p:pRg st="1" end="1"/>
                                            </p:txEl>
                                          </p:spTgt>
                                        </p:tgtEl>
                                        <p:attrNameLst>
                                          <p:attrName>style.visibility</p:attrName>
                                        </p:attrNameLst>
                                      </p:cBhvr>
                                      <p:to>
                                        <p:strVal val="visible"/>
                                      </p:to>
                                    </p:set>
                                    <p:animEffect transition="in" filter="blinds(horizontal)">
                                      <p:cBhvr>
                                        <p:cTn id="41" dur="500"/>
                                        <p:tgtEl>
                                          <p:spTgt spid="164901">
                                            <p:txEl>
                                              <p:pRg st="1" end="1"/>
                                            </p:txEl>
                                          </p:spTgt>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3" presetClass="entr" presetSubtype="10" fill="hold" nodeType="clickEffect">
                                  <p:stCondLst>
                                    <p:cond delay="0"/>
                                  </p:stCondLst>
                                  <p:childTnLst>
                                    <p:set>
                                      <p:cBhvr>
                                        <p:cTn id="45" dur="1" fill="hold">
                                          <p:stCondLst>
                                            <p:cond delay="0"/>
                                          </p:stCondLst>
                                        </p:cTn>
                                        <p:tgtEl>
                                          <p:spTgt spid="164902">
                                            <p:txEl>
                                              <p:pRg st="0" end="0"/>
                                            </p:txEl>
                                          </p:spTgt>
                                        </p:tgtEl>
                                        <p:attrNameLst>
                                          <p:attrName>style.visibility</p:attrName>
                                        </p:attrNameLst>
                                      </p:cBhvr>
                                      <p:to>
                                        <p:strVal val="visible"/>
                                      </p:to>
                                    </p:set>
                                    <p:animEffect transition="in" filter="blinds(horizontal)">
                                      <p:cBhvr>
                                        <p:cTn id="46" dur="500"/>
                                        <p:tgtEl>
                                          <p:spTgt spid="164902">
                                            <p:txEl>
                                              <p:pRg st="0" end="0"/>
                                            </p:txEl>
                                          </p:spTgt>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3" presetClass="entr" presetSubtype="10" fill="hold" nodeType="clickEffect">
                                  <p:stCondLst>
                                    <p:cond delay="0"/>
                                  </p:stCondLst>
                                  <p:childTnLst>
                                    <p:set>
                                      <p:cBhvr>
                                        <p:cTn id="50" dur="1" fill="hold">
                                          <p:stCondLst>
                                            <p:cond delay="0"/>
                                          </p:stCondLst>
                                        </p:cTn>
                                        <p:tgtEl>
                                          <p:spTgt spid="164902">
                                            <p:txEl>
                                              <p:pRg st="1" end="1"/>
                                            </p:txEl>
                                          </p:spTgt>
                                        </p:tgtEl>
                                        <p:attrNameLst>
                                          <p:attrName>style.visibility</p:attrName>
                                        </p:attrNameLst>
                                      </p:cBhvr>
                                      <p:to>
                                        <p:strVal val="visible"/>
                                      </p:to>
                                    </p:set>
                                    <p:animEffect transition="in" filter="blinds(horizontal)">
                                      <p:cBhvr>
                                        <p:cTn id="51" dur="500"/>
                                        <p:tgtEl>
                                          <p:spTgt spid="164902">
                                            <p:txEl>
                                              <p:pRg st="1" end="1"/>
                                            </p:txEl>
                                          </p:spTgt>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31"/>
                                        </p:tgtEl>
                                        <p:attrNameLst>
                                          <p:attrName>style.visibility</p:attrName>
                                        </p:attrNameLst>
                                      </p:cBhvr>
                                      <p:to>
                                        <p:strVal val="visible"/>
                                      </p:to>
                                    </p:set>
                                    <p:animEffect transition="in" filter="fade">
                                      <p:cBhvr>
                                        <p:cTn id="56" dur="500"/>
                                        <p:tgtEl>
                                          <p:spTgt spid="31"/>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164870"/>
                                        </p:tgtEl>
                                        <p:attrNameLst>
                                          <p:attrName>style.visibility</p:attrName>
                                        </p:attrNameLst>
                                      </p:cBhvr>
                                      <p:to>
                                        <p:strVal val="visible"/>
                                      </p:to>
                                    </p:set>
                                    <p:anim calcmode="lin" valueType="num">
                                      <p:cBhvr additive="base">
                                        <p:cTn id="61" dur="500" fill="hold"/>
                                        <p:tgtEl>
                                          <p:spTgt spid="164870"/>
                                        </p:tgtEl>
                                        <p:attrNameLst>
                                          <p:attrName>ppt_x</p:attrName>
                                        </p:attrNameLst>
                                      </p:cBhvr>
                                      <p:tavLst>
                                        <p:tav tm="0">
                                          <p:val>
                                            <p:strVal val="#ppt_x"/>
                                          </p:val>
                                        </p:tav>
                                        <p:tav tm="100000">
                                          <p:val>
                                            <p:strVal val="#ppt_x"/>
                                          </p:val>
                                        </p:tav>
                                      </p:tavLst>
                                    </p:anim>
                                    <p:anim calcmode="lin" valueType="num">
                                      <p:cBhvr additive="base">
                                        <p:cTn id="62" dur="500" fill="hold"/>
                                        <p:tgtEl>
                                          <p:spTgt spid="164870"/>
                                        </p:tgtEl>
                                        <p:attrNameLst>
                                          <p:attrName>ppt_y</p:attrName>
                                        </p:attrNameLst>
                                      </p:cBhvr>
                                      <p:tavLst>
                                        <p:tav tm="0">
                                          <p:val>
                                            <p:strVal val="1+#ppt_h/2"/>
                                          </p:val>
                                        </p:tav>
                                        <p:tav tm="100000">
                                          <p:val>
                                            <p:strVal val="#ppt_y"/>
                                          </p:val>
                                        </p:tav>
                                      </p:tavLst>
                                    </p:anim>
                                  </p:childTnLst>
                                </p:cTn>
                              </p:par>
                            </p:childTnLst>
                          </p:cTn>
                        </p:par>
                      </p:childTnLst>
                    </p:cTn>
                  </p:par>
                  <p:par>
                    <p:cTn id="63" fill="hold" nodeType="clickPar">
                      <p:stCondLst>
                        <p:cond delay="indefinite"/>
                      </p:stCondLst>
                      <p:childTnLst>
                        <p:par>
                          <p:cTn id="64" fill="hold" nodeType="withGroup">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164872"/>
                                        </p:tgtEl>
                                        <p:attrNameLst>
                                          <p:attrName>style.visibility</p:attrName>
                                        </p:attrNameLst>
                                      </p:cBhvr>
                                      <p:to>
                                        <p:strVal val="visible"/>
                                      </p:to>
                                    </p:set>
                                    <p:anim calcmode="lin" valueType="num">
                                      <p:cBhvr additive="base">
                                        <p:cTn id="67" dur="500" fill="hold"/>
                                        <p:tgtEl>
                                          <p:spTgt spid="164872"/>
                                        </p:tgtEl>
                                        <p:attrNameLst>
                                          <p:attrName>ppt_x</p:attrName>
                                        </p:attrNameLst>
                                      </p:cBhvr>
                                      <p:tavLst>
                                        <p:tav tm="0">
                                          <p:val>
                                            <p:strVal val="#ppt_x"/>
                                          </p:val>
                                        </p:tav>
                                        <p:tav tm="100000">
                                          <p:val>
                                            <p:strVal val="#ppt_x"/>
                                          </p:val>
                                        </p:tav>
                                      </p:tavLst>
                                    </p:anim>
                                    <p:anim calcmode="lin" valueType="num">
                                      <p:cBhvr additive="base">
                                        <p:cTn id="68" dur="500" fill="hold"/>
                                        <p:tgtEl>
                                          <p:spTgt spid="164872"/>
                                        </p:tgtEl>
                                        <p:attrNameLst>
                                          <p:attrName>ppt_y</p:attrName>
                                        </p:attrNameLst>
                                      </p:cBhvr>
                                      <p:tavLst>
                                        <p:tav tm="0">
                                          <p:val>
                                            <p:strVal val="1+#ppt_h/2"/>
                                          </p:val>
                                        </p:tav>
                                        <p:tav tm="100000">
                                          <p:val>
                                            <p:strVal val="#ppt_y"/>
                                          </p:val>
                                        </p:tav>
                                      </p:tavLst>
                                    </p:anim>
                                  </p:childTnLst>
                                </p:cTn>
                              </p:par>
                            </p:childTnLst>
                          </p:cTn>
                        </p:par>
                      </p:childTnLst>
                    </p:cTn>
                  </p:par>
                  <p:par>
                    <p:cTn id="69" fill="hold" nodeType="clickPar">
                      <p:stCondLst>
                        <p:cond delay="indefinite"/>
                      </p:stCondLst>
                      <p:childTnLst>
                        <p:par>
                          <p:cTn id="70" fill="hold" nodeType="withGroup">
                            <p:stCondLst>
                              <p:cond delay="0"/>
                            </p:stCondLst>
                            <p:childTnLst>
                              <p:par>
                                <p:cTn id="71" presetID="10" presetClass="entr" presetSubtype="0" fill="hold" grpId="0" nodeType="clickEffect">
                                  <p:stCondLst>
                                    <p:cond delay="0"/>
                                  </p:stCondLst>
                                  <p:childTnLst>
                                    <p:set>
                                      <p:cBhvr>
                                        <p:cTn id="72" dur="1" fill="hold">
                                          <p:stCondLst>
                                            <p:cond delay="0"/>
                                          </p:stCondLst>
                                        </p:cTn>
                                        <p:tgtEl>
                                          <p:spTgt spid="164874"/>
                                        </p:tgtEl>
                                        <p:attrNameLst>
                                          <p:attrName>style.visibility</p:attrName>
                                        </p:attrNameLst>
                                      </p:cBhvr>
                                      <p:to>
                                        <p:strVal val="visible"/>
                                      </p:to>
                                    </p:set>
                                    <p:animEffect transition="in" filter="fade">
                                      <p:cBhvr>
                                        <p:cTn id="73" dur="500"/>
                                        <p:tgtEl>
                                          <p:spTgt spid="164874"/>
                                        </p:tgtEl>
                                      </p:cBhvr>
                                    </p:animEffect>
                                  </p:childTnLst>
                                </p:cTn>
                              </p:par>
                            </p:childTnLst>
                          </p:cTn>
                        </p:par>
                      </p:childTnLst>
                    </p:cTn>
                  </p:par>
                  <p:par>
                    <p:cTn id="74" fill="hold" nodeType="clickPar">
                      <p:stCondLst>
                        <p:cond delay="indefinite"/>
                      </p:stCondLst>
                      <p:childTnLst>
                        <p:par>
                          <p:cTn id="75" fill="hold" nodeType="withGroup">
                            <p:stCondLst>
                              <p:cond delay="0"/>
                            </p:stCondLst>
                            <p:childTnLst>
                              <p:par>
                                <p:cTn id="76" presetID="10" presetClass="entr" presetSubtype="0" fill="hold" grpId="0" nodeType="clickEffect">
                                  <p:stCondLst>
                                    <p:cond delay="0"/>
                                  </p:stCondLst>
                                  <p:childTnLst>
                                    <p:set>
                                      <p:cBhvr>
                                        <p:cTn id="77" dur="1" fill="hold">
                                          <p:stCondLst>
                                            <p:cond delay="0"/>
                                          </p:stCondLst>
                                        </p:cTn>
                                        <p:tgtEl>
                                          <p:spTgt spid="164875"/>
                                        </p:tgtEl>
                                        <p:attrNameLst>
                                          <p:attrName>style.visibility</p:attrName>
                                        </p:attrNameLst>
                                      </p:cBhvr>
                                      <p:to>
                                        <p:strVal val="visible"/>
                                      </p:to>
                                    </p:set>
                                    <p:animEffect transition="in" filter="fade">
                                      <p:cBhvr>
                                        <p:cTn id="78" dur="500"/>
                                        <p:tgtEl>
                                          <p:spTgt spid="164875"/>
                                        </p:tgtEl>
                                      </p:cBhvr>
                                    </p:animEffect>
                                  </p:childTnLst>
                                </p:cTn>
                              </p:par>
                            </p:childTnLst>
                          </p:cTn>
                        </p:par>
                      </p:childTnLst>
                    </p:cTn>
                  </p:par>
                  <p:par>
                    <p:cTn id="79" fill="hold" nodeType="clickPar">
                      <p:stCondLst>
                        <p:cond delay="indefinite"/>
                      </p:stCondLst>
                      <p:childTnLst>
                        <p:par>
                          <p:cTn id="80" fill="hold" nodeType="withGroup">
                            <p:stCondLst>
                              <p:cond delay="0"/>
                            </p:stCondLst>
                            <p:childTnLst>
                              <p:par>
                                <p:cTn id="81" presetID="10" presetClass="entr" presetSubtype="0" fill="hold" grpId="0" nodeType="clickEffect">
                                  <p:stCondLst>
                                    <p:cond delay="0"/>
                                  </p:stCondLst>
                                  <p:childTnLst>
                                    <p:set>
                                      <p:cBhvr>
                                        <p:cTn id="82" dur="1" fill="hold">
                                          <p:stCondLst>
                                            <p:cond delay="0"/>
                                          </p:stCondLst>
                                        </p:cTn>
                                        <p:tgtEl>
                                          <p:spTgt spid="164871"/>
                                        </p:tgtEl>
                                        <p:attrNameLst>
                                          <p:attrName>style.visibility</p:attrName>
                                        </p:attrNameLst>
                                      </p:cBhvr>
                                      <p:to>
                                        <p:strVal val="visible"/>
                                      </p:to>
                                    </p:set>
                                    <p:animEffect transition="in" filter="fade">
                                      <p:cBhvr>
                                        <p:cTn id="83" dur="500"/>
                                        <p:tgtEl>
                                          <p:spTgt spid="164871"/>
                                        </p:tgtEl>
                                      </p:cBhvr>
                                    </p:animEffect>
                                  </p:childTnLst>
                                </p:cTn>
                              </p:par>
                            </p:childTnLst>
                          </p:cTn>
                        </p:par>
                      </p:childTnLst>
                    </p:cTn>
                  </p:par>
                  <p:par>
                    <p:cTn id="84" fill="hold" nodeType="clickPar">
                      <p:stCondLst>
                        <p:cond delay="indefinite"/>
                      </p:stCondLst>
                      <p:childTnLst>
                        <p:par>
                          <p:cTn id="85" fill="hold" nodeType="withGroup">
                            <p:stCondLst>
                              <p:cond delay="0"/>
                            </p:stCondLst>
                            <p:childTnLst>
                              <p:par>
                                <p:cTn id="86" presetID="2" presetClass="entr" presetSubtype="4" fill="hold" grpId="0" nodeType="clickEffect">
                                  <p:stCondLst>
                                    <p:cond delay="0"/>
                                  </p:stCondLst>
                                  <p:childTnLst>
                                    <p:set>
                                      <p:cBhvr>
                                        <p:cTn id="87" dur="1" fill="hold">
                                          <p:stCondLst>
                                            <p:cond delay="0"/>
                                          </p:stCondLst>
                                        </p:cTn>
                                        <p:tgtEl>
                                          <p:spTgt spid="164877"/>
                                        </p:tgtEl>
                                        <p:attrNameLst>
                                          <p:attrName>style.visibility</p:attrName>
                                        </p:attrNameLst>
                                      </p:cBhvr>
                                      <p:to>
                                        <p:strVal val="visible"/>
                                      </p:to>
                                    </p:set>
                                    <p:anim calcmode="lin" valueType="num">
                                      <p:cBhvr additive="base">
                                        <p:cTn id="88" dur="500" fill="hold"/>
                                        <p:tgtEl>
                                          <p:spTgt spid="164877"/>
                                        </p:tgtEl>
                                        <p:attrNameLst>
                                          <p:attrName>ppt_x</p:attrName>
                                        </p:attrNameLst>
                                      </p:cBhvr>
                                      <p:tavLst>
                                        <p:tav tm="0">
                                          <p:val>
                                            <p:strVal val="#ppt_x"/>
                                          </p:val>
                                        </p:tav>
                                        <p:tav tm="100000">
                                          <p:val>
                                            <p:strVal val="#ppt_x"/>
                                          </p:val>
                                        </p:tav>
                                      </p:tavLst>
                                    </p:anim>
                                    <p:anim calcmode="lin" valueType="num">
                                      <p:cBhvr additive="base">
                                        <p:cTn id="89" dur="500" fill="hold"/>
                                        <p:tgtEl>
                                          <p:spTgt spid="164877"/>
                                        </p:tgtEl>
                                        <p:attrNameLst>
                                          <p:attrName>ppt_y</p:attrName>
                                        </p:attrNameLst>
                                      </p:cBhvr>
                                      <p:tavLst>
                                        <p:tav tm="0">
                                          <p:val>
                                            <p:strVal val="1+#ppt_h/2"/>
                                          </p:val>
                                        </p:tav>
                                        <p:tav tm="100000">
                                          <p:val>
                                            <p:strVal val="#ppt_y"/>
                                          </p:val>
                                        </p:tav>
                                      </p:tavLst>
                                    </p:anim>
                                  </p:childTnLst>
                                </p:cTn>
                              </p:par>
                            </p:childTnLst>
                          </p:cTn>
                        </p:par>
                      </p:childTnLst>
                    </p:cTn>
                  </p:par>
                  <p:par>
                    <p:cTn id="90" fill="hold" nodeType="clickPar">
                      <p:stCondLst>
                        <p:cond delay="indefinite"/>
                      </p:stCondLst>
                      <p:childTnLst>
                        <p:par>
                          <p:cTn id="91" fill="hold" nodeType="withGroup">
                            <p:stCondLst>
                              <p:cond delay="0"/>
                            </p:stCondLst>
                            <p:childTnLst>
                              <p:par>
                                <p:cTn id="92" presetID="10" presetClass="entr" presetSubtype="0" fill="hold" grpId="0" nodeType="clickEffect">
                                  <p:stCondLst>
                                    <p:cond delay="0"/>
                                  </p:stCondLst>
                                  <p:childTnLst>
                                    <p:set>
                                      <p:cBhvr>
                                        <p:cTn id="93" dur="1" fill="hold">
                                          <p:stCondLst>
                                            <p:cond delay="0"/>
                                          </p:stCondLst>
                                        </p:cTn>
                                        <p:tgtEl>
                                          <p:spTgt spid="164876"/>
                                        </p:tgtEl>
                                        <p:attrNameLst>
                                          <p:attrName>style.visibility</p:attrName>
                                        </p:attrNameLst>
                                      </p:cBhvr>
                                      <p:to>
                                        <p:strVal val="visible"/>
                                      </p:to>
                                    </p:set>
                                    <p:animEffect transition="in" filter="fade">
                                      <p:cBhvr>
                                        <p:cTn id="94" dur="500"/>
                                        <p:tgtEl>
                                          <p:spTgt spid="164876"/>
                                        </p:tgtEl>
                                      </p:cBhvr>
                                    </p:animEffect>
                                  </p:childTnLst>
                                </p:cTn>
                              </p:par>
                            </p:childTnLst>
                          </p:cTn>
                        </p:par>
                      </p:childTnLst>
                    </p:cTn>
                  </p:par>
                  <p:par>
                    <p:cTn id="95" fill="hold" nodeType="clickPar">
                      <p:stCondLst>
                        <p:cond delay="indefinite"/>
                      </p:stCondLst>
                      <p:childTnLst>
                        <p:par>
                          <p:cTn id="96" fill="hold" nodeType="withGroup">
                            <p:stCondLst>
                              <p:cond delay="0"/>
                            </p:stCondLst>
                            <p:childTnLst>
                              <p:par>
                                <p:cTn id="97" presetID="10" presetClass="entr" presetSubtype="0" fill="hold" grpId="0" nodeType="clickEffect">
                                  <p:stCondLst>
                                    <p:cond delay="0"/>
                                  </p:stCondLst>
                                  <p:childTnLst>
                                    <p:set>
                                      <p:cBhvr>
                                        <p:cTn id="98" dur="1" fill="hold">
                                          <p:stCondLst>
                                            <p:cond delay="0"/>
                                          </p:stCondLst>
                                        </p:cTn>
                                        <p:tgtEl>
                                          <p:spTgt spid="30"/>
                                        </p:tgtEl>
                                        <p:attrNameLst>
                                          <p:attrName>style.visibility</p:attrName>
                                        </p:attrNameLst>
                                      </p:cBhvr>
                                      <p:to>
                                        <p:strVal val="visible"/>
                                      </p:to>
                                    </p:set>
                                    <p:animEffect transition="in" filter="fade">
                                      <p:cBhvr>
                                        <p:cTn id="99" dur="500"/>
                                        <p:tgtEl>
                                          <p:spTgt spid="30"/>
                                        </p:tgtEl>
                                      </p:cBhvr>
                                    </p:animEffect>
                                  </p:childTnLst>
                                </p:cTn>
                              </p:par>
                            </p:childTnLst>
                          </p:cTn>
                        </p:par>
                      </p:childTnLst>
                    </p:cTn>
                  </p:par>
                  <p:par>
                    <p:cTn id="100" fill="hold" nodeType="clickPar">
                      <p:stCondLst>
                        <p:cond delay="indefinite"/>
                      </p:stCondLst>
                      <p:childTnLst>
                        <p:par>
                          <p:cTn id="101" fill="hold" nodeType="withGroup">
                            <p:stCondLst>
                              <p:cond delay="0"/>
                            </p:stCondLst>
                            <p:childTnLst>
                              <p:par>
                                <p:cTn id="102" presetID="10" presetClass="entr" presetSubtype="0" fill="hold" grpId="0" nodeType="clickEffect">
                                  <p:stCondLst>
                                    <p:cond delay="0"/>
                                  </p:stCondLst>
                                  <p:childTnLst>
                                    <p:set>
                                      <p:cBhvr>
                                        <p:cTn id="103" dur="1" fill="hold">
                                          <p:stCondLst>
                                            <p:cond delay="0"/>
                                          </p:stCondLst>
                                        </p:cTn>
                                        <p:tgtEl>
                                          <p:spTgt spid="164884"/>
                                        </p:tgtEl>
                                        <p:attrNameLst>
                                          <p:attrName>style.visibility</p:attrName>
                                        </p:attrNameLst>
                                      </p:cBhvr>
                                      <p:to>
                                        <p:strVal val="visible"/>
                                      </p:to>
                                    </p:set>
                                    <p:animEffect transition="in" filter="fade">
                                      <p:cBhvr>
                                        <p:cTn id="104" dur="500"/>
                                        <p:tgtEl>
                                          <p:spTgt spid="164884"/>
                                        </p:tgtEl>
                                      </p:cBhvr>
                                    </p:animEffect>
                                  </p:childTnLst>
                                </p:cTn>
                              </p:par>
                            </p:childTnLst>
                          </p:cTn>
                        </p:par>
                      </p:childTnLst>
                    </p:cTn>
                  </p:par>
                  <p:par>
                    <p:cTn id="105" fill="hold" nodeType="clickPar">
                      <p:stCondLst>
                        <p:cond delay="indefinite"/>
                      </p:stCondLst>
                      <p:childTnLst>
                        <p:par>
                          <p:cTn id="106" fill="hold" nodeType="withGroup">
                            <p:stCondLst>
                              <p:cond delay="0"/>
                            </p:stCondLst>
                            <p:childTnLst>
                              <p:par>
                                <p:cTn id="107" presetID="10" presetClass="entr" presetSubtype="0" fill="hold" grpId="0" nodeType="clickEffect">
                                  <p:stCondLst>
                                    <p:cond delay="0"/>
                                  </p:stCondLst>
                                  <p:childTnLst>
                                    <p:set>
                                      <p:cBhvr>
                                        <p:cTn id="108" dur="1" fill="hold">
                                          <p:stCondLst>
                                            <p:cond delay="0"/>
                                          </p:stCondLst>
                                        </p:cTn>
                                        <p:tgtEl>
                                          <p:spTgt spid="164885"/>
                                        </p:tgtEl>
                                        <p:attrNameLst>
                                          <p:attrName>style.visibility</p:attrName>
                                        </p:attrNameLst>
                                      </p:cBhvr>
                                      <p:to>
                                        <p:strVal val="visible"/>
                                      </p:to>
                                    </p:set>
                                    <p:animEffect transition="in" filter="fade">
                                      <p:cBhvr>
                                        <p:cTn id="109" dur="500"/>
                                        <p:tgtEl>
                                          <p:spTgt spid="164885"/>
                                        </p:tgtEl>
                                      </p:cBhvr>
                                    </p:animEffect>
                                  </p:childTnLst>
                                </p:cTn>
                              </p:par>
                            </p:childTnLst>
                          </p:cTn>
                        </p:par>
                      </p:childTnLst>
                    </p:cTn>
                  </p:par>
                  <p:par>
                    <p:cTn id="110" fill="hold" nodeType="clickPar">
                      <p:stCondLst>
                        <p:cond delay="indefinite"/>
                      </p:stCondLst>
                      <p:childTnLst>
                        <p:par>
                          <p:cTn id="111" fill="hold" nodeType="withGroup">
                            <p:stCondLst>
                              <p:cond delay="0"/>
                            </p:stCondLst>
                            <p:childTnLst>
                              <p:par>
                                <p:cTn id="112" presetID="10" presetClass="entr" presetSubtype="0" fill="hold" grpId="0" nodeType="clickEffect">
                                  <p:stCondLst>
                                    <p:cond delay="0"/>
                                  </p:stCondLst>
                                  <p:childTnLst>
                                    <p:set>
                                      <p:cBhvr>
                                        <p:cTn id="113" dur="1" fill="hold">
                                          <p:stCondLst>
                                            <p:cond delay="0"/>
                                          </p:stCondLst>
                                        </p:cTn>
                                        <p:tgtEl>
                                          <p:spTgt spid="28"/>
                                        </p:tgtEl>
                                        <p:attrNameLst>
                                          <p:attrName>style.visibility</p:attrName>
                                        </p:attrNameLst>
                                      </p:cBhvr>
                                      <p:to>
                                        <p:strVal val="visible"/>
                                      </p:to>
                                    </p:set>
                                    <p:animEffect transition="in" filter="fade">
                                      <p:cBhvr>
                                        <p:cTn id="114"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164870" grpId="0" animBg="1"/>
      <p:bldP spid="164871" grpId="0"/>
      <p:bldP spid="164872" grpId="0" animBg="1"/>
      <p:bldP spid="164874" grpId="0" animBg="1"/>
      <p:bldP spid="164875" grpId="0" animBg="1"/>
      <p:bldP spid="164876" grpId="0"/>
      <p:bldP spid="164877" grpId="0"/>
      <p:bldP spid="164884" grpId="0" animBg="1"/>
      <p:bldP spid="164885" grpId="0" animBg="1"/>
      <p:bldP spid="164889" grpId="0" animBg="1"/>
      <p:bldP spid="164892" grpId="0" animBg="1"/>
      <p:bldP spid="164893" grpId="0" animBg="1"/>
      <p:bldP spid="164895" grpId="0" animBg="1"/>
      <p:bldP spid="30" grpId="0" animBg="1"/>
      <p:bldP spid="31" grpId="0" animBg="1"/>
    </p:bld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 name="Slide Number Placeholder 6"/>
          <p:cNvSpPr>
            <a:spLocks noGrp="1"/>
          </p:cNvSpPr>
          <p:nvPr>
            <p:ph type="sldNum" sz="quarter" idx="12"/>
          </p:nvPr>
        </p:nvSpPr>
        <p:spPr/>
        <p:txBody>
          <a:bodyPr/>
          <a:lstStyle>
            <a:lvl1pPr eaLnBrk="0" hangingPunct="0">
              <a:defRPr sz="2400">
                <a:solidFill>
                  <a:srgbClr val="00FF00"/>
                </a:solidFill>
                <a:latin typeface=".VnArial" panose="020B7200000000000000" pitchFamily="34" charset="0"/>
              </a:defRPr>
            </a:lvl1pPr>
            <a:lvl2pPr marL="742950" indent="-285750" eaLnBrk="0" hangingPunct="0">
              <a:defRPr sz="2400">
                <a:solidFill>
                  <a:srgbClr val="00FF00"/>
                </a:solidFill>
                <a:latin typeface=".VnArial" panose="020B7200000000000000" pitchFamily="34" charset="0"/>
              </a:defRPr>
            </a:lvl2pPr>
            <a:lvl3pPr marL="1143000" indent="-228600" eaLnBrk="0" hangingPunct="0">
              <a:defRPr sz="2400">
                <a:solidFill>
                  <a:srgbClr val="00FF00"/>
                </a:solidFill>
                <a:latin typeface=".VnArial" panose="020B7200000000000000" pitchFamily="34" charset="0"/>
              </a:defRPr>
            </a:lvl3pPr>
            <a:lvl4pPr marL="1600200" indent="-228600" eaLnBrk="0" hangingPunct="0">
              <a:defRPr sz="2400">
                <a:solidFill>
                  <a:srgbClr val="00FF00"/>
                </a:solidFill>
                <a:latin typeface=".VnArial" panose="020B7200000000000000" pitchFamily="34" charset="0"/>
              </a:defRPr>
            </a:lvl4pPr>
            <a:lvl5pPr marL="2057400" indent="-228600" eaLnBrk="0" hangingPunct="0">
              <a:defRPr sz="2400">
                <a:solidFill>
                  <a:srgbClr val="00FF00"/>
                </a:solidFill>
                <a:latin typeface=".VnArial" panose="020B7200000000000000" pitchFamily="34" charset="0"/>
              </a:defRPr>
            </a:lvl5pPr>
            <a:lvl6pPr marL="2514600" indent="-228600" eaLnBrk="0" fontAlgn="base" hangingPunct="0">
              <a:spcBef>
                <a:spcPct val="0"/>
              </a:spcBef>
              <a:spcAft>
                <a:spcPct val="0"/>
              </a:spcAft>
              <a:defRPr sz="2400">
                <a:solidFill>
                  <a:srgbClr val="00FF00"/>
                </a:solidFill>
                <a:latin typeface=".VnArial" panose="020B7200000000000000" pitchFamily="34" charset="0"/>
              </a:defRPr>
            </a:lvl6pPr>
            <a:lvl7pPr marL="2971800" indent="-228600" eaLnBrk="0" fontAlgn="base" hangingPunct="0">
              <a:spcBef>
                <a:spcPct val="0"/>
              </a:spcBef>
              <a:spcAft>
                <a:spcPct val="0"/>
              </a:spcAft>
              <a:defRPr sz="2400">
                <a:solidFill>
                  <a:srgbClr val="00FF00"/>
                </a:solidFill>
                <a:latin typeface=".VnArial" panose="020B7200000000000000" pitchFamily="34" charset="0"/>
              </a:defRPr>
            </a:lvl7pPr>
            <a:lvl8pPr marL="3429000" indent="-228600" eaLnBrk="0" fontAlgn="base" hangingPunct="0">
              <a:spcBef>
                <a:spcPct val="0"/>
              </a:spcBef>
              <a:spcAft>
                <a:spcPct val="0"/>
              </a:spcAft>
              <a:defRPr sz="2400">
                <a:solidFill>
                  <a:srgbClr val="00FF00"/>
                </a:solidFill>
                <a:latin typeface=".VnArial" panose="020B7200000000000000" pitchFamily="34" charset="0"/>
              </a:defRPr>
            </a:lvl8pPr>
            <a:lvl9pPr marL="3886200" indent="-228600" eaLnBrk="0" fontAlgn="base" hangingPunct="0">
              <a:spcBef>
                <a:spcPct val="0"/>
              </a:spcBef>
              <a:spcAft>
                <a:spcPct val="0"/>
              </a:spcAft>
              <a:defRPr sz="2400">
                <a:solidFill>
                  <a:srgbClr val="00FF00"/>
                </a:solidFill>
                <a:latin typeface=".VnArial" panose="020B7200000000000000" pitchFamily="34" charset="0"/>
              </a:defRPr>
            </a:lvl9pPr>
          </a:lstStyle>
          <a:p>
            <a:pPr eaLnBrk="1" hangingPunct="1"/>
            <a:fld id="{732275C6-01E9-4A84-A3A6-E1C637B3A597}" type="slidenum">
              <a:rPr lang="en-US" sz="1200">
                <a:solidFill>
                  <a:srgbClr val="898989"/>
                </a:solidFill>
              </a:rPr>
              <a:pPr eaLnBrk="1" hangingPunct="1"/>
              <a:t>8</a:t>
            </a:fld>
            <a:endParaRPr lang="en-US" sz="1200">
              <a:solidFill>
                <a:srgbClr val="898989"/>
              </a:solidFill>
            </a:endParaRPr>
          </a:p>
        </p:txBody>
      </p:sp>
      <p:sp>
        <p:nvSpPr>
          <p:cNvPr id="73730" name="Rectangle 2"/>
          <p:cNvSpPr>
            <a:spLocks noGrp="1" noChangeArrowheads="1"/>
          </p:cNvSpPr>
          <p:nvPr>
            <p:ph type="title"/>
          </p:nvPr>
        </p:nvSpPr>
        <p:spPr>
          <a:xfrm>
            <a:off x="1981200" y="274638"/>
            <a:ext cx="8229600" cy="571500"/>
          </a:xfrm>
        </p:spPr>
        <p:txBody>
          <a:bodyPr/>
          <a:lstStyle/>
          <a:p>
            <a:pPr algn="ctr" eaLnBrk="1" hangingPunct="1"/>
            <a:r>
              <a:rPr lang="en-US" altLang="en-US" sz="2800" b="1" dirty="0">
                <a:solidFill>
                  <a:srgbClr val="FF0000"/>
                </a:solidFill>
                <a:latin typeface="Times New Roman" panose="02020603050405020304" pitchFamily="18" charset="0"/>
                <a:cs typeface="Times New Roman" panose="02020603050405020304" pitchFamily="18" charset="0"/>
              </a:rPr>
              <a:t>PHÂN LOẠI CNXH</a:t>
            </a:r>
            <a:endParaRPr lang="en-US" altLang="en-US" sz="2800" b="1" dirty="0">
              <a:solidFill>
                <a:srgbClr val="FF0000"/>
              </a:solidFill>
              <a:latin typeface=".VnTimeH" panose="020B7200000000000000" pitchFamily="34" charset="0"/>
            </a:endParaRPr>
          </a:p>
        </p:txBody>
      </p:sp>
      <p:sp>
        <p:nvSpPr>
          <p:cNvPr id="36868" name="Rectangle 3"/>
          <p:cNvSpPr>
            <a:spLocks noGrp="1" noChangeArrowheads="1"/>
          </p:cNvSpPr>
          <p:nvPr>
            <p:ph type="body" sz="half" idx="1"/>
          </p:nvPr>
        </p:nvSpPr>
        <p:spPr>
          <a:xfrm>
            <a:off x="1981200" y="990601"/>
            <a:ext cx="8305800" cy="5140325"/>
          </a:xfrm>
        </p:spPr>
        <p:txBody>
          <a:bodyPr/>
          <a:lstStyle/>
          <a:p>
            <a:endParaRPr lang="en-US" altLang="en-US" b="1"/>
          </a:p>
          <a:p>
            <a:pPr eaLnBrk="1" hangingPunct="1">
              <a:lnSpc>
                <a:spcPct val="115000"/>
              </a:lnSpc>
              <a:spcBef>
                <a:spcPct val="25000"/>
              </a:spcBef>
            </a:pPr>
            <a:endParaRPr lang="en-US" altLang="en-US" sz="2600" b="1">
              <a:latin typeface=".VnVogue" panose="020B7200000000000000" pitchFamily="34" charset="0"/>
            </a:endParaRPr>
          </a:p>
        </p:txBody>
      </p:sp>
      <p:sp>
        <p:nvSpPr>
          <p:cNvPr id="73751" name="Rectangle 23"/>
          <p:cNvSpPr>
            <a:spLocks noChangeArrowheads="1"/>
          </p:cNvSpPr>
          <p:nvPr/>
        </p:nvSpPr>
        <p:spPr bwMode="auto">
          <a:xfrm>
            <a:off x="2362200" y="1295400"/>
            <a:ext cx="8001000" cy="5029200"/>
          </a:xfrm>
          <a:prstGeom prst="rect">
            <a:avLst/>
          </a:prstGeom>
          <a:ln>
            <a:headEnd/>
            <a:tailEnd/>
          </a:ln>
        </p:spPr>
        <p:style>
          <a:lnRef idx="1">
            <a:schemeClr val="accent6"/>
          </a:lnRef>
          <a:fillRef idx="2">
            <a:schemeClr val="accent6"/>
          </a:fillRef>
          <a:effectRef idx="1">
            <a:schemeClr val="accent6"/>
          </a:effectRef>
          <a:fontRef idx="minor">
            <a:schemeClr val="dk1"/>
          </a:fontRef>
        </p:style>
        <p:txBody>
          <a:bodyPr wrap="none" anchor="ct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marL="1371600" lvl="2" indent="-457200">
              <a:lnSpc>
                <a:spcPct val="150000"/>
              </a:lnSpc>
              <a:spcBef>
                <a:spcPts val="1200"/>
              </a:spcBef>
              <a:buFont typeface="Wingdings" panose="05000000000000000000" pitchFamily="2" charset="2"/>
              <a:buChar char="ü"/>
              <a:defRPr/>
            </a:pPr>
            <a:r>
              <a:rPr lang="en-US" altLang="en-US" sz="2800" b="1" dirty="0">
                <a:solidFill>
                  <a:srgbClr val="002060"/>
                </a:solidFill>
                <a:latin typeface="Times New Roman" panose="02020603050405020304" pitchFamily="18" charset="0"/>
                <a:cs typeface="Times New Roman" panose="02020603050405020304" pitchFamily="18" charset="0"/>
              </a:rPr>
              <a:t> CNXH </a:t>
            </a:r>
            <a:r>
              <a:rPr lang="en-US" altLang="en-US" sz="2800" b="1" dirty="0" err="1">
                <a:solidFill>
                  <a:srgbClr val="002060"/>
                </a:solidFill>
                <a:latin typeface="Times New Roman" panose="02020603050405020304" pitchFamily="18" charset="0"/>
                <a:cs typeface="Times New Roman" panose="02020603050405020304" pitchFamily="18" charset="0"/>
              </a:rPr>
              <a:t>tư</a:t>
            </a:r>
            <a:r>
              <a:rPr lang="en-US" altLang="en-US" sz="2800" b="1" dirty="0">
                <a:solidFill>
                  <a:srgbClr val="002060"/>
                </a:solidFill>
                <a:latin typeface="Times New Roman" panose="02020603050405020304" pitchFamily="18" charset="0"/>
                <a:cs typeface="Times New Roman" panose="02020603050405020304" pitchFamily="18" charset="0"/>
              </a:rPr>
              <a:t> </a:t>
            </a:r>
            <a:r>
              <a:rPr lang="en-US" altLang="en-US" sz="2800" b="1" dirty="0" err="1">
                <a:solidFill>
                  <a:srgbClr val="002060"/>
                </a:solidFill>
                <a:latin typeface="Times New Roman" panose="02020603050405020304" pitchFamily="18" charset="0"/>
                <a:cs typeface="Times New Roman" panose="02020603050405020304" pitchFamily="18" charset="0"/>
              </a:rPr>
              <a:t>tưởng</a:t>
            </a:r>
            <a:r>
              <a:rPr lang="en-US" altLang="en-US" sz="2800" b="1" dirty="0">
                <a:solidFill>
                  <a:srgbClr val="002060"/>
                </a:solidFill>
                <a:latin typeface="Times New Roman" panose="02020603050405020304" pitchFamily="18" charset="0"/>
                <a:cs typeface="Times New Roman" panose="02020603050405020304" pitchFamily="18" charset="0"/>
              </a:rPr>
              <a:t>, </a:t>
            </a:r>
            <a:r>
              <a:rPr lang="en-US" altLang="en-US" sz="2800" b="1" dirty="0" err="1">
                <a:solidFill>
                  <a:srgbClr val="002060"/>
                </a:solidFill>
                <a:latin typeface="Times New Roman" panose="02020603050405020304" pitchFamily="18" charset="0"/>
                <a:cs typeface="Times New Roman" panose="02020603050405020304" pitchFamily="18" charset="0"/>
              </a:rPr>
              <a:t>lý</a:t>
            </a:r>
            <a:r>
              <a:rPr lang="en-US" altLang="en-US" sz="2800" b="1" dirty="0">
                <a:solidFill>
                  <a:srgbClr val="002060"/>
                </a:solidFill>
                <a:latin typeface="Times New Roman" panose="02020603050405020304" pitchFamily="18" charset="0"/>
                <a:cs typeface="Times New Roman" panose="02020603050405020304" pitchFamily="18" charset="0"/>
              </a:rPr>
              <a:t> </a:t>
            </a:r>
            <a:r>
              <a:rPr lang="en-US" altLang="en-US" sz="2800" b="1" dirty="0" err="1">
                <a:solidFill>
                  <a:srgbClr val="002060"/>
                </a:solidFill>
                <a:latin typeface="Times New Roman" panose="02020603050405020304" pitchFamily="18" charset="0"/>
                <a:cs typeface="Times New Roman" panose="02020603050405020304" pitchFamily="18" charset="0"/>
              </a:rPr>
              <a:t>luận</a:t>
            </a:r>
            <a:r>
              <a:rPr lang="en-US" altLang="en-US" sz="2800" b="1" dirty="0">
                <a:solidFill>
                  <a:srgbClr val="002060"/>
                </a:solidFill>
                <a:latin typeface="Times New Roman" panose="02020603050405020304" pitchFamily="18" charset="0"/>
                <a:cs typeface="Times New Roman" panose="02020603050405020304" pitchFamily="18" charset="0"/>
              </a:rPr>
              <a:t>, </a:t>
            </a:r>
            <a:r>
              <a:rPr lang="en-US" altLang="en-US" sz="2800" b="1" dirty="0" err="1">
                <a:solidFill>
                  <a:srgbClr val="002060"/>
                </a:solidFill>
                <a:latin typeface="Times New Roman" panose="02020603050405020304" pitchFamily="18" charset="0"/>
                <a:cs typeface="Times New Roman" panose="02020603050405020304" pitchFamily="18" charset="0"/>
              </a:rPr>
              <a:t>học</a:t>
            </a:r>
            <a:r>
              <a:rPr lang="en-US" altLang="en-US" sz="2800" b="1" dirty="0">
                <a:solidFill>
                  <a:srgbClr val="002060"/>
                </a:solidFill>
                <a:latin typeface="Times New Roman" panose="02020603050405020304" pitchFamily="18" charset="0"/>
                <a:cs typeface="Times New Roman" panose="02020603050405020304" pitchFamily="18" charset="0"/>
              </a:rPr>
              <a:t> </a:t>
            </a:r>
            <a:r>
              <a:rPr lang="en-US" altLang="en-US" sz="2800" b="1" dirty="0" err="1">
                <a:solidFill>
                  <a:srgbClr val="002060"/>
                </a:solidFill>
                <a:latin typeface="Times New Roman" panose="02020603050405020304" pitchFamily="18" charset="0"/>
                <a:cs typeface="Times New Roman" panose="02020603050405020304" pitchFamily="18" charset="0"/>
              </a:rPr>
              <a:t>thuyết</a:t>
            </a:r>
            <a:endParaRPr lang="en-US" altLang="en-US" sz="2800" b="1" dirty="0">
              <a:solidFill>
                <a:srgbClr val="002060"/>
              </a:solidFill>
              <a:latin typeface="Times New Roman" panose="02020603050405020304" pitchFamily="18" charset="0"/>
              <a:cs typeface="Times New Roman" panose="02020603050405020304" pitchFamily="18" charset="0"/>
            </a:endParaRPr>
          </a:p>
          <a:p>
            <a:pPr marL="1371600" lvl="2" indent="-457200">
              <a:lnSpc>
                <a:spcPct val="150000"/>
              </a:lnSpc>
              <a:spcBef>
                <a:spcPts val="1200"/>
              </a:spcBef>
              <a:buFont typeface="Wingdings" panose="05000000000000000000" pitchFamily="2" charset="2"/>
              <a:buChar char="§"/>
              <a:defRPr/>
            </a:pPr>
            <a:r>
              <a:rPr lang="en-US" altLang="en-US" sz="2800" b="1" dirty="0">
                <a:latin typeface="Times New Roman" panose="02020603050405020304" pitchFamily="18" charset="0"/>
                <a:cs typeface="Times New Roman" panose="02020603050405020304" pitchFamily="18" charset="0"/>
              </a:rPr>
              <a:t>CNXH </a:t>
            </a:r>
            <a:r>
              <a:rPr lang="en-US" altLang="en-US" sz="2800" b="1" dirty="0" err="1">
                <a:latin typeface="Times New Roman" panose="02020603050405020304" pitchFamily="18" charset="0"/>
                <a:cs typeface="Times New Roman" panose="02020603050405020304" pitchFamily="18" charset="0"/>
              </a:rPr>
              <a:t>không</a:t>
            </a:r>
            <a:r>
              <a:rPr lang="en-US" altLang="en-US" sz="2800" b="1" dirty="0">
                <a:latin typeface="Times New Roman" panose="02020603050405020304" pitchFamily="18" charset="0"/>
                <a:cs typeface="Times New Roman" panose="02020603050405020304" pitchFamily="18" charset="0"/>
              </a:rPr>
              <a:t> </a:t>
            </a:r>
            <a:r>
              <a:rPr lang="en-US" altLang="en-US" sz="2800" b="1" dirty="0" err="1">
                <a:latin typeface="Times New Roman" panose="02020603050405020304" pitchFamily="18" charset="0"/>
                <a:cs typeface="Times New Roman" panose="02020603050405020304" pitchFamily="18" charset="0"/>
              </a:rPr>
              <a:t>tưởng</a:t>
            </a:r>
            <a:endParaRPr lang="en-US" altLang="en-US" sz="2800" b="1" dirty="0">
              <a:latin typeface="Times New Roman" panose="02020603050405020304" pitchFamily="18" charset="0"/>
              <a:cs typeface="Times New Roman" panose="02020603050405020304" pitchFamily="18" charset="0"/>
            </a:endParaRPr>
          </a:p>
          <a:p>
            <a:pPr marL="1371600" lvl="2" indent="-457200">
              <a:lnSpc>
                <a:spcPct val="150000"/>
              </a:lnSpc>
              <a:spcBef>
                <a:spcPts val="1200"/>
              </a:spcBef>
              <a:buFont typeface="Wingdings" panose="05000000000000000000" pitchFamily="2" charset="2"/>
              <a:buChar char="§"/>
              <a:defRPr/>
            </a:pPr>
            <a:r>
              <a:rPr lang="en-US" altLang="en-US" sz="2800" b="1" dirty="0">
                <a:latin typeface="Times New Roman" panose="02020603050405020304" pitchFamily="18" charset="0"/>
                <a:cs typeface="Times New Roman" panose="02020603050405020304" pitchFamily="18" charset="0"/>
              </a:rPr>
              <a:t>CNXH </a:t>
            </a:r>
            <a:r>
              <a:rPr lang="en-US" altLang="en-US" sz="2800" b="1" dirty="0" err="1">
                <a:latin typeface="Times New Roman" panose="02020603050405020304" pitchFamily="18" charset="0"/>
                <a:cs typeface="Times New Roman" panose="02020603050405020304" pitchFamily="18" charset="0"/>
              </a:rPr>
              <a:t>khoa</a:t>
            </a:r>
            <a:r>
              <a:rPr lang="en-US" altLang="en-US" sz="2800" b="1" dirty="0">
                <a:latin typeface="Times New Roman" panose="02020603050405020304" pitchFamily="18" charset="0"/>
                <a:cs typeface="Times New Roman" panose="02020603050405020304" pitchFamily="18" charset="0"/>
              </a:rPr>
              <a:t> </a:t>
            </a:r>
            <a:r>
              <a:rPr lang="en-US" altLang="en-US" sz="2800" b="1" dirty="0" err="1">
                <a:latin typeface="Times New Roman" panose="02020603050405020304" pitchFamily="18" charset="0"/>
                <a:cs typeface="Times New Roman" panose="02020603050405020304" pitchFamily="18" charset="0"/>
              </a:rPr>
              <a:t>học</a:t>
            </a:r>
            <a:endParaRPr lang="en-US" altLang="en-US" sz="2800" b="1" dirty="0">
              <a:latin typeface="Times New Roman" panose="02020603050405020304" pitchFamily="18" charset="0"/>
              <a:cs typeface="Times New Roman" panose="02020603050405020304" pitchFamily="18" charset="0"/>
            </a:endParaRPr>
          </a:p>
          <a:p>
            <a:pPr marL="1371600" lvl="2" indent="-457200">
              <a:lnSpc>
                <a:spcPct val="150000"/>
              </a:lnSpc>
              <a:spcBef>
                <a:spcPts val="1200"/>
              </a:spcBef>
              <a:buFont typeface="Wingdings" panose="05000000000000000000" pitchFamily="2" charset="2"/>
              <a:buChar char="ü"/>
              <a:defRPr/>
            </a:pPr>
            <a:r>
              <a:rPr lang="en-US" altLang="en-US" sz="2800" b="1" dirty="0">
                <a:solidFill>
                  <a:srgbClr val="002060"/>
                </a:solidFill>
                <a:latin typeface="Times New Roman" panose="02020603050405020304" pitchFamily="18" charset="0"/>
                <a:cs typeface="Times New Roman" panose="02020603050405020304" pitchFamily="18" charset="0"/>
              </a:rPr>
              <a:t>CNXH </a:t>
            </a:r>
            <a:r>
              <a:rPr lang="en-US" altLang="en-US" sz="2800" b="1" dirty="0" err="1">
                <a:solidFill>
                  <a:srgbClr val="002060"/>
                </a:solidFill>
                <a:latin typeface="Times New Roman" panose="02020603050405020304" pitchFamily="18" charset="0"/>
                <a:cs typeface="Times New Roman" panose="02020603050405020304" pitchFamily="18" charset="0"/>
              </a:rPr>
              <a:t>hiện</a:t>
            </a:r>
            <a:r>
              <a:rPr lang="en-US" altLang="en-US" sz="2800" b="1" dirty="0">
                <a:solidFill>
                  <a:srgbClr val="002060"/>
                </a:solidFill>
                <a:latin typeface="Times New Roman" panose="02020603050405020304" pitchFamily="18" charset="0"/>
                <a:cs typeface="Times New Roman" panose="02020603050405020304" pitchFamily="18" charset="0"/>
              </a:rPr>
              <a:t> </a:t>
            </a:r>
            <a:r>
              <a:rPr lang="en-US" altLang="en-US" sz="2800" b="1" dirty="0" err="1">
                <a:solidFill>
                  <a:srgbClr val="002060"/>
                </a:solidFill>
                <a:latin typeface="Times New Roman" panose="02020603050405020304" pitchFamily="18" charset="0"/>
                <a:cs typeface="Times New Roman" panose="02020603050405020304" pitchFamily="18" charset="0"/>
              </a:rPr>
              <a:t>thực</a:t>
            </a:r>
            <a:r>
              <a:rPr lang="en-US" altLang="en-US" sz="2800" b="1" dirty="0">
                <a:solidFill>
                  <a:srgbClr val="002060"/>
                </a:solidFill>
                <a:latin typeface="Times New Roman" panose="02020603050405020304" pitchFamily="18" charset="0"/>
                <a:cs typeface="Times New Roman" panose="02020603050405020304" pitchFamily="18" charset="0"/>
              </a:rPr>
              <a:t> </a:t>
            </a:r>
            <a:r>
              <a:rPr lang="en-US" altLang="en-US" sz="2800" b="1" dirty="0">
                <a:latin typeface="Times New Roman" panose="02020603050405020304" pitchFamily="18" charset="0"/>
                <a:cs typeface="Times New Roman" panose="02020603050405020304" pitchFamily="18" charset="0"/>
              </a:rPr>
              <a:t>(</a:t>
            </a:r>
            <a:r>
              <a:rPr lang="en-US" altLang="en-US" sz="2800" b="1" dirty="0" err="1">
                <a:latin typeface="Times New Roman" panose="02020603050405020304" pitchFamily="18" charset="0"/>
                <a:cs typeface="Times New Roman" panose="02020603050405020304" pitchFamily="18" charset="0"/>
              </a:rPr>
              <a:t>chế</a:t>
            </a:r>
            <a:r>
              <a:rPr lang="en-US" altLang="en-US" sz="2800" b="1" dirty="0">
                <a:latin typeface="Times New Roman" panose="02020603050405020304" pitchFamily="18" charset="0"/>
                <a:cs typeface="Times New Roman" panose="02020603050405020304" pitchFamily="18" charset="0"/>
              </a:rPr>
              <a:t> </a:t>
            </a:r>
            <a:r>
              <a:rPr lang="en-US" altLang="en-US" sz="2800" b="1" dirty="0" err="1">
                <a:latin typeface="Times New Roman" panose="02020603050405020304" pitchFamily="18" charset="0"/>
                <a:cs typeface="Times New Roman" panose="02020603050405020304" pitchFamily="18" charset="0"/>
              </a:rPr>
              <a:t>độ</a:t>
            </a:r>
            <a:r>
              <a:rPr lang="en-US" altLang="en-US" sz="2800" b="1" dirty="0">
                <a:latin typeface="Times New Roman" panose="02020603050405020304" pitchFamily="18" charset="0"/>
                <a:cs typeface="Times New Roman" panose="02020603050405020304" pitchFamily="18" charset="0"/>
              </a:rPr>
              <a:t> XHCN ở </a:t>
            </a:r>
            <a:r>
              <a:rPr lang="en-US" altLang="en-US" sz="2800" b="1" dirty="0" err="1">
                <a:latin typeface="Times New Roman" panose="02020603050405020304" pitchFamily="18" charset="0"/>
                <a:cs typeface="Times New Roman" panose="02020603050405020304" pitchFamily="18" charset="0"/>
              </a:rPr>
              <a:t>Liên</a:t>
            </a:r>
            <a:r>
              <a:rPr lang="en-US" altLang="en-US" sz="2800" b="1" dirty="0">
                <a:latin typeface="Times New Roman" panose="02020603050405020304" pitchFamily="18" charset="0"/>
                <a:cs typeface="Times New Roman" panose="02020603050405020304" pitchFamily="18" charset="0"/>
              </a:rPr>
              <a:t> </a:t>
            </a:r>
            <a:r>
              <a:rPr lang="en-US" altLang="en-US" sz="2800" b="1" dirty="0" err="1">
                <a:latin typeface="Times New Roman" panose="02020603050405020304" pitchFamily="18" charset="0"/>
                <a:cs typeface="Times New Roman" panose="02020603050405020304" pitchFamily="18" charset="0"/>
              </a:rPr>
              <a:t>Xô</a:t>
            </a:r>
            <a:r>
              <a:rPr lang="en-US" altLang="en-US" sz="2800" b="1" dirty="0">
                <a:latin typeface="Times New Roman" panose="02020603050405020304" pitchFamily="18" charset="0"/>
                <a:cs typeface="Times New Roman" panose="02020603050405020304" pitchFamily="18" charset="0"/>
              </a:rPr>
              <a:t>, </a:t>
            </a:r>
          </a:p>
          <a:p>
            <a:pPr lvl="2">
              <a:lnSpc>
                <a:spcPct val="150000"/>
              </a:lnSpc>
              <a:spcBef>
                <a:spcPts val="1200"/>
              </a:spcBef>
              <a:defRPr/>
            </a:pPr>
            <a:r>
              <a:rPr lang="en-US" altLang="en-US" sz="2800" b="1" dirty="0" err="1">
                <a:latin typeface="Times New Roman" panose="02020603050405020304" pitchFamily="18" charset="0"/>
                <a:cs typeface="Times New Roman" panose="02020603050405020304" pitchFamily="18" charset="0"/>
              </a:rPr>
              <a:t>Đông</a:t>
            </a:r>
            <a:r>
              <a:rPr lang="en-US" altLang="en-US" sz="2800" b="1" dirty="0">
                <a:latin typeface="Times New Roman" panose="02020603050405020304" pitchFamily="18" charset="0"/>
                <a:cs typeface="Times New Roman" panose="02020603050405020304" pitchFamily="18" charset="0"/>
              </a:rPr>
              <a:t> </a:t>
            </a:r>
            <a:r>
              <a:rPr lang="en-US" altLang="en-US" sz="2800" b="1" dirty="0" err="1">
                <a:latin typeface="Times New Roman" panose="02020603050405020304" pitchFamily="18" charset="0"/>
                <a:cs typeface="Times New Roman" panose="02020603050405020304" pitchFamily="18" charset="0"/>
              </a:rPr>
              <a:t>Âu</a:t>
            </a:r>
            <a:r>
              <a:rPr lang="en-US" altLang="en-US" sz="2800" b="1" dirty="0">
                <a:latin typeface="Times New Roman" panose="02020603050405020304" pitchFamily="18" charset="0"/>
                <a:cs typeface="Times New Roman" panose="02020603050405020304" pitchFamily="18" charset="0"/>
              </a:rPr>
              <a:t>, </a:t>
            </a:r>
            <a:r>
              <a:rPr lang="en-US" altLang="en-US" sz="2800" b="1" dirty="0" err="1">
                <a:latin typeface="Times New Roman" panose="02020603050405020304" pitchFamily="18" charset="0"/>
                <a:cs typeface="Times New Roman" panose="02020603050405020304" pitchFamily="18" charset="0"/>
              </a:rPr>
              <a:t>Việt</a:t>
            </a:r>
            <a:r>
              <a:rPr lang="en-US" altLang="en-US" sz="2800" b="1" dirty="0">
                <a:latin typeface="Times New Roman" panose="02020603050405020304" pitchFamily="18" charset="0"/>
                <a:cs typeface="Times New Roman" panose="02020603050405020304" pitchFamily="18" charset="0"/>
              </a:rPr>
              <a:t> Nam, </a:t>
            </a:r>
            <a:r>
              <a:rPr lang="en-US" altLang="en-US" sz="2800" b="1" dirty="0" err="1">
                <a:latin typeface="Times New Roman" panose="02020603050405020304" pitchFamily="18" charset="0"/>
                <a:cs typeface="Times New Roman" panose="02020603050405020304" pitchFamily="18" charset="0"/>
              </a:rPr>
              <a:t>Trung</a:t>
            </a:r>
            <a:r>
              <a:rPr lang="en-US" altLang="en-US" sz="2800" b="1" dirty="0">
                <a:latin typeface="Times New Roman" panose="02020603050405020304" pitchFamily="18" charset="0"/>
                <a:cs typeface="Times New Roman" panose="02020603050405020304" pitchFamily="18" charset="0"/>
              </a:rPr>
              <a:t> </a:t>
            </a:r>
            <a:r>
              <a:rPr lang="en-US" altLang="en-US" sz="2800" b="1" dirty="0" err="1">
                <a:latin typeface="Times New Roman" panose="02020603050405020304" pitchFamily="18" charset="0"/>
                <a:cs typeface="Times New Roman" panose="02020603050405020304" pitchFamily="18" charset="0"/>
              </a:rPr>
              <a:t>Quốc</a:t>
            </a:r>
            <a:r>
              <a:rPr lang="en-US" altLang="en-US" sz="2800" b="1" dirty="0">
                <a:latin typeface="Times New Roman" panose="02020603050405020304" pitchFamily="18" charset="0"/>
                <a:cs typeface="Times New Roman" panose="02020603050405020304" pitchFamily="18" charset="0"/>
              </a:rPr>
              <a:t>…)</a:t>
            </a:r>
            <a:endParaRPr lang="en-US" altLang="en-US" sz="2800" b="1" dirty="0">
              <a:latin typeface=".VnArial" panose="020B7200000000000000" pitchFamily="34" charset="0"/>
            </a:endParaRPr>
          </a:p>
          <a:p>
            <a:pPr>
              <a:lnSpc>
                <a:spcPct val="115000"/>
              </a:lnSpc>
              <a:spcBef>
                <a:spcPct val="25000"/>
              </a:spcBef>
              <a:defRPr/>
            </a:pPr>
            <a:endParaRPr lang="en-US" altLang="en-US" sz="2800" b="1" dirty="0">
              <a:latin typeface=".VnArial" panose="020B7200000000000000" pitchFamily="34" charset="0"/>
            </a:endParaRPr>
          </a:p>
          <a:p>
            <a:pPr>
              <a:lnSpc>
                <a:spcPct val="115000"/>
              </a:lnSpc>
              <a:spcBef>
                <a:spcPct val="25000"/>
              </a:spcBef>
              <a:defRPr/>
            </a:pPr>
            <a:endParaRPr lang="en-US" altLang="en-US" sz="2800" b="1" dirty="0">
              <a:latin typeface=".VnArial" panose="020B7200000000000000" pitchFamily="34" charset="0"/>
            </a:endParaRPr>
          </a:p>
        </p:txBody>
      </p:sp>
    </p:spTree>
    <p:extLst>
      <p:ext uri="{BB962C8B-B14F-4D97-AF65-F5344CB8AC3E}">
        <p14:creationId xmlns:p14="http://schemas.microsoft.com/office/powerpoint/2010/main" val="157476583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3" presetClass="entr" presetSubtype="16" fill="hold" grpId="0" nodeType="withEffect">
                                  <p:stCondLst>
                                    <p:cond delay="0"/>
                                  </p:stCondLst>
                                  <p:childTnLst>
                                    <p:set>
                                      <p:cBhvr>
                                        <p:cTn id="6" dur="1" fill="hold">
                                          <p:stCondLst>
                                            <p:cond delay="0"/>
                                          </p:stCondLst>
                                        </p:cTn>
                                        <p:tgtEl>
                                          <p:spTgt spid="73730"/>
                                        </p:tgtEl>
                                        <p:attrNameLst>
                                          <p:attrName>style.visibility</p:attrName>
                                        </p:attrNameLst>
                                      </p:cBhvr>
                                      <p:to>
                                        <p:strVal val="visible"/>
                                      </p:to>
                                    </p:set>
                                    <p:anim calcmode="lin" valueType="num">
                                      <p:cBhvr>
                                        <p:cTn id="7" dur="500" fill="hold"/>
                                        <p:tgtEl>
                                          <p:spTgt spid="73730"/>
                                        </p:tgtEl>
                                        <p:attrNameLst>
                                          <p:attrName>ppt_w</p:attrName>
                                        </p:attrNameLst>
                                      </p:cBhvr>
                                      <p:tavLst>
                                        <p:tav tm="0">
                                          <p:val>
                                            <p:fltVal val="0"/>
                                          </p:val>
                                        </p:tav>
                                        <p:tav tm="100000">
                                          <p:val>
                                            <p:strVal val="#ppt_w"/>
                                          </p:val>
                                        </p:tav>
                                      </p:tavLst>
                                    </p:anim>
                                    <p:anim calcmode="lin" valueType="num">
                                      <p:cBhvr>
                                        <p:cTn id="8" dur="500" fill="hold"/>
                                        <p:tgtEl>
                                          <p:spTgt spid="73730"/>
                                        </p:tgtEl>
                                        <p:attrNameLst>
                                          <p:attrName>ppt_h</p:attrName>
                                        </p:attrNameLst>
                                      </p:cBhvr>
                                      <p:tavLst>
                                        <p:tav tm="0">
                                          <p:val>
                                            <p:fltVal val="0"/>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0" presetClass="entr" presetSubtype="0" fill="hold" nodeType="clickEffect">
                                  <p:stCondLst>
                                    <p:cond delay="0"/>
                                  </p:stCondLst>
                                  <p:childTnLst>
                                    <p:set>
                                      <p:cBhvr>
                                        <p:cTn id="12" dur="1" fill="hold">
                                          <p:stCondLst>
                                            <p:cond delay="0"/>
                                          </p:stCondLst>
                                        </p:cTn>
                                        <p:tgtEl>
                                          <p:spTgt spid="73751">
                                            <p:txEl>
                                              <p:pRg st="0" end="0"/>
                                            </p:txEl>
                                          </p:spTgt>
                                        </p:tgtEl>
                                        <p:attrNameLst>
                                          <p:attrName>style.visibility</p:attrName>
                                        </p:attrNameLst>
                                      </p:cBhvr>
                                      <p:to>
                                        <p:strVal val="visible"/>
                                      </p:to>
                                    </p:set>
                                    <p:animEffect transition="in" filter="fade">
                                      <p:cBhvr>
                                        <p:cTn id="13" dur="500"/>
                                        <p:tgtEl>
                                          <p:spTgt spid="73751">
                                            <p:txEl>
                                              <p:pRg st="0" end="0"/>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10" presetClass="entr" presetSubtype="0" fill="hold" nodeType="clickEffect">
                                  <p:stCondLst>
                                    <p:cond delay="0"/>
                                  </p:stCondLst>
                                  <p:childTnLst>
                                    <p:set>
                                      <p:cBhvr>
                                        <p:cTn id="17" dur="1" fill="hold">
                                          <p:stCondLst>
                                            <p:cond delay="0"/>
                                          </p:stCondLst>
                                        </p:cTn>
                                        <p:tgtEl>
                                          <p:spTgt spid="73751">
                                            <p:txEl>
                                              <p:pRg st="1" end="1"/>
                                            </p:txEl>
                                          </p:spTgt>
                                        </p:tgtEl>
                                        <p:attrNameLst>
                                          <p:attrName>style.visibility</p:attrName>
                                        </p:attrNameLst>
                                      </p:cBhvr>
                                      <p:to>
                                        <p:strVal val="visible"/>
                                      </p:to>
                                    </p:set>
                                    <p:animEffect transition="in" filter="fade">
                                      <p:cBhvr>
                                        <p:cTn id="18" dur="500"/>
                                        <p:tgtEl>
                                          <p:spTgt spid="73751">
                                            <p:txEl>
                                              <p:pRg st="1" end="1"/>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0" presetClass="entr" presetSubtype="0" fill="hold" nodeType="clickEffect">
                                  <p:stCondLst>
                                    <p:cond delay="0"/>
                                  </p:stCondLst>
                                  <p:childTnLst>
                                    <p:set>
                                      <p:cBhvr>
                                        <p:cTn id="22" dur="1" fill="hold">
                                          <p:stCondLst>
                                            <p:cond delay="0"/>
                                          </p:stCondLst>
                                        </p:cTn>
                                        <p:tgtEl>
                                          <p:spTgt spid="73751">
                                            <p:txEl>
                                              <p:pRg st="2" end="2"/>
                                            </p:txEl>
                                          </p:spTgt>
                                        </p:tgtEl>
                                        <p:attrNameLst>
                                          <p:attrName>style.visibility</p:attrName>
                                        </p:attrNameLst>
                                      </p:cBhvr>
                                      <p:to>
                                        <p:strVal val="visible"/>
                                      </p:to>
                                    </p:set>
                                    <p:animEffect transition="in" filter="fade">
                                      <p:cBhvr>
                                        <p:cTn id="23" dur="500"/>
                                        <p:tgtEl>
                                          <p:spTgt spid="73751">
                                            <p:txEl>
                                              <p:pRg st="2" end="2"/>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10" presetClass="entr" presetSubtype="0" fill="hold" nodeType="clickEffect">
                                  <p:stCondLst>
                                    <p:cond delay="0"/>
                                  </p:stCondLst>
                                  <p:childTnLst>
                                    <p:set>
                                      <p:cBhvr>
                                        <p:cTn id="27" dur="1" fill="hold">
                                          <p:stCondLst>
                                            <p:cond delay="0"/>
                                          </p:stCondLst>
                                        </p:cTn>
                                        <p:tgtEl>
                                          <p:spTgt spid="73751">
                                            <p:txEl>
                                              <p:pRg st="3" end="3"/>
                                            </p:txEl>
                                          </p:spTgt>
                                        </p:tgtEl>
                                        <p:attrNameLst>
                                          <p:attrName>style.visibility</p:attrName>
                                        </p:attrNameLst>
                                      </p:cBhvr>
                                      <p:to>
                                        <p:strVal val="visible"/>
                                      </p:to>
                                    </p:set>
                                    <p:animEffect transition="in" filter="fade">
                                      <p:cBhvr>
                                        <p:cTn id="28" dur="500"/>
                                        <p:tgtEl>
                                          <p:spTgt spid="73751">
                                            <p:txEl>
                                              <p:pRg st="3" end="3"/>
                                            </p:txEl>
                                          </p:spTgt>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10" presetClass="entr" presetSubtype="0" fill="hold" nodeType="clickEffect">
                                  <p:stCondLst>
                                    <p:cond delay="0"/>
                                  </p:stCondLst>
                                  <p:childTnLst>
                                    <p:set>
                                      <p:cBhvr>
                                        <p:cTn id="32" dur="1" fill="hold">
                                          <p:stCondLst>
                                            <p:cond delay="0"/>
                                          </p:stCondLst>
                                        </p:cTn>
                                        <p:tgtEl>
                                          <p:spTgt spid="73751">
                                            <p:txEl>
                                              <p:pRg st="4" end="4"/>
                                            </p:txEl>
                                          </p:spTgt>
                                        </p:tgtEl>
                                        <p:attrNameLst>
                                          <p:attrName>style.visibility</p:attrName>
                                        </p:attrNameLst>
                                      </p:cBhvr>
                                      <p:to>
                                        <p:strVal val="visible"/>
                                      </p:to>
                                    </p:set>
                                    <p:animEffect transition="in" filter="fade">
                                      <p:cBhvr>
                                        <p:cTn id="33" dur="500"/>
                                        <p:tgtEl>
                                          <p:spTgt spid="7375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0" grpId="0"/>
    </p:bld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 name="Slide Number Placeholder 4"/>
          <p:cNvSpPr>
            <a:spLocks noGrp="1"/>
          </p:cNvSpPr>
          <p:nvPr>
            <p:ph type="sldNum" sz="quarter" idx="12"/>
          </p:nvPr>
        </p:nvSpPr>
        <p:spPr/>
        <p:txBody>
          <a:bodyPr/>
          <a:lstStyle>
            <a:lvl1pPr eaLnBrk="0" hangingPunct="0">
              <a:defRPr sz="2400">
                <a:solidFill>
                  <a:srgbClr val="00FF00"/>
                </a:solidFill>
                <a:latin typeface=".VnArial" panose="020B7200000000000000" pitchFamily="34" charset="0"/>
              </a:defRPr>
            </a:lvl1pPr>
            <a:lvl2pPr marL="742950" indent="-285750" eaLnBrk="0" hangingPunct="0">
              <a:defRPr sz="2400">
                <a:solidFill>
                  <a:srgbClr val="00FF00"/>
                </a:solidFill>
                <a:latin typeface=".VnArial" panose="020B7200000000000000" pitchFamily="34" charset="0"/>
              </a:defRPr>
            </a:lvl2pPr>
            <a:lvl3pPr marL="1143000" indent="-228600" eaLnBrk="0" hangingPunct="0">
              <a:defRPr sz="2400">
                <a:solidFill>
                  <a:srgbClr val="00FF00"/>
                </a:solidFill>
                <a:latin typeface=".VnArial" panose="020B7200000000000000" pitchFamily="34" charset="0"/>
              </a:defRPr>
            </a:lvl3pPr>
            <a:lvl4pPr marL="1600200" indent="-228600" eaLnBrk="0" hangingPunct="0">
              <a:defRPr sz="2400">
                <a:solidFill>
                  <a:srgbClr val="00FF00"/>
                </a:solidFill>
                <a:latin typeface=".VnArial" panose="020B7200000000000000" pitchFamily="34" charset="0"/>
              </a:defRPr>
            </a:lvl4pPr>
            <a:lvl5pPr marL="2057400" indent="-228600" eaLnBrk="0" hangingPunct="0">
              <a:defRPr sz="2400">
                <a:solidFill>
                  <a:srgbClr val="00FF00"/>
                </a:solidFill>
                <a:latin typeface=".VnArial" panose="020B7200000000000000" pitchFamily="34" charset="0"/>
              </a:defRPr>
            </a:lvl5pPr>
            <a:lvl6pPr marL="2514600" indent="-228600" eaLnBrk="0" fontAlgn="base" hangingPunct="0">
              <a:spcBef>
                <a:spcPct val="0"/>
              </a:spcBef>
              <a:spcAft>
                <a:spcPct val="0"/>
              </a:spcAft>
              <a:defRPr sz="2400">
                <a:solidFill>
                  <a:srgbClr val="00FF00"/>
                </a:solidFill>
                <a:latin typeface=".VnArial" panose="020B7200000000000000" pitchFamily="34" charset="0"/>
              </a:defRPr>
            </a:lvl6pPr>
            <a:lvl7pPr marL="2971800" indent="-228600" eaLnBrk="0" fontAlgn="base" hangingPunct="0">
              <a:spcBef>
                <a:spcPct val="0"/>
              </a:spcBef>
              <a:spcAft>
                <a:spcPct val="0"/>
              </a:spcAft>
              <a:defRPr sz="2400">
                <a:solidFill>
                  <a:srgbClr val="00FF00"/>
                </a:solidFill>
                <a:latin typeface=".VnArial" panose="020B7200000000000000" pitchFamily="34" charset="0"/>
              </a:defRPr>
            </a:lvl7pPr>
            <a:lvl8pPr marL="3429000" indent="-228600" eaLnBrk="0" fontAlgn="base" hangingPunct="0">
              <a:spcBef>
                <a:spcPct val="0"/>
              </a:spcBef>
              <a:spcAft>
                <a:spcPct val="0"/>
              </a:spcAft>
              <a:defRPr sz="2400">
                <a:solidFill>
                  <a:srgbClr val="00FF00"/>
                </a:solidFill>
                <a:latin typeface=".VnArial" panose="020B7200000000000000" pitchFamily="34" charset="0"/>
              </a:defRPr>
            </a:lvl8pPr>
            <a:lvl9pPr marL="3886200" indent="-228600" eaLnBrk="0" fontAlgn="base" hangingPunct="0">
              <a:spcBef>
                <a:spcPct val="0"/>
              </a:spcBef>
              <a:spcAft>
                <a:spcPct val="0"/>
              </a:spcAft>
              <a:defRPr sz="2400">
                <a:solidFill>
                  <a:srgbClr val="00FF00"/>
                </a:solidFill>
                <a:latin typeface=".VnArial" panose="020B7200000000000000" pitchFamily="34" charset="0"/>
              </a:defRPr>
            </a:lvl9pPr>
          </a:lstStyle>
          <a:p>
            <a:pPr eaLnBrk="1" hangingPunct="1"/>
            <a:fld id="{C541CC2F-03F2-422E-9039-B611DC916FA9}" type="slidenum">
              <a:rPr lang="en-US" sz="1200">
                <a:solidFill>
                  <a:srgbClr val="898989"/>
                </a:solidFill>
              </a:rPr>
              <a:pPr eaLnBrk="1" hangingPunct="1"/>
              <a:t>9</a:t>
            </a:fld>
            <a:endParaRPr lang="en-US" sz="1200">
              <a:solidFill>
                <a:srgbClr val="898989"/>
              </a:solidFill>
            </a:endParaRPr>
          </a:p>
        </p:txBody>
      </p:sp>
      <p:sp>
        <p:nvSpPr>
          <p:cNvPr id="217091" name="Rectangle 3"/>
          <p:cNvSpPr>
            <a:spLocks noChangeArrowheads="1"/>
          </p:cNvSpPr>
          <p:nvPr/>
        </p:nvSpPr>
        <p:spPr bwMode="auto">
          <a:xfrm>
            <a:off x="472964" y="1338287"/>
            <a:ext cx="11335407" cy="5355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rgbClr val="00FF00"/>
                </a:solidFill>
                <a:latin typeface=".VnArial" panose="020B7200000000000000" pitchFamily="34" charset="0"/>
              </a:defRPr>
            </a:lvl1pPr>
            <a:lvl2pPr marL="742950" indent="-285750" eaLnBrk="0" hangingPunct="0">
              <a:defRPr sz="2400">
                <a:solidFill>
                  <a:srgbClr val="00FF00"/>
                </a:solidFill>
                <a:latin typeface=".VnArial" panose="020B7200000000000000" pitchFamily="34" charset="0"/>
              </a:defRPr>
            </a:lvl2pPr>
            <a:lvl3pPr marL="1143000" indent="-228600" eaLnBrk="0" hangingPunct="0">
              <a:defRPr sz="2400">
                <a:solidFill>
                  <a:srgbClr val="00FF00"/>
                </a:solidFill>
                <a:latin typeface=".VnArial" panose="020B7200000000000000" pitchFamily="34" charset="0"/>
              </a:defRPr>
            </a:lvl3pPr>
            <a:lvl4pPr marL="1600200" indent="-228600" eaLnBrk="0" hangingPunct="0">
              <a:defRPr sz="2400">
                <a:solidFill>
                  <a:srgbClr val="00FF00"/>
                </a:solidFill>
                <a:latin typeface=".VnArial" panose="020B7200000000000000" pitchFamily="34" charset="0"/>
              </a:defRPr>
            </a:lvl4pPr>
            <a:lvl5pPr marL="2057400" indent="-228600" eaLnBrk="0" hangingPunct="0">
              <a:defRPr sz="2400">
                <a:solidFill>
                  <a:srgbClr val="00FF00"/>
                </a:solidFill>
                <a:latin typeface=".VnArial" panose="020B7200000000000000" pitchFamily="34" charset="0"/>
              </a:defRPr>
            </a:lvl5pPr>
            <a:lvl6pPr marL="2514600" indent="-228600" eaLnBrk="0" fontAlgn="base" hangingPunct="0">
              <a:spcBef>
                <a:spcPct val="0"/>
              </a:spcBef>
              <a:spcAft>
                <a:spcPct val="0"/>
              </a:spcAft>
              <a:defRPr sz="2400">
                <a:solidFill>
                  <a:srgbClr val="00FF00"/>
                </a:solidFill>
                <a:latin typeface=".VnArial" panose="020B7200000000000000" pitchFamily="34" charset="0"/>
              </a:defRPr>
            </a:lvl6pPr>
            <a:lvl7pPr marL="2971800" indent="-228600" eaLnBrk="0" fontAlgn="base" hangingPunct="0">
              <a:spcBef>
                <a:spcPct val="0"/>
              </a:spcBef>
              <a:spcAft>
                <a:spcPct val="0"/>
              </a:spcAft>
              <a:defRPr sz="2400">
                <a:solidFill>
                  <a:srgbClr val="00FF00"/>
                </a:solidFill>
                <a:latin typeface=".VnArial" panose="020B7200000000000000" pitchFamily="34" charset="0"/>
              </a:defRPr>
            </a:lvl7pPr>
            <a:lvl8pPr marL="3429000" indent="-228600" eaLnBrk="0" fontAlgn="base" hangingPunct="0">
              <a:spcBef>
                <a:spcPct val="0"/>
              </a:spcBef>
              <a:spcAft>
                <a:spcPct val="0"/>
              </a:spcAft>
              <a:defRPr sz="2400">
                <a:solidFill>
                  <a:srgbClr val="00FF00"/>
                </a:solidFill>
                <a:latin typeface=".VnArial" panose="020B7200000000000000" pitchFamily="34" charset="0"/>
              </a:defRPr>
            </a:lvl8pPr>
            <a:lvl9pPr marL="3886200" indent="-228600" eaLnBrk="0" fontAlgn="base" hangingPunct="0">
              <a:spcBef>
                <a:spcPct val="0"/>
              </a:spcBef>
              <a:spcAft>
                <a:spcPct val="0"/>
              </a:spcAft>
              <a:defRPr sz="2400">
                <a:solidFill>
                  <a:srgbClr val="00FF00"/>
                </a:solidFill>
                <a:latin typeface=".VnArial" panose="020B7200000000000000" pitchFamily="34" charset="0"/>
              </a:defRPr>
            </a:lvl9pPr>
          </a:lstStyle>
          <a:p>
            <a:pPr eaLnBrk="1" hangingPunct="1"/>
            <a:r>
              <a:rPr lang="en-US" altLang="en-US" sz="2800" b="1" i="1" dirty="0" err="1">
                <a:solidFill>
                  <a:srgbClr val="FF0000"/>
                </a:solidFill>
                <a:latin typeface="Times New Roman" panose="02020603050405020304" pitchFamily="18" charset="0"/>
                <a:cs typeface="Times New Roman" panose="02020603050405020304" pitchFamily="18" charset="0"/>
              </a:rPr>
              <a:t>Điều</a:t>
            </a:r>
            <a:r>
              <a:rPr lang="en-US" altLang="en-US" sz="2800" b="1" i="1" dirty="0">
                <a:solidFill>
                  <a:srgbClr val="FF0000"/>
                </a:solidFill>
                <a:latin typeface="Times New Roman" panose="02020603050405020304" pitchFamily="18" charset="0"/>
                <a:cs typeface="Times New Roman" panose="02020603050405020304" pitchFamily="18" charset="0"/>
              </a:rPr>
              <a:t> </a:t>
            </a:r>
            <a:r>
              <a:rPr lang="en-US" altLang="en-US" sz="2800" b="1" i="1" dirty="0" err="1">
                <a:solidFill>
                  <a:srgbClr val="FF0000"/>
                </a:solidFill>
                <a:latin typeface="Times New Roman" panose="02020603050405020304" pitchFamily="18" charset="0"/>
                <a:cs typeface="Times New Roman" panose="02020603050405020304" pitchFamily="18" charset="0"/>
              </a:rPr>
              <a:t>kiện</a:t>
            </a:r>
            <a:r>
              <a:rPr lang="en-US" altLang="en-US" sz="2800" b="1" i="1" dirty="0">
                <a:solidFill>
                  <a:srgbClr val="FF0000"/>
                </a:solidFill>
                <a:latin typeface="Times New Roman" panose="02020603050405020304" pitchFamily="18" charset="0"/>
                <a:cs typeface="Times New Roman" panose="02020603050405020304" pitchFamily="18" charset="0"/>
              </a:rPr>
              <a:t> </a:t>
            </a:r>
            <a:r>
              <a:rPr lang="en-US" altLang="en-US" sz="2800" b="1" i="1" dirty="0" err="1">
                <a:solidFill>
                  <a:srgbClr val="FF0000"/>
                </a:solidFill>
                <a:latin typeface="Times New Roman" panose="02020603050405020304" pitchFamily="18" charset="0"/>
                <a:cs typeface="Times New Roman" panose="02020603050405020304" pitchFamily="18" charset="0"/>
              </a:rPr>
              <a:t>kinh</a:t>
            </a:r>
            <a:r>
              <a:rPr lang="en-US" altLang="en-US" sz="2800" b="1" i="1" dirty="0">
                <a:solidFill>
                  <a:srgbClr val="FF0000"/>
                </a:solidFill>
                <a:latin typeface="Times New Roman" panose="02020603050405020304" pitchFamily="18" charset="0"/>
                <a:cs typeface="Times New Roman" panose="02020603050405020304" pitchFamily="18" charset="0"/>
              </a:rPr>
              <a:t> </a:t>
            </a:r>
            <a:r>
              <a:rPr lang="en-US" altLang="en-US" sz="2800" b="1" i="1" dirty="0" err="1">
                <a:solidFill>
                  <a:srgbClr val="FF0000"/>
                </a:solidFill>
                <a:latin typeface="Times New Roman" panose="02020603050405020304" pitchFamily="18" charset="0"/>
                <a:cs typeface="Times New Roman" panose="02020603050405020304" pitchFamily="18" charset="0"/>
              </a:rPr>
              <a:t>tế</a:t>
            </a:r>
            <a:endParaRPr lang="en-US" altLang="en-US" sz="2800" b="1" i="1" dirty="0">
              <a:solidFill>
                <a:srgbClr val="FF0000"/>
              </a:solidFill>
              <a:latin typeface="Times New Roman" panose="02020603050405020304" pitchFamily="18" charset="0"/>
              <a:cs typeface="Times New Roman" panose="02020603050405020304" pitchFamily="18" charset="0"/>
            </a:endParaRPr>
          </a:p>
          <a:p>
            <a:pPr algn="just" eaLnBrk="1" hangingPunct="1">
              <a:lnSpc>
                <a:spcPts val="3800"/>
              </a:lnSpc>
              <a:spcBef>
                <a:spcPts val="600"/>
              </a:spcBef>
            </a:pPr>
            <a:r>
              <a:rPr lang="vi-VN" altLang="en-US" sz="2800" b="1" i="1" dirty="0">
                <a:solidFill>
                  <a:srgbClr val="000000"/>
                </a:solidFill>
                <a:latin typeface="Times New Roman" panose="02020603050405020304" pitchFamily="18" charset="0"/>
                <a:cs typeface="Times New Roman" panose="02020603050405020304" pitchFamily="18" charset="0"/>
              </a:rPr>
              <a:t>+ Đầu thế kỷ XIX, CM công nghiệp đã hoàn thành ở Anh, chuyển sang Ph</a:t>
            </a:r>
            <a:r>
              <a:rPr lang="en-US" altLang="en-US" sz="2800" b="1" i="1" dirty="0">
                <a:solidFill>
                  <a:srgbClr val="000000"/>
                </a:solidFill>
                <a:latin typeface="Times New Roman" panose="02020603050405020304" pitchFamily="18" charset="0"/>
                <a:cs typeface="Times New Roman" panose="02020603050405020304" pitchFamily="18" charset="0"/>
              </a:rPr>
              <a:t>á</a:t>
            </a:r>
            <a:r>
              <a:rPr lang="vi-VN" altLang="en-US" sz="2800" b="1" i="1" dirty="0">
                <a:solidFill>
                  <a:srgbClr val="000000"/>
                </a:solidFill>
                <a:latin typeface="Times New Roman" panose="02020603050405020304" pitchFamily="18" charset="0"/>
                <a:cs typeface="Times New Roman" panose="02020603050405020304" pitchFamily="18" charset="0"/>
              </a:rPr>
              <a:t>p, Đức và làm xuất hiện một </a:t>
            </a:r>
            <a:r>
              <a:rPr lang="vi-VN" altLang="en-US" sz="2800" b="1" dirty="0">
                <a:solidFill>
                  <a:srgbClr val="FF0000"/>
                </a:solidFill>
                <a:latin typeface="Times New Roman" panose="02020603050405020304" pitchFamily="18" charset="0"/>
                <a:cs typeface="Times New Roman" panose="02020603050405020304" pitchFamily="18" charset="0"/>
              </a:rPr>
              <a:t>LLSX mới – nền đại công nghiệp</a:t>
            </a:r>
            <a:r>
              <a:rPr lang="vi-VN" altLang="en-US" sz="2800" b="1" dirty="0">
                <a:solidFill>
                  <a:srgbClr val="000000"/>
                </a:solidFill>
                <a:latin typeface="Times New Roman" panose="02020603050405020304" pitchFamily="18" charset="0"/>
                <a:cs typeface="Times New Roman" panose="02020603050405020304" pitchFamily="18" charset="0"/>
              </a:rPr>
              <a:t>.</a:t>
            </a:r>
          </a:p>
          <a:p>
            <a:pPr algn="just" eaLnBrk="1" hangingPunct="1">
              <a:lnSpc>
                <a:spcPts val="3800"/>
              </a:lnSpc>
              <a:spcBef>
                <a:spcPts val="600"/>
              </a:spcBef>
            </a:pPr>
            <a:r>
              <a:rPr lang="vi-VN" altLang="en-US" sz="2800" b="1" dirty="0">
                <a:solidFill>
                  <a:srgbClr val="000000"/>
                </a:solidFill>
                <a:latin typeface="Times New Roman" panose="02020603050405020304" pitchFamily="18" charset="0"/>
                <a:cs typeface="Times New Roman" panose="02020603050405020304" pitchFamily="18" charset="0"/>
              </a:rPr>
              <a:t>+ Đại công nghiệp đã làm thay đổi PTSX TBCN về quy mô SX, năng suất lao động, kinh nghiệm quản lý, kinh tế thị trường.</a:t>
            </a:r>
          </a:p>
          <a:p>
            <a:pPr algn="just" eaLnBrk="1" hangingPunct="1">
              <a:lnSpc>
                <a:spcPts val="3800"/>
              </a:lnSpc>
              <a:spcBef>
                <a:spcPts val="600"/>
              </a:spcBef>
            </a:pPr>
            <a:r>
              <a:rPr lang="en-US" altLang="en-US" sz="2800" b="1" dirty="0" err="1">
                <a:solidFill>
                  <a:srgbClr val="FF0000"/>
                </a:solidFill>
                <a:latin typeface="Times New Roman" panose="02020603050405020304" pitchFamily="18" charset="0"/>
                <a:cs typeface="Times New Roman" panose="02020603050405020304" pitchFamily="18" charset="0"/>
              </a:rPr>
              <a:t>Kết</a:t>
            </a:r>
            <a:r>
              <a:rPr lang="en-US" altLang="en-US" sz="2800" b="1" dirty="0">
                <a:solidFill>
                  <a:srgbClr val="FF0000"/>
                </a:solidFill>
                <a:latin typeface="Times New Roman" panose="02020603050405020304" pitchFamily="18" charset="0"/>
                <a:cs typeface="Times New Roman" panose="02020603050405020304" pitchFamily="18" charset="0"/>
              </a:rPr>
              <a:t> </a:t>
            </a:r>
            <a:r>
              <a:rPr lang="en-US" altLang="en-US" sz="2800" b="1" dirty="0" err="1">
                <a:solidFill>
                  <a:srgbClr val="FF0000"/>
                </a:solidFill>
                <a:latin typeface="Times New Roman" panose="02020603050405020304" pitchFamily="18" charset="0"/>
                <a:cs typeface="Times New Roman" panose="02020603050405020304" pitchFamily="18" charset="0"/>
              </a:rPr>
              <a:t>quả</a:t>
            </a:r>
            <a:r>
              <a:rPr lang="en-US" altLang="en-US" sz="2800" b="1" dirty="0">
                <a:solidFill>
                  <a:srgbClr val="FF0000"/>
                </a:solidFill>
                <a:latin typeface="Times New Roman" panose="02020603050405020304" pitchFamily="18" charset="0"/>
                <a:cs typeface="Times New Roman" panose="02020603050405020304" pitchFamily="18" charset="0"/>
              </a:rPr>
              <a:t> </a:t>
            </a:r>
            <a:r>
              <a:rPr lang="en-US" altLang="en-US" sz="2800" b="1" dirty="0" err="1">
                <a:solidFill>
                  <a:srgbClr val="FF0000"/>
                </a:solidFill>
                <a:latin typeface="Times New Roman" panose="02020603050405020304" pitchFamily="18" charset="0"/>
                <a:cs typeface="Times New Roman" panose="02020603050405020304" pitchFamily="18" charset="0"/>
              </a:rPr>
              <a:t>là</a:t>
            </a:r>
            <a:r>
              <a:rPr lang="en-US" altLang="en-US" sz="2800" b="1" dirty="0">
                <a:solidFill>
                  <a:srgbClr val="000000"/>
                </a:solidFill>
                <a:latin typeface="Times New Roman" panose="02020603050405020304" pitchFamily="18" charset="0"/>
                <a:cs typeface="Times New Roman" panose="02020603050405020304" pitchFamily="18" charset="0"/>
              </a:rPr>
              <a:t>:</a:t>
            </a:r>
          </a:p>
          <a:p>
            <a:pPr algn="just" eaLnBrk="1" hangingPunct="1">
              <a:lnSpc>
                <a:spcPts val="3800"/>
              </a:lnSpc>
              <a:spcBef>
                <a:spcPts val="600"/>
              </a:spcBef>
            </a:pPr>
            <a:r>
              <a:rPr lang="vi-VN" altLang="en-US" sz="2800" b="1" dirty="0">
                <a:solidFill>
                  <a:srgbClr val="000000"/>
                </a:solidFill>
                <a:latin typeface="Times New Roman" panose="02020603050405020304" pitchFamily="18" charset="0"/>
                <a:cs typeface="Times New Roman" panose="02020603050405020304" pitchFamily="18" charset="0"/>
              </a:rPr>
              <a:t>- Tạo điều kiện vật chất kỹ thuật, kinh tế cho sự xuất hiện một XH mới cao hơn CNTB (CNXH)</a:t>
            </a:r>
          </a:p>
          <a:p>
            <a:pPr algn="just" eaLnBrk="1" hangingPunct="1">
              <a:lnSpc>
                <a:spcPts val="3800"/>
              </a:lnSpc>
              <a:spcBef>
                <a:spcPts val="600"/>
              </a:spcBef>
            </a:pPr>
            <a:r>
              <a:rPr lang="vi-VN" altLang="en-US" sz="2800" b="1" dirty="0">
                <a:solidFill>
                  <a:srgbClr val="000000"/>
                </a:solidFill>
                <a:latin typeface="Times New Roman" panose="02020603050405020304" pitchFamily="18" charset="0"/>
                <a:cs typeface="Times New Roman" panose="02020603050405020304" pitchFamily="18" charset="0"/>
              </a:rPr>
              <a:t> - Mâu thuẫn giữa LLSX với QHSX ngày càng sâu sắc đòi hỏi phải giải quyết bằng CMXH</a:t>
            </a:r>
          </a:p>
        </p:txBody>
      </p:sp>
      <p:sp>
        <p:nvSpPr>
          <p:cNvPr id="2" name="TextBox 1"/>
          <p:cNvSpPr txBox="1"/>
          <p:nvPr/>
        </p:nvSpPr>
        <p:spPr>
          <a:xfrm>
            <a:off x="2194034" y="488731"/>
            <a:ext cx="9159766" cy="1077218"/>
          </a:xfrm>
          <a:prstGeom prst="rect">
            <a:avLst/>
          </a:prstGeom>
          <a:noFill/>
        </p:spPr>
        <p:txBody>
          <a:bodyPr wrap="square" rtlCol="0">
            <a:spAutoFit/>
          </a:bodyPr>
          <a:lstStyle/>
          <a:p>
            <a:pPr algn="ctr"/>
            <a:r>
              <a:rPr lang="en-US" sz="3200" b="1" dirty="0">
                <a:solidFill>
                  <a:srgbClr val="FF0000"/>
                </a:solidFill>
                <a:latin typeface="Times New Roman" panose="02020603050405020304" pitchFamily="18" charset="0"/>
                <a:cs typeface="Times New Roman" panose="02020603050405020304" pitchFamily="18" charset="0"/>
              </a:rPr>
              <a:t>1.1.1. </a:t>
            </a:r>
            <a:r>
              <a:rPr lang="vi-VN" sz="3200" b="1" dirty="0">
                <a:solidFill>
                  <a:srgbClr val="FF0000"/>
                </a:solidFill>
                <a:latin typeface="Times New Roman" panose="02020603050405020304" pitchFamily="18" charset="0"/>
                <a:cs typeface="Times New Roman" panose="02020603050405020304" pitchFamily="18" charset="0"/>
              </a:rPr>
              <a:t>Hoàn cảnh lịch sử ra đời </a:t>
            </a:r>
            <a:r>
              <a:rPr lang="en-US" sz="3200" b="1" dirty="0" smtClean="0">
                <a:solidFill>
                  <a:srgbClr val="FF0000"/>
                </a:solidFill>
                <a:latin typeface="Times New Roman" panose="02020603050405020304" pitchFamily="18" charset="0"/>
                <a:cs typeface="Times New Roman" panose="02020603050405020304" pitchFamily="18" charset="0"/>
              </a:rPr>
              <a:t>CNXH </a:t>
            </a:r>
            <a:r>
              <a:rPr lang="vi-VN" sz="3200" b="1" dirty="0" smtClean="0">
                <a:solidFill>
                  <a:srgbClr val="FF0000"/>
                </a:solidFill>
                <a:latin typeface="Times New Roman" panose="02020603050405020304" pitchFamily="18" charset="0"/>
                <a:cs typeface="Times New Roman" panose="02020603050405020304" pitchFamily="18" charset="0"/>
              </a:rPr>
              <a:t>khoa </a:t>
            </a:r>
            <a:r>
              <a:rPr lang="vi-VN" sz="3200" b="1" dirty="0">
                <a:solidFill>
                  <a:srgbClr val="FF0000"/>
                </a:solidFill>
                <a:latin typeface="Times New Roman" panose="02020603050405020304" pitchFamily="18" charset="0"/>
                <a:cs typeface="Times New Roman" panose="02020603050405020304" pitchFamily="18" charset="0"/>
              </a:rPr>
              <a:t>học</a:t>
            </a:r>
            <a:endParaRPr lang="en-US" sz="3200" b="1" dirty="0">
              <a:solidFill>
                <a:srgbClr val="FF0000"/>
              </a:solidFill>
              <a:latin typeface="Times New Roman" panose="02020603050405020304" pitchFamily="18" charset="0"/>
              <a:cs typeface="Times New Roman" panose="02020603050405020304" pitchFamily="18" charset="0"/>
            </a:endParaRPr>
          </a:p>
          <a:p>
            <a:pPr algn="ctr"/>
            <a:endParaRPr lang="en-US" sz="3200" dirty="0">
              <a:solidFill>
                <a:srgbClr val="FF0000"/>
              </a:solidFill>
            </a:endParaRPr>
          </a:p>
        </p:txBody>
      </p:sp>
    </p:spTree>
    <p:extLst>
      <p:ext uri="{BB962C8B-B14F-4D97-AF65-F5344CB8AC3E}">
        <p14:creationId xmlns:p14="http://schemas.microsoft.com/office/powerpoint/2010/main" val="326926886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12" fill="hold" grpId="0" nodeType="clickEffect">
                                  <p:stCondLst>
                                    <p:cond delay="0"/>
                                  </p:stCondLst>
                                  <p:childTnLst>
                                    <p:set>
                                      <p:cBhvr>
                                        <p:cTn id="6" dur="1" fill="hold">
                                          <p:stCondLst>
                                            <p:cond delay="0"/>
                                          </p:stCondLst>
                                        </p:cTn>
                                        <p:tgtEl>
                                          <p:spTgt spid="217091">
                                            <p:txEl>
                                              <p:pRg st="0" end="0"/>
                                            </p:txEl>
                                          </p:spTgt>
                                        </p:tgtEl>
                                        <p:attrNameLst>
                                          <p:attrName>style.visibility</p:attrName>
                                        </p:attrNameLst>
                                      </p:cBhvr>
                                      <p:to>
                                        <p:strVal val="visible"/>
                                      </p:to>
                                    </p:set>
                                    <p:animEffect transition="in" filter="strips(downLeft)">
                                      <p:cBhvr>
                                        <p:cTn id="7" dur="500"/>
                                        <p:tgtEl>
                                          <p:spTgt spid="21709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12" fill="hold" grpId="0" nodeType="clickEffect">
                                  <p:stCondLst>
                                    <p:cond delay="0"/>
                                  </p:stCondLst>
                                  <p:childTnLst>
                                    <p:set>
                                      <p:cBhvr>
                                        <p:cTn id="11" dur="1" fill="hold">
                                          <p:stCondLst>
                                            <p:cond delay="0"/>
                                          </p:stCondLst>
                                        </p:cTn>
                                        <p:tgtEl>
                                          <p:spTgt spid="217091">
                                            <p:txEl>
                                              <p:pRg st="1" end="1"/>
                                            </p:txEl>
                                          </p:spTgt>
                                        </p:tgtEl>
                                        <p:attrNameLst>
                                          <p:attrName>style.visibility</p:attrName>
                                        </p:attrNameLst>
                                      </p:cBhvr>
                                      <p:to>
                                        <p:strVal val="visible"/>
                                      </p:to>
                                    </p:set>
                                    <p:animEffect transition="in" filter="strips(downLeft)">
                                      <p:cBhvr>
                                        <p:cTn id="12" dur="500"/>
                                        <p:tgtEl>
                                          <p:spTgt spid="21709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12" fill="hold" grpId="0" nodeType="clickEffect">
                                  <p:stCondLst>
                                    <p:cond delay="0"/>
                                  </p:stCondLst>
                                  <p:childTnLst>
                                    <p:set>
                                      <p:cBhvr>
                                        <p:cTn id="16" dur="1" fill="hold">
                                          <p:stCondLst>
                                            <p:cond delay="0"/>
                                          </p:stCondLst>
                                        </p:cTn>
                                        <p:tgtEl>
                                          <p:spTgt spid="217091">
                                            <p:txEl>
                                              <p:pRg st="2" end="2"/>
                                            </p:txEl>
                                          </p:spTgt>
                                        </p:tgtEl>
                                        <p:attrNameLst>
                                          <p:attrName>style.visibility</p:attrName>
                                        </p:attrNameLst>
                                      </p:cBhvr>
                                      <p:to>
                                        <p:strVal val="visible"/>
                                      </p:to>
                                    </p:set>
                                    <p:animEffect transition="in" filter="strips(downLeft)">
                                      <p:cBhvr>
                                        <p:cTn id="17" dur="500"/>
                                        <p:tgtEl>
                                          <p:spTgt spid="217091">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8" presetClass="entr" presetSubtype="12" fill="hold" grpId="0" nodeType="clickEffect">
                                  <p:stCondLst>
                                    <p:cond delay="0"/>
                                  </p:stCondLst>
                                  <p:childTnLst>
                                    <p:set>
                                      <p:cBhvr>
                                        <p:cTn id="21" dur="1" fill="hold">
                                          <p:stCondLst>
                                            <p:cond delay="0"/>
                                          </p:stCondLst>
                                        </p:cTn>
                                        <p:tgtEl>
                                          <p:spTgt spid="217091">
                                            <p:txEl>
                                              <p:pRg st="3" end="3"/>
                                            </p:txEl>
                                          </p:spTgt>
                                        </p:tgtEl>
                                        <p:attrNameLst>
                                          <p:attrName>style.visibility</p:attrName>
                                        </p:attrNameLst>
                                      </p:cBhvr>
                                      <p:to>
                                        <p:strVal val="visible"/>
                                      </p:to>
                                    </p:set>
                                    <p:animEffect transition="in" filter="strips(downLeft)">
                                      <p:cBhvr>
                                        <p:cTn id="22" dur="500"/>
                                        <p:tgtEl>
                                          <p:spTgt spid="217091">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8" presetClass="entr" presetSubtype="12" fill="hold" grpId="0" nodeType="clickEffect">
                                  <p:stCondLst>
                                    <p:cond delay="0"/>
                                  </p:stCondLst>
                                  <p:childTnLst>
                                    <p:set>
                                      <p:cBhvr>
                                        <p:cTn id="26" dur="1" fill="hold">
                                          <p:stCondLst>
                                            <p:cond delay="0"/>
                                          </p:stCondLst>
                                        </p:cTn>
                                        <p:tgtEl>
                                          <p:spTgt spid="217091">
                                            <p:txEl>
                                              <p:pRg st="4" end="4"/>
                                            </p:txEl>
                                          </p:spTgt>
                                        </p:tgtEl>
                                        <p:attrNameLst>
                                          <p:attrName>style.visibility</p:attrName>
                                        </p:attrNameLst>
                                      </p:cBhvr>
                                      <p:to>
                                        <p:strVal val="visible"/>
                                      </p:to>
                                    </p:set>
                                    <p:animEffect transition="in" filter="strips(downLeft)">
                                      <p:cBhvr>
                                        <p:cTn id="27" dur="500"/>
                                        <p:tgtEl>
                                          <p:spTgt spid="217091">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8" presetClass="entr" presetSubtype="12" fill="hold" grpId="0" nodeType="clickEffect">
                                  <p:stCondLst>
                                    <p:cond delay="0"/>
                                  </p:stCondLst>
                                  <p:childTnLst>
                                    <p:set>
                                      <p:cBhvr>
                                        <p:cTn id="31" dur="1" fill="hold">
                                          <p:stCondLst>
                                            <p:cond delay="0"/>
                                          </p:stCondLst>
                                        </p:cTn>
                                        <p:tgtEl>
                                          <p:spTgt spid="217091">
                                            <p:txEl>
                                              <p:pRg st="5" end="5"/>
                                            </p:txEl>
                                          </p:spTgt>
                                        </p:tgtEl>
                                        <p:attrNameLst>
                                          <p:attrName>style.visibility</p:attrName>
                                        </p:attrNameLst>
                                      </p:cBhvr>
                                      <p:to>
                                        <p:strVal val="visible"/>
                                      </p:to>
                                    </p:set>
                                    <p:animEffect transition="in" filter="strips(downLeft)">
                                      <p:cBhvr>
                                        <p:cTn id="32" dur="500"/>
                                        <p:tgtEl>
                                          <p:spTgt spid="21709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7091" grpId="0" build="p"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 name="Slide Number Placeholder 4"/>
          <p:cNvSpPr>
            <a:spLocks noGrp="1"/>
          </p:cNvSpPr>
          <p:nvPr>
            <p:ph type="sldNum" sz="quarter" idx="12"/>
          </p:nvPr>
        </p:nvSpPr>
        <p:spPr/>
        <p:txBody>
          <a:bodyPr/>
          <a:lstStyle>
            <a:lvl1pPr eaLnBrk="0" hangingPunct="0">
              <a:defRPr sz="2400">
                <a:solidFill>
                  <a:srgbClr val="00FF00"/>
                </a:solidFill>
                <a:latin typeface=".VnArial" panose="020B7200000000000000" pitchFamily="34" charset="0"/>
              </a:defRPr>
            </a:lvl1pPr>
            <a:lvl2pPr marL="742950" indent="-285750" eaLnBrk="0" hangingPunct="0">
              <a:defRPr sz="2400">
                <a:solidFill>
                  <a:srgbClr val="00FF00"/>
                </a:solidFill>
                <a:latin typeface=".VnArial" panose="020B7200000000000000" pitchFamily="34" charset="0"/>
              </a:defRPr>
            </a:lvl2pPr>
            <a:lvl3pPr marL="1143000" indent="-228600" eaLnBrk="0" hangingPunct="0">
              <a:defRPr sz="2400">
                <a:solidFill>
                  <a:srgbClr val="00FF00"/>
                </a:solidFill>
                <a:latin typeface=".VnArial" panose="020B7200000000000000" pitchFamily="34" charset="0"/>
              </a:defRPr>
            </a:lvl3pPr>
            <a:lvl4pPr marL="1600200" indent="-228600" eaLnBrk="0" hangingPunct="0">
              <a:defRPr sz="2400">
                <a:solidFill>
                  <a:srgbClr val="00FF00"/>
                </a:solidFill>
                <a:latin typeface=".VnArial" panose="020B7200000000000000" pitchFamily="34" charset="0"/>
              </a:defRPr>
            </a:lvl4pPr>
            <a:lvl5pPr marL="2057400" indent="-228600" eaLnBrk="0" hangingPunct="0">
              <a:defRPr sz="2400">
                <a:solidFill>
                  <a:srgbClr val="00FF00"/>
                </a:solidFill>
                <a:latin typeface=".VnArial" panose="020B7200000000000000" pitchFamily="34" charset="0"/>
              </a:defRPr>
            </a:lvl5pPr>
            <a:lvl6pPr marL="2514600" indent="-228600" eaLnBrk="0" fontAlgn="base" hangingPunct="0">
              <a:spcBef>
                <a:spcPct val="0"/>
              </a:spcBef>
              <a:spcAft>
                <a:spcPct val="0"/>
              </a:spcAft>
              <a:defRPr sz="2400">
                <a:solidFill>
                  <a:srgbClr val="00FF00"/>
                </a:solidFill>
                <a:latin typeface=".VnArial" panose="020B7200000000000000" pitchFamily="34" charset="0"/>
              </a:defRPr>
            </a:lvl6pPr>
            <a:lvl7pPr marL="2971800" indent="-228600" eaLnBrk="0" fontAlgn="base" hangingPunct="0">
              <a:spcBef>
                <a:spcPct val="0"/>
              </a:spcBef>
              <a:spcAft>
                <a:spcPct val="0"/>
              </a:spcAft>
              <a:defRPr sz="2400">
                <a:solidFill>
                  <a:srgbClr val="00FF00"/>
                </a:solidFill>
                <a:latin typeface=".VnArial" panose="020B7200000000000000" pitchFamily="34" charset="0"/>
              </a:defRPr>
            </a:lvl7pPr>
            <a:lvl8pPr marL="3429000" indent="-228600" eaLnBrk="0" fontAlgn="base" hangingPunct="0">
              <a:spcBef>
                <a:spcPct val="0"/>
              </a:spcBef>
              <a:spcAft>
                <a:spcPct val="0"/>
              </a:spcAft>
              <a:defRPr sz="2400">
                <a:solidFill>
                  <a:srgbClr val="00FF00"/>
                </a:solidFill>
                <a:latin typeface=".VnArial" panose="020B7200000000000000" pitchFamily="34" charset="0"/>
              </a:defRPr>
            </a:lvl8pPr>
            <a:lvl9pPr marL="3886200" indent="-228600" eaLnBrk="0" fontAlgn="base" hangingPunct="0">
              <a:spcBef>
                <a:spcPct val="0"/>
              </a:spcBef>
              <a:spcAft>
                <a:spcPct val="0"/>
              </a:spcAft>
              <a:defRPr sz="2400">
                <a:solidFill>
                  <a:srgbClr val="00FF00"/>
                </a:solidFill>
                <a:latin typeface=".VnArial" panose="020B7200000000000000" pitchFamily="34" charset="0"/>
              </a:defRPr>
            </a:lvl9pPr>
          </a:lstStyle>
          <a:p>
            <a:pPr eaLnBrk="1" hangingPunct="1"/>
            <a:fld id="{8FD1BFCB-E201-4F42-8A98-FCD7482D5F18}" type="slidenum">
              <a:rPr lang="en-US" sz="1200">
                <a:solidFill>
                  <a:srgbClr val="898989"/>
                </a:solidFill>
              </a:rPr>
              <a:pPr eaLnBrk="1" hangingPunct="1"/>
              <a:t>10</a:t>
            </a:fld>
            <a:endParaRPr lang="en-US" sz="1200">
              <a:solidFill>
                <a:srgbClr val="898989"/>
              </a:solidFill>
            </a:endParaRPr>
          </a:p>
        </p:txBody>
      </p:sp>
      <p:sp>
        <p:nvSpPr>
          <p:cNvPr id="218114" name="Rectangle 2"/>
          <p:cNvSpPr>
            <a:spLocks noGrp="1" noChangeArrowheads="1"/>
          </p:cNvSpPr>
          <p:nvPr>
            <p:ph type="title"/>
          </p:nvPr>
        </p:nvSpPr>
        <p:spPr>
          <a:xfrm>
            <a:off x="601060" y="1336726"/>
            <a:ext cx="8686800" cy="838200"/>
          </a:xfrm>
        </p:spPr>
        <p:txBody>
          <a:bodyPr>
            <a:normAutofit/>
          </a:bodyPr>
          <a:lstStyle/>
          <a:p>
            <a:pPr marL="742950" indent="-742950"/>
            <a:r>
              <a:rPr lang="en-US" altLang="en-US" sz="2200" b="1" i="1" dirty="0" err="1">
                <a:solidFill>
                  <a:srgbClr val="FF0000"/>
                </a:solidFill>
                <a:latin typeface="Times New Roman" panose="02020603050405020304" pitchFamily="18" charset="0"/>
                <a:cs typeface="Times New Roman" panose="02020603050405020304" pitchFamily="18" charset="0"/>
              </a:rPr>
              <a:t>Điều</a:t>
            </a:r>
            <a:r>
              <a:rPr lang="en-US" altLang="en-US" sz="2200" b="1" i="1" dirty="0">
                <a:solidFill>
                  <a:srgbClr val="FF0000"/>
                </a:solidFill>
                <a:latin typeface="Times New Roman" panose="02020603050405020304" pitchFamily="18" charset="0"/>
                <a:cs typeface="Times New Roman" panose="02020603050405020304" pitchFamily="18" charset="0"/>
              </a:rPr>
              <a:t> </a:t>
            </a:r>
            <a:r>
              <a:rPr lang="en-US" altLang="en-US" sz="2200" b="1" i="1" dirty="0" err="1">
                <a:solidFill>
                  <a:srgbClr val="FF0000"/>
                </a:solidFill>
                <a:latin typeface="Times New Roman" panose="02020603050405020304" pitchFamily="18" charset="0"/>
                <a:cs typeface="Times New Roman" panose="02020603050405020304" pitchFamily="18" charset="0"/>
              </a:rPr>
              <a:t>kiện</a:t>
            </a:r>
            <a:r>
              <a:rPr lang="en-US" altLang="en-US" sz="2200" b="1" i="1" dirty="0">
                <a:solidFill>
                  <a:srgbClr val="FF0000"/>
                </a:solidFill>
                <a:latin typeface="Times New Roman" panose="02020603050405020304" pitchFamily="18" charset="0"/>
                <a:cs typeface="Times New Roman" panose="02020603050405020304" pitchFamily="18" charset="0"/>
              </a:rPr>
              <a:t> </a:t>
            </a:r>
            <a:r>
              <a:rPr lang="en-US" altLang="en-US" sz="2200" b="1" i="1" dirty="0" err="1">
                <a:solidFill>
                  <a:srgbClr val="FF0000"/>
                </a:solidFill>
                <a:latin typeface="Times New Roman" panose="02020603050405020304" pitchFamily="18" charset="0"/>
                <a:cs typeface="Times New Roman" panose="02020603050405020304" pitchFamily="18" charset="0"/>
              </a:rPr>
              <a:t>chính</a:t>
            </a:r>
            <a:r>
              <a:rPr lang="en-US" altLang="en-US" sz="2200" b="1" i="1" dirty="0">
                <a:solidFill>
                  <a:srgbClr val="FF0000"/>
                </a:solidFill>
                <a:latin typeface="Times New Roman" panose="02020603050405020304" pitchFamily="18" charset="0"/>
                <a:cs typeface="Times New Roman" panose="02020603050405020304" pitchFamily="18" charset="0"/>
              </a:rPr>
              <a:t> </a:t>
            </a:r>
            <a:r>
              <a:rPr lang="en-US" altLang="en-US" sz="2200" b="1" i="1" dirty="0" err="1">
                <a:solidFill>
                  <a:srgbClr val="FF0000"/>
                </a:solidFill>
                <a:latin typeface="Times New Roman" panose="02020603050405020304" pitchFamily="18" charset="0"/>
                <a:cs typeface="Times New Roman" panose="02020603050405020304" pitchFamily="18" charset="0"/>
              </a:rPr>
              <a:t>trị</a:t>
            </a:r>
            <a:r>
              <a:rPr lang="en-US" altLang="en-US" sz="2200" b="1" i="1" dirty="0">
                <a:solidFill>
                  <a:srgbClr val="FF0000"/>
                </a:solidFill>
                <a:latin typeface="Times New Roman" panose="02020603050405020304" pitchFamily="18" charset="0"/>
                <a:cs typeface="Times New Roman" panose="02020603050405020304" pitchFamily="18" charset="0"/>
              </a:rPr>
              <a:t> - </a:t>
            </a:r>
            <a:r>
              <a:rPr lang="en-US" altLang="en-US" sz="2200" b="1" i="1" dirty="0" err="1">
                <a:solidFill>
                  <a:srgbClr val="FF0000"/>
                </a:solidFill>
                <a:latin typeface="Times New Roman" panose="02020603050405020304" pitchFamily="18" charset="0"/>
                <a:cs typeface="Times New Roman" panose="02020603050405020304" pitchFamily="18" charset="0"/>
              </a:rPr>
              <a:t>xã</a:t>
            </a:r>
            <a:r>
              <a:rPr lang="en-US" altLang="en-US" sz="2200" b="1" i="1" dirty="0">
                <a:solidFill>
                  <a:srgbClr val="FF0000"/>
                </a:solidFill>
                <a:latin typeface="Times New Roman" panose="02020603050405020304" pitchFamily="18" charset="0"/>
                <a:cs typeface="Times New Roman" panose="02020603050405020304" pitchFamily="18" charset="0"/>
              </a:rPr>
              <a:t> </a:t>
            </a:r>
            <a:r>
              <a:rPr lang="en-US" altLang="en-US" sz="2200" b="1" i="1" dirty="0" err="1">
                <a:solidFill>
                  <a:srgbClr val="FF0000"/>
                </a:solidFill>
                <a:latin typeface="Times New Roman" panose="02020603050405020304" pitchFamily="18" charset="0"/>
                <a:cs typeface="Times New Roman" panose="02020603050405020304" pitchFamily="18" charset="0"/>
              </a:rPr>
              <a:t>hội</a:t>
            </a:r>
            <a:endParaRPr lang="en-US" altLang="en-US" sz="2200" b="1" i="1" dirty="0">
              <a:solidFill>
                <a:srgbClr val="FF0000"/>
              </a:solidFill>
              <a:latin typeface="Times New Roman" panose="02020603050405020304" pitchFamily="18" charset="0"/>
              <a:cs typeface="Times New Roman" panose="02020603050405020304" pitchFamily="18" charset="0"/>
            </a:endParaRPr>
          </a:p>
        </p:txBody>
      </p:sp>
      <p:sp>
        <p:nvSpPr>
          <p:cNvPr id="218115" name="Text Box 3"/>
          <p:cNvSpPr txBox="1">
            <a:spLocks noChangeArrowheads="1"/>
          </p:cNvSpPr>
          <p:nvPr/>
        </p:nvSpPr>
        <p:spPr bwMode="auto">
          <a:xfrm>
            <a:off x="411874" y="2174926"/>
            <a:ext cx="11398469" cy="45186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rgbClr val="00FF00"/>
                </a:solidFill>
                <a:latin typeface=".VnArial" panose="020B7200000000000000" pitchFamily="34" charset="0"/>
              </a:defRPr>
            </a:lvl1pPr>
            <a:lvl2pPr marL="742950" indent="-285750" eaLnBrk="0" hangingPunct="0">
              <a:defRPr sz="2400">
                <a:solidFill>
                  <a:srgbClr val="00FF00"/>
                </a:solidFill>
                <a:latin typeface=".VnArial" panose="020B7200000000000000" pitchFamily="34" charset="0"/>
              </a:defRPr>
            </a:lvl2pPr>
            <a:lvl3pPr marL="1143000" indent="-228600" eaLnBrk="0" hangingPunct="0">
              <a:defRPr sz="2400">
                <a:solidFill>
                  <a:srgbClr val="00FF00"/>
                </a:solidFill>
                <a:latin typeface=".VnArial" panose="020B7200000000000000" pitchFamily="34" charset="0"/>
              </a:defRPr>
            </a:lvl3pPr>
            <a:lvl4pPr marL="1600200" indent="-228600" eaLnBrk="0" hangingPunct="0">
              <a:defRPr sz="2400">
                <a:solidFill>
                  <a:srgbClr val="00FF00"/>
                </a:solidFill>
                <a:latin typeface=".VnArial" panose="020B7200000000000000" pitchFamily="34" charset="0"/>
              </a:defRPr>
            </a:lvl4pPr>
            <a:lvl5pPr marL="2057400" indent="-228600" eaLnBrk="0" hangingPunct="0">
              <a:defRPr sz="2400">
                <a:solidFill>
                  <a:srgbClr val="00FF00"/>
                </a:solidFill>
                <a:latin typeface=".VnArial" panose="020B7200000000000000" pitchFamily="34" charset="0"/>
              </a:defRPr>
            </a:lvl5pPr>
            <a:lvl6pPr marL="2514600" indent="-228600" eaLnBrk="0" fontAlgn="base" hangingPunct="0">
              <a:spcBef>
                <a:spcPct val="0"/>
              </a:spcBef>
              <a:spcAft>
                <a:spcPct val="0"/>
              </a:spcAft>
              <a:defRPr sz="2400">
                <a:solidFill>
                  <a:srgbClr val="00FF00"/>
                </a:solidFill>
                <a:latin typeface=".VnArial" panose="020B7200000000000000" pitchFamily="34" charset="0"/>
              </a:defRPr>
            </a:lvl6pPr>
            <a:lvl7pPr marL="2971800" indent="-228600" eaLnBrk="0" fontAlgn="base" hangingPunct="0">
              <a:spcBef>
                <a:spcPct val="0"/>
              </a:spcBef>
              <a:spcAft>
                <a:spcPct val="0"/>
              </a:spcAft>
              <a:defRPr sz="2400">
                <a:solidFill>
                  <a:srgbClr val="00FF00"/>
                </a:solidFill>
                <a:latin typeface=".VnArial" panose="020B7200000000000000" pitchFamily="34" charset="0"/>
              </a:defRPr>
            </a:lvl7pPr>
            <a:lvl8pPr marL="3429000" indent="-228600" eaLnBrk="0" fontAlgn="base" hangingPunct="0">
              <a:spcBef>
                <a:spcPct val="0"/>
              </a:spcBef>
              <a:spcAft>
                <a:spcPct val="0"/>
              </a:spcAft>
              <a:defRPr sz="2400">
                <a:solidFill>
                  <a:srgbClr val="00FF00"/>
                </a:solidFill>
                <a:latin typeface=".VnArial" panose="020B7200000000000000" pitchFamily="34" charset="0"/>
              </a:defRPr>
            </a:lvl8pPr>
            <a:lvl9pPr marL="3886200" indent="-228600" eaLnBrk="0" fontAlgn="base" hangingPunct="0">
              <a:spcBef>
                <a:spcPct val="0"/>
              </a:spcBef>
              <a:spcAft>
                <a:spcPct val="0"/>
              </a:spcAft>
              <a:defRPr sz="2400">
                <a:solidFill>
                  <a:srgbClr val="00FF00"/>
                </a:solidFill>
                <a:latin typeface=".VnArial" panose="020B7200000000000000" pitchFamily="34" charset="0"/>
              </a:defRPr>
            </a:lvl9pPr>
          </a:lstStyle>
          <a:p>
            <a:pPr algn="just" eaLnBrk="1" hangingPunct="1">
              <a:lnSpc>
                <a:spcPts val="4000"/>
              </a:lnSpc>
              <a:spcBef>
                <a:spcPts val="600"/>
              </a:spcBef>
              <a:buSzPts val="2400"/>
              <a:buFont typeface="Arial" panose="020B0604020202020204" pitchFamily="34" charset="0"/>
              <a:buChar char="-"/>
            </a:pPr>
            <a:r>
              <a:rPr lang="en-US" altLang="en-US" sz="2200" b="1" dirty="0">
                <a:solidFill>
                  <a:schemeClr val="tx1"/>
                </a:solidFill>
              </a:rPr>
              <a:t> </a:t>
            </a:r>
            <a:r>
              <a:rPr lang="en-US" altLang="en-US" sz="2200" b="1" dirty="0">
                <a:solidFill>
                  <a:srgbClr val="000000"/>
                </a:solidFill>
                <a:latin typeface="Times New Roman" panose="02020603050405020304" pitchFamily="18" charset="0"/>
                <a:cs typeface="Times New Roman" panose="02020603050405020304" pitchFamily="18" charset="0"/>
              </a:rPr>
              <a:t>CM </a:t>
            </a:r>
            <a:r>
              <a:rPr lang="en-US" altLang="en-US" sz="2200" b="1" dirty="0" err="1">
                <a:solidFill>
                  <a:srgbClr val="000000"/>
                </a:solidFill>
                <a:latin typeface="Times New Roman" panose="02020603050405020304" pitchFamily="18" charset="0"/>
                <a:cs typeface="Times New Roman" panose="02020603050405020304" pitchFamily="18" charset="0"/>
              </a:rPr>
              <a:t>công</a:t>
            </a:r>
            <a:r>
              <a:rPr lang="en-US" altLang="en-US" sz="2200" b="1" dirty="0">
                <a:solidFill>
                  <a:srgbClr val="000000"/>
                </a:solidFill>
                <a:latin typeface="Times New Roman" panose="02020603050405020304" pitchFamily="18" charset="0"/>
                <a:cs typeface="Times New Roman" panose="02020603050405020304" pitchFamily="18" charset="0"/>
              </a:rPr>
              <a:t> </a:t>
            </a:r>
            <a:r>
              <a:rPr lang="en-US" altLang="en-US" sz="2200" b="1" dirty="0" err="1">
                <a:solidFill>
                  <a:srgbClr val="000000"/>
                </a:solidFill>
                <a:latin typeface="Times New Roman" panose="02020603050405020304" pitchFamily="18" charset="0"/>
                <a:cs typeface="Times New Roman" panose="02020603050405020304" pitchFamily="18" charset="0"/>
              </a:rPr>
              <a:t>nghiệp</a:t>
            </a:r>
            <a:r>
              <a:rPr lang="en-US" altLang="en-US" sz="2200" b="1" dirty="0">
                <a:solidFill>
                  <a:srgbClr val="000000"/>
                </a:solidFill>
                <a:latin typeface="Times New Roman" panose="02020603050405020304" pitchFamily="18" charset="0"/>
                <a:cs typeface="Times New Roman" panose="02020603050405020304" pitchFamily="18" charset="0"/>
              </a:rPr>
              <a:t> </a:t>
            </a:r>
            <a:r>
              <a:rPr lang="en-US" altLang="en-US" sz="2200" b="1" dirty="0" err="1">
                <a:solidFill>
                  <a:srgbClr val="000000"/>
                </a:solidFill>
                <a:latin typeface="Times New Roman" panose="02020603050405020304" pitchFamily="18" charset="0"/>
                <a:cs typeface="Times New Roman" panose="02020603050405020304" pitchFamily="18" charset="0"/>
              </a:rPr>
              <a:t>làm</a:t>
            </a:r>
            <a:r>
              <a:rPr lang="en-US" altLang="en-US" sz="2200" b="1" dirty="0">
                <a:solidFill>
                  <a:srgbClr val="000000"/>
                </a:solidFill>
                <a:latin typeface="Times New Roman" panose="02020603050405020304" pitchFamily="18" charset="0"/>
                <a:cs typeface="Times New Roman" panose="02020603050405020304" pitchFamily="18" charset="0"/>
              </a:rPr>
              <a:t> </a:t>
            </a:r>
            <a:r>
              <a:rPr lang="en-US" altLang="en-US" sz="2200" b="1" dirty="0" err="1">
                <a:solidFill>
                  <a:srgbClr val="000000"/>
                </a:solidFill>
                <a:latin typeface="Times New Roman" panose="02020603050405020304" pitchFamily="18" charset="0"/>
                <a:cs typeface="Times New Roman" panose="02020603050405020304" pitchFamily="18" charset="0"/>
              </a:rPr>
              <a:t>xuất</a:t>
            </a:r>
            <a:r>
              <a:rPr lang="en-US" altLang="en-US" sz="2200" b="1" dirty="0">
                <a:solidFill>
                  <a:srgbClr val="000000"/>
                </a:solidFill>
                <a:latin typeface="Times New Roman" panose="02020603050405020304" pitchFamily="18" charset="0"/>
                <a:cs typeface="Times New Roman" panose="02020603050405020304" pitchFamily="18" charset="0"/>
              </a:rPr>
              <a:t> </a:t>
            </a:r>
            <a:r>
              <a:rPr lang="en-US" altLang="en-US" sz="2200" b="1" dirty="0" err="1">
                <a:solidFill>
                  <a:srgbClr val="000000"/>
                </a:solidFill>
                <a:latin typeface="Times New Roman" panose="02020603050405020304" pitchFamily="18" charset="0"/>
                <a:cs typeface="Times New Roman" panose="02020603050405020304" pitchFamily="18" charset="0"/>
              </a:rPr>
              <a:t>hiện</a:t>
            </a:r>
            <a:r>
              <a:rPr lang="en-US" altLang="en-US" sz="2200" b="1" dirty="0">
                <a:solidFill>
                  <a:srgbClr val="000000"/>
                </a:solidFill>
                <a:latin typeface="Times New Roman" panose="02020603050405020304" pitchFamily="18" charset="0"/>
                <a:cs typeface="Times New Roman" panose="02020603050405020304" pitchFamily="18" charset="0"/>
              </a:rPr>
              <a:t> </a:t>
            </a:r>
            <a:r>
              <a:rPr lang="en-US" altLang="en-US" sz="2200" b="1" dirty="0" err="1">
                <a:solidFill>
                  <a:srgbClr val="000000"/>
                </a:solidFill>
                <a:latin typeface="Times New Roman" panose="02020603050405020304" pitchFamily="18" charset="0"/>
                <a:cs typeface="Times New Roman" panose="02020603050405020304" pitchFamily="18" charset="0"/>
              </a:rPr>
              <a:t>một</a:t>
            </a:r>
            <a:r>
              <a:rPr lang="en-US" altLang="en-US" sz="2200" b="1" dirty="0">
                <a:solidFill>
                  <a:srgbClr val="000000"/>
                </a:solidFill>
                <a:latin typeface="Times New Roman" panose="02020603050405020304" pitchFamily="18" charset="0"/>
                <a:cs typeface="Times New Roman" panose="02020603050405020304" pitchFamily="18" charset="0"/>
              </a:rPr>
              <a:t> </a:t>
            </a:r>
            <a:r>
              <a:rPr lang="en-US" altLang="en-US" sz="2200" b="1" dirty="0">
                <a:solidFill>
                  <a:srgbClr val="FF0000"/>
                </a:solidFill>
                <a:latin typeface="Times New Roman" panose="02020603050405020304" pitchFamily="18" charset="0"/>
                <a:cs typeface="Times New Roman" panose="02020603050405020304" pitchFamily="18" charset="0"/>
              </a:rPr>
              <a:t>LLXH </a:t>
            </a:r>
            <a:r>
              <a:rPr lang="en-US" altLang="en-US" sz="2200" b="1" dirty="0" err="1">
                <a:solidFill>
                  <a:srgbClr val="FF0000"/>
                </a:solidFill>
                <a:latin typeface="Times New Roman" panose="02020603050405020304" pitchFamily="18" charset="0"/>
                <a:cs typeface="Times New Roman" panose="02020603050405020304" pitchFamily="18" charset="0"/>
              </a:rPr>
              <a:t>mới</a:t>
            </a:r>
            <a:r>
              <a:rPr lang="en-US" altLang="en-US" sz="2200" b="1" dirty="0">
                <a:solidFill>
                  <a:srgbClr val="FF0000"/>
                </a:solidFill>
                <a:latin typeface="Times New Roman" panose="02020603050405020304" pitchFamily="18" charset="0"/>
                <a:cs typeface="Times New Roman" panose="02020603050405020304" pitchFamily="18" charset="0"/>
              </a:rPr>
              <a:t>  – </a:t>
            </a:r>
            <a:r>
              <a:rPr lang="en-US" altLang="en-US" sz="2200" b="1" dirty="0" err="1">
                <a:solidFill>
                  <a:srgbClr val="FF0000"/>
                </a:solidFill>
                <a:latin typeface="Times New Roman" panose="02020603050405020304" pitchFamily="18" charset="0"/>
                <a:cs typeface="Times New Roman" panose="02020603050405020304" pitchFamily="18" charset="0"/>
              </a:rPr>
              <a:t>Giai</a:t>
            </a:r>
            <a:r>
              <a:rPr lang="en-US" altLang="en-US" sz="2200" b="1" dirty="0">
                <a:solidFill>
                  <a:srgbClr val="FF0000"/>
                </a:solidFill>
                <a:latin typeface="Times New Roman" panose="02020603050405020304" pitchFamily="18" charset="0"/>
                <a:cs typeface="Times New Roman" panose="02020603050405020304" pitchFamily="18" charset="0"/>
              </a:rPr>
              <a:t> </a:t>
            </a:r>
            <a:r>
              <a:rPr lang="en-US" altLang="en-US" sz="2200" b="1" dirty="0" err="1">
                <a:solidFill>
                  <a:srgbClr val="FF0000"/>
                </a:solidFill>
                <a:latin typeface="Times New Roman" panose="02020603050405020304" pitchFamily="18" charset="0"/>
                <a:cs typeface="Times New Roman" panose="02020603050405020304" pitchFamily="18" charset="0"/>
              </a:rPr>
              <a:t>cấp</a:t>
            </a:r>
            <a:r>
              <a:rPr lang="en-US" altLang="en-US" sz="2200" b="1" dirty="0">
                <a:solidFill>
                  <a:srgbClr val="FF0000"/>
                </a:solidFill>
                <a:latin typeface="Times New Roman" panose="02020603050405020304" pitchFamily="18" charset="0"/>
                <a:cs typeface="Times New Roman" panose="02020603050405020304" pitchFamily="18" charset="0"/>
              </a:rPr>
              <a:t> </a:t>
            </a:r>
            <a:r>
              <a:rPr lang="en-US" altLang="en-US" sz="2200" b="1" dirty="0" err="1">
                <a:solidFill>
                  <a:srgbClr val="FF0000"/>
                </a:solidFill>
                <a:latin typeface="Times New Roman" panose="02020603050405020304" pitchFamily="18" charset="0"/>
                <a:cs typeface="Times New Roman" panose="02020603050405020304" pitchFamily="18" charset="0"/>
              </a:rPr>
              <a:t>công</a:t>
            </a:r>
            <a:r>
              <a:rPr lang="en-US" altLang="en-US" sz="2200" b="1" dirty="0">
                <a:solidFill>
                  <a:srgbClr val="FF0000"/>
                </a:solidFill>
                <a:latin typeface="Times New Roman" panose="02020603050405020304" pitchFamily="18" charset="0"/>
                <a:cs typeface="Times New Roman" panose="02020603050405020304" pitchFamily="18" charset="0"/>
              </a:rPr>
              <a:t> </a:t>
            </a:r>
            <a:r>
              <a:rPr lang="en-US" altLang="en-US" sz="2200" b="1" dirty="0" err="1">
                <a:solidFill>
                  <a:srgbClr val="FF0000"/>
                </a:solidFill>
                <a:latin typeface="Times New Roman" panose="02020603050405020304" pitchFamily="18" charset="0"/>
                <a:cs typeface="Times New Roman" panose="02020603050405020304" pitchFamily="18" charset="0"/>
              </a:rPr>
              <a:t>nhân</a:t>
            </a:r>
            <a:r>
              <a:rPr lang="en-US" altLang="en-US" sz="2200" b="1" dirty="0">
                <a:solidFill>
                  <a:srgbClr val="FF0000"/>
                </a:solidFill>
                <a:latin typeface="Times New Roman" panose="02020603050405020304" pitchFamily="18" charset="0"/>
                <a:cs typeface="Times New Roman" panose="02020603050405020304" pitchFamily="18" charset="0"/>
              </a:rPr>
              <a:t> (GCVS)</a:t>
            </a:r>
          </a:p>
          <a:p>
            <a:pPr algn="just" eaLnBrk="1" hangingPunct="1">
              <a:lnSpc>
                <a:spcPts val="4000"/>
              </a:lnSpc>
              <a:spcBef>
                <a:spcPts val="600"/>
              </a:spcBef>
              <a:buSzPts val="2400"/>
              <a:buFont typeface="Arial" panose="020B0604020202020204" pitchFamily="34" charset="0"/>
              <a:buChar char="-"/>
            </a:pPr>
            <a:r>
              <a:rPr lang="en-US" altLang="en-US" sz="2200" b="1" dirty="0">
                <a:solidFill>
                  <a:srgbClr val="000000"/>
                </a:solidFill>
                <a:latin typeface="Times New Roman" panose="02020603050405020304" pitchFamily="18" charset="0"/>
                <a:cs typeface="Times New Roman" panose="02020603050405020304" pitchFamily="18" charset="0"/>
              </a:rPr>
              <a:t> GCVS </a:t>
            </a:r>
            <a:r>
              <a:rPr lang="en-US" altLang="en-US" sz="2200" b="1" dirty="0" err="1">
                <a:solidFill>
                  <a:srgbClr val="000000"/>
                </a:solidFill>
                <a:latin typeface="Times New Roman" panose="02020603050405020304" pitchFamily="18" charset="0"/>
                <a:cs typeface="Times New Roman" panose="02020603050405020304" pitchFamily="18" charset="0"/>
              </a:rPr>
              <a:t>bị</a:t>
            </a:r>
            <a:r>
              <a:rPr lang="en-US" altLang="en-US" sz="2200" b="1" dirty="0">
                <a:solidFill>
                  <a:srgbClr val="000000"/>
                </a:solidFill>
                <a:latin typeface="Times New Roman" panose="02020603050405020304" pitchFamily="18" charset="0"/>
                <a:cs typeface="Times New Roman" panose="02020603050405020304" pitchFamily="18" charset="0"/>
              </a:rPr>
              <a:t> </a:t>
            </a:r>
            <a:r>
              <a:rPr lang="en-US" altLang="en-US" sz="2200" b="1" dirty="0" err="1">
                <a:solidFill>
                  <a:srgbClr val="000000"/>
                </a:solidFill>
                <a:latin typeface="Times New Roman" panose="02020603050405020304" pitchFamily="18" charset="0"/>
                <a:cs typeface="Times New Roman" panose="02020603050405020304" pitchFamily="18" charset="0"/>
              </a:rPr>
              <a:t>bóc</a:t>
            </a:r>
            <a:r>
              <a:rPr lang="en-US" altLang="en-US" sz="2200" b="1" dirty="0">
                <a:solidFill>
                  <a:srgbClr val="000000"/>
                </a:solidFill>
                <a:latin typeface="Times New Roman" panose="02020603050405020304" pitchFamily="18" charset="0"/>
                <a:cs typeface="Times New Roman" panose="02020603050405020304" pitchFamily="18" charset="0"/>
              </a:rPr>
              <a:t> </a:t>
            </a:r>
            <a:r>
              <a:rPr lang="en-US" altLang="en-US" sz="2200" b="1" dirty="0" err="1">
                <a:solidFill>
                  <a:srgbClr val="000000"/>
                </a:solidFill>
                <a:latin typeface="Times New Roman" panose="02020603050405020304" pitchFamily="18" charset="0"/>
                <a:cs typeface="Times New Roman" panose="02020603050405020304" pitchFamily="18" charset="0"/>
              </a:rPr>
              <a:t>lột</a:t>
            </a:r>
            <a:r>
              <a:rPr lang="en-US" altLang="en-US" sz="2200" b="1" dirty="0">
                <a:solidFill>
                  <a:srgbClr val="000000"/>
                </a:solidFill>
                <a:latin typeface="Times New Roman" panose="02020603050405020304" pitchFamily="18" charset="0"/>
                <a:cs typeface="Times New Roman" panose="02020603050405020304" pitchFamily="18" charset="0"/>
              </a:rPr>
              <a:t> </a:t>
            </a:r>
            <a:r>
              <a:rPr lang="en-US" altLang="en-US" sz="2200" b="1" dirty="0" err="1">
                <a:solidFill>
                  <a:srgbClr val="000000"/>
                </a:solidFill>
                <a:latin typeface="Times New Roman" panose="02020603050405020304" pitchFamily="18" charset="0"/>
                <a:cs typeface="Times New Roman" panose="02020603050405020304" pitchFamily="18" charset="0"/>
              </a:rPr>
              <a:t>nặng</a:t>
            </a:r>
            <a:r>
              <a:rPr lang="en-US" altLang="en-US" sz="2200" b="1" dirty="0">
                <a:solidFill>
                  <a:srgbClr val="000000"/>
                </a:solidFill>
                <a:latin typeface="Times New Roman" panose="02020603050405020304" pitchFamily="18" charset="0"/>
                <a:cs typeface="Times New Roman" panose="02020603050405020304" pitchFamily="18" charset="0"/>
              </a:rPr>
              <a:t> </a:t>
            </a:r>
            <a:r>
              <a:rPr lang="en-US" altLang="en-US" sz="2200" b="1" dirty="0" err="1">
                <a:solidFill>
                  <a:srgbClr val="000000"/>
                </a:solidFill>
                <a:latin typeface="Times New Roman" panose="02020603050405020304" pitchFamily="18" charset="0"/>
                <a:cs typeface="Times New Roman" panose="02020603050405020304" pitchFamily="18" charset="0"/>
              </a:rPr>
              <a:t>nề</a:t>
            </a:r>
            <a:r>
              <a:rPr lang="en-US" altLang="en-US" sz="2200" b="1" dirty="0">
                <a:solidFill>
                  <a:srgbClr val="000000"/>
                </a:solidFill>
                <a:latin typeface="Times New Roman" panose="02020603050405020304" pitchFamily="18" charset="0"/>
                <a:cs typeface="Times New Roman" panose="02020603050405020304" pitchFamily="18" charset="0"/>
              </a:rPr>
              <a:t>, do </a:t>
            </a:r>
            <a:r>
              <a:rPr lang="en-US" altLang="en-US" sz="2200" b="1" dirty="0" err="1">
                <a:solidFill>
                  <a:srgbClr val="000000"/>
                </a:solidFill>
                <a:latin typeface="Times New Roman" panose="02020603050405020304" pitchFamily="18" charset="0"/>
                <a:cs typeface="Times New Roman" panose="02020603050405020304" pitchFamily="18" charset="0"/>
              </a:rPr>
              <a:t>vậy</a:t>
            </a:r>
            <a:r>
              <a:rPr lang="en-US" altLang="en-US" sz="2200" b="1" dirty="0">
                <a:solidFill>
                  <a:srgbClr val="000000"/>
                </a:solidFill>
                <a:latin typeface="Times New Roman" panose="02020603050405020304" pitchFamily="18" charset="0"/>
                <a:cs typeface="Times New Roman" panose="02020603050405020304" pitchFamily="18" charset="0"/>
              </a:rPr>
              <a:t> </a:t>
            </a:r>
            <a:r>
              <a:rPr lang="en-US" altLang="en-US" sz="2200" b="1" dirty="0" err="1">
                <a:solidFill>
                  <a:srgbClr val="000000"/>
                </a:solidFill>
                <a:latin typeface="Times New Roman" panose="02020603050405020304" pitchFamily="18" charset="0"/>
                <a:cs typeface="Times New Roman" panose="02020603050405020304" pitchFamily="18" charset="0"/>
              </a:rPr>
              <a:t>mâu</a:t>
            </a:r>
            <a:r>
              <a:rPr lang="en-US" altLang="en-US" sz="2200" b="1" dirty="0">
                <a:solidFill>
                  <a:srgbClr val="000000"/>
                </a:solidFill>
                <a:latin typeface="Times New Roman" panose="02020603050405020304" pitchFamily="18" charset="0"/>
                <a:cs typeface="Times New Roman" panose="02020603050405020304" pitchFamily="18" charset="0"/>
              </a:rPr>
              <a:t> </a:t>
            </a:r>
            <a:r>
              <a:rPr lang="en-US" altLang="en-US" sz="2200" b="1" dirty="0" err="1">
                <a:solidFill>
                  <a:srgbClr val="000000"/>
                </a:solidFill>
                <a:latin typeface="Times New Roman" panose="02020603050405020304" pitchFamily="18" charset="0"/>
                <a:cs typeface="Times New Roman" panose="02020603050405020304" pitchFamily="18" charset="0"/>
              </a:rPr>
              <a:t>thuẫn</a:t>
            </a:r>
            <a:r>
              <a:rPr lang="en-US" altLang="en-US" sz="2200" b="1" dirty="0">
                <a:solidFill>
                  <a:srgbClr val="000000"/>
                </a:solidFill>
                <a:latin typeface="Times New Roman" panose="02020603050405020304" pitchFamily="18" charset="0"/>
                <a:cs typeface="Times New Roman" panose="02020603050405020304" pitchFamily="18" charset="0"/>
              </a:rPr>
              <a:t> </a:t>
            </a:r>
            <a:r>
              <a:rPr lang="en-US" altLang="en-US" sz="2200" b="1" dirty="0" err="1">
                <a:solidFill>
                  <a:srgbClr val="000000"/>
                </a:solidFill>
                <a:latin typeface="Times New Roman" panose="02020603050405020304" pitchFamily="18" charset="0"/>
                <a:cs typeface="Times New Roman" panose="02020603050405020304" pitchFamily="18" charset="0"/>
              </a:rPr>
              <a:t>giữa</a:t>
            </a:r>
            <a:r>
              <a:rPr lang="en-US" altLang="en-US" sz="2200" b="1" dirty="0">
                <a:solidFill>
                  <a:srgbClr val="000000"/>
                </a:solidFill>
                <a:latin typeface="Times New Roman" panose="02020603050405020304" pitchFamily="18" charset="0"/>
                <a:cs typeface="Times New Roman" panose="02020603050405020304" pitchFamily="18" charset="0"/>
              </a:rPr>
              <a:t> GCCN </a:t>
            </a:r>
            <a:r>
              <a:rPr lang="en-US" altLang="en-US" sz="2200" b="1" dirty="0" err="1">
                <a:solidFill>
                  <a:srgbClr val="000000"/>
                </a:solidFill>
                <a:latin typeface="Times New Roman" panose="02020603050405020304" pitchFamily="18" charset="0"/>
                <a:cs typeface="Times New Roman" panose="02020603050405020304" pitchFamily="18" charset="0"/>
              </a:rPr>
              <a:t>với</a:t>
            </a:r>
            <a:r>
              <a:rPr lang="en-US" altLang="en-US" sz="2200" b="1" dirty="0">
                <a:solidFill>
                  <a:srgbClr val="000000"/>
                </a:solidFill>
                <a:latin typeface="Times New Roman" panose="02020603050405020304" pitchFamily="18" charset="0"/>
                <a:cs typeface="Times New Roman" panose="02020603050405020304" pitchFamily="18" charset="0"/>
              </a:rPr>
              <a:t> GCTS gay </a:t>
            </a:r>
            <a:r>
              <a:rPr lang="en-US" altLang="en-US" sz="2200" b="1" dirty="0" err="1">
                <a:solidFill>
                  <a:srgbClr val="000000"/>
                </a:solidFill>
                <a:latin typeface="Times New Roman" panose="02020603050405020304" pitchFamily="18" charset="0"/>
                <a:cs typeface="Times New Roman" panose="02020603050405020304" pitchFamily="18" charset="0"/>
              </a:rPr>
              <a:t>gắt</a:t>
            </a:r>
            <a:r>
              <a:rPr lang="en-US" altLang="en-US" sz="2200" b="1" dirty="0">
                <a:solidFill>
                  <a:srgbClr val="000000"/>
                </a:solidFill>
                <a:latin typeface="Times New Roman" panose="02020603050405020304" pitchFamily="18" charset="0"/>
                <a:cs typeface="Times New Roman" panose="02020603050405020304" pitchFamily="18" charset="0"/>
              </a:rPr>
              <a:t> </a:t>
            </a:r>
            <a:r>
              <a:rPr lang="en-US" altLang="en-US" sz="2200" b="1" dirty="0" err="1">
                <a:solidFill>
                  <a:srgbClr val="000000"/>
                </a:solidFill>
                <a:latin typeface="Times New Roman" panose="02020603050405020304" pitchFamily="18" charset="0"/>
                <a:cs typeface="Times New Roman" panose="02020603050405020304" pitchFamily="18" charset="0"/>
              </a:rPr>
              <a:t>trong</a:t>
            </a:r>
            <a:r>
              <a:rPr lang="en-US" altLang="en-US" sz="2200" b="1" dirty="0">
                <a:solidFill>
                  <a:srgbClr val="000000"/>
                </a:solidFill>
                <a:latin typeface="Times New Roman" panose="02020603050405020304" pitchFamily="18" charset="0"/>
                <a:cs typeface="Times New Roman" panose="02020603050405020304" pitchFamily="18" charset="0"/>
              </a:rPr>
              <a:t> CNTB</a:t>
            </a:r>
          </a:p>
          <a:p>
            <a:pPr algn="just" eaLnBrk="1" hangingPunct="1">
              <a:lnSpc>
                <a:spcPts val="4000"/>
              </a:lnSpc>
              <a:spcBef>
                <a:spcPts val="600"/>
              </a:spcBef>
              <a:buSzPts val="2400"/>
              <a:buFont typeface="Arial" panose="020B0604020202020204" pitchFamily="34" charset="0"/>
              <a:buChar char="-"/>
            </a:pPr>
            <a:r>
              <a:rPr lang="vi-VN" altLang="en-US" sz="2200" b="1" dirty="0">
                <a:solidFill>
                  <a:srgbClr val="000000"/>
                </a:solidFill>
                <a:latin typeface="Times New Roman" panose="02020603050405020304" pitchFamily="18" charset="0"/>
                <a:cs typeface="Times New Roman" panose="02020603050405020304" pitchFamily="18" charset="0"/>
              </a:rPr>
              <a:t> Phong trào đấu tranh của GCCN chống GCTS ngày càng nhiều, nhưng đều có kết cục thất bại nặng nề</a:t>
            </a:r>
            <a:r>
              <a:rPr lang="vi-VN" altLang="en-US" sz="2200" b="1" u="sng" dirty="0">
                <a:solidFill>
                  <a:srgbClr val="000000"/>
                </a:solidFill>
                <a:latin typeface="Times New Roman" panose="02020603050405020304" pitchFamily="18" charset="0"/>
                <a:cs typeface="Times New Roman" panose="02020603050405020304" pitchFamily="18" charset="0"/>
              </a:rPr>
              <a:t>.</a:t>
            </a:r>
            <a:endParaRPr lang="vi-VN" altLang="en-US" sz="2200" b="1" dirty="0">
              <a:solidFill>
                <a:srgbClr val="000000"/>
              </a:solidFill>
              <a:latin typeface="Times New Roman" panose="02020603050405020304" pitchFamily="18" charset="0"/>
              <a:cs typeface="Times New Roman" panose="02020603050405020304" pitchFamily="18" charset="0"/>
            </a:endParaRPr>
          </a:p>
          <a:p>
            <a:pPr algn="just" eaLnBrk="1" hangingPunct="1">
              <a:lnSpc>
                <a:spcPts val="4000"/>
              </a:lnSpc>
              <a:spcBef>
                <a:spcPts val="600"/>
              </a:spcBef>
              <a:buSzPts val="2400"/>
              <a:buFont typeface="Arial" panose="020B0604020202020204" pitchFamily="34" charset="0"/>
              <a:buChar char="-"/>
            </a:pPr>
            <a:r>
              <a:rPr lang="en-US" altLang="en-US" sz="2200" b="1" dirty="0">
                <a:solidFill>
                  <a:srgbClr val="000000"/>
                </a:solidFill>
                <a:latin typeface="Times New Roman" panose="02020603050405020304" pitchFamily="18" charset="0"/>
                <a:cs typeface="Times New Roman" panose="02020603050405020304" pitchFamily="18" charset="0"/>
              </a:rPr>
              <a:t> </a:t>
            </a:r>
            <a:r>
              <a:rPr lang="en-US" altLang="en-US" sz="2200" b="1" dirty="0" err="1">
                <a:solidFill>
                  <a:srgbClr val="000000"/>
                </a:solidFill>
                <a:latin typeface="Times New Roman" panose="02020603050405020304" pitchFamily="18" charset="0"/>
                <a:cs typeface="Times New Roman" panose="02020603050405020304" pitchFamily="18" charset="0"/>
              </a:rPr>
              <a:t>Nguyên</a:t>
            </a:r>
            <a:r>
              <a:rPr lang="en-US" altLang="en-US" sz="2200" b="1" dirty="0">
                <a:solidFill>
                  <a:srgbClr val="000000"/>
                </a:solidFill>
                <a:latin typeface="Times New Roman" panose="02020603050405020304" pitchFamily="18" charset="0"/>
                <a:cs typeface="Times New Roman" panose="02020603050405020304" pitchFamily="18" charset="0"/>
              </a:rPr>
              <a:t> </a:t>
            </a:r>
            <a:r>
              <a:rPr lang="en-US" altLang="en-US" sz="2200" b="1" dirty="0" err="1">
                <a:solidFill>
                  <a:srgbClr val="000000"/>
                </a:solidFill>
                <a:latin typeface="Times New Roman" panose="02020603050405020304" pitchFamily="18" charset="0"/>
                <a:cs typeface="Times New Roman" panose="02020603050405020304" pitchFamily="18" charset="0"/>
              </a:rPr>
              <a:t>nhân</a:t>
            </a:r>
            <a:r>
              <a:rPr lang="en-US" altLang="en-US" sz="2200" b="1" dirty="0">
                <a:solidFill>
                  <a:srgbClr val="000000"/>
                </a:solidFill>
                <a:latin typeface="Times New Roman" panose="02020603050405020304" pitchFamily="18" charset="0"/>
                <a:cs typeface="Times New Roman" panose="02020603050405020304" pitchFamily="18" charset="0"/>
              </a:rPr>
              <a:t> </a:t>
            </a:r>
            <a:r>
              <a:rPr lang="en-US" altLang="en-US" sz="2200" b="1" dirty="0" err="1">
                <a:solidFill>
                  <a:srgbClr val="000000"/>
                </a:solidFill>
                <a:latin typeface="Times New Roman" panose="02020603050405020304" pitchFamily="18" charset="0"/>
                <a:cs typeface="Times New Roman" panose="02020603050405020304" pitchFamily="18" charset="0"/>
              </a:rPr>
              <a:t>thất</a:t>
            </a:r>
            <a:r>
              <a:rPr lang="en-US" altLang="en-US" sz="2200" b="1" dirty="0">
                <a:solidFill>
                  <a:srgbClr val="000000"/>
                </a:solidFill>
                <a:latin typeface="Times New Roman" panose="02020603050405020304" pitchFamily="18" charset="0"/>
                <a:cs typeface="Times New Roman" panose="02020603050405020304" pitchFamily="18" charset="0"/>
              </a:rPr>
              <a:t> </a:t>
            </a:r>
            <a:r>
              <a:rPr lang="en-US" altLang="en-US" sz="2200" b="1" dirty="0" err="1">
                <a:solidFill>
                  <a:srgbClr val="000000"/>
                </a:solidFill>
                <a:latin typeface="Times New Roman" panose="02020603050405020304" pitchFamily="18" charset="0"/>
                <a:cs typeface="Times New Roman" panose="02020603050405020304" pitchFamily="18" charset="0"/>
              </a:rPr>
              <a:t>bại</a:t>
            </a:r>
            <a:r>
              <a:rPr lang="en-US" altLang="en-US" sz="2200" b="1" dirty="0">
                <a:solidFill>
                  <a:srgbClr val="000000"/>
                </a:solidFill>
                <a:latin typeface="Times New Roman" panose="02020603050405020304" pitchFamily="18" charset="0"/>
                <a:cs typeface="Times New Roman" panose="02020603050405020304" pitchFamily="18" charset="0"/>
              </a:rPr>
              <a:t> </a:t>
            </a:r>
            <a:r>
              <a:rPr lang="en-US" altLang="en-US" sz="2200" b="1" dirty="0" err="1">
                <a:solidFill>
                  <a:srgbClr val="000000"/>
                </a:solidFill>
                <a:latin typeface="Times New Roman" panose="02020603050405020304" pitchFamily="18" charset="0"/>
                <a:cs typeface="Times New Roman" panose="02020603050405020304" pitchFamily="18" charset="0"/>
              </a:rPr>
              <a:t>của</a:t>
            </a:r>
            <a:r>
              <a:rPr lang="en-US" altLang="en-US" sz="2200" b="1" dirty="0">
                <a:solidFill>
                  <a:srgbClr val="000000"/>
                </a:solidFill>
                <a:latin typeface="Times New Roman" panose="02020603050405020304" pitchFamily="18" charset="0"/>
                <a:cs typeface="Times New Roman" panose="02020603050405020304" pitchFamily="18" charset="0"/>
              </a:rPr>
              <a:t> </a:t>
            </a:r>
            <a:r>
              <a:rPr lang="en-US" altLang="en-US" sz="2200" b="1" dirty="0" err="1">
                <a:solidFill>
                  <a:srgbClr val="000000"/>
                </a:solidFill>
                <a:latin typeface="Times New Roman" panose="02020603050405020304" pitchFamily="18" charset="0"/>
                <a:cs typeface="Times New Roman" panose="02020603050405020304" pitchFamily="18" charset="0"/>
              </a:rPr>
              <a:t>phong</a:t>
            </a:r>
            <a:r>
              <a:rPr lang="en-US" altLang="en-US" sz="2200" b="1" dirty="0">
                <a:solidFill>
                  <a:srgbClr val="000000"/>
                </a:solidFill>
                <a:latin typeface="Times New Roman" panose="02020603050405020304" pitchFamily="18" charset="0"/>
                <a:cs typeface="Times New Roman" panose="02020603050405020304" pitchFamily="18" charset="0"/>
              </a:rPr>
              <a:t> </a:t>
            </a:r>
            <a:r>
              <a:rPr lang="en-US" altLang="en-US" sz="2200" b="1" dirty="0" err="1">
                <a:solidFill>
                  <a:srgbClr val="000000"/>
                </a:solidFill>
                <a:latin typeface="Times New Roman" panose="02020603050405020304" pitchFamily="18" charset="0"/>
                <a:cs typeface="Times New Roman" panose="02020603050405020304" pitchFamily="18" charset="0"/>
              </a:rPr>
              <a:t>trào</a:t>
            </a:r>
            <a:r>
              <a:rPr lang="en-US" altLang="en-US" sz="2200" b="1" dirty="0">
                <a:solidFill>
                  <a:srgbClr val="000000"/>
                </a:solidFill>
                <a:latin typeface="Times New Roman" panose="02020603050405020304" pitchFamily="18" charset="0"/>
                <a:cs typeface="Times New Roman" panose="02020603050405020304" pitchFamily="18" charset="0"/>
              </a:rPr>
              <a:t> </a:t>
            </a:r>
            <a:r>
              <a:rPr lang="en-US" altLang="en-US" sz="2200" b="1" dirty="0" err="1">
                <a:solidFill>
                  <a:srgbClr val="000000"/>
                </a:solidFill>
                <a:latin typeface="Times New Roman" panose="02020603050405020304" pitchFamily="18" charset="0"/>
                <a:cs typeface="Times New Roman" panose="02020603050405020304" pitchFamily="18" charset="0"/>
              </a:rPr>
              <a:t>công</a:t>
            </a:r>
            <a:r>
              <a:rPr lang="en-US" altLang="en-US" sz="2200" b="1" dirty="0">
                <a:solidFill>
                  <a:srgbClr val="000000"/>
                </a:solidFill>
                <a:latin typeface="Times New Roman" panose="02020603050405020304" pitchFamily="18" charset="0"/>
                <a:cs typeface="Times New Roman" panose="02020603050405020304" pitchFamily="18" charset="0"/>
              </a:rPr>
              <a:t> </a:t>
            </a:r>
            <a:r>
              <a:rPr lang="en-US" altLang="en-US" sz="2200" b="1" dirty="0" err="1">
                <a:solidFill>
                  <a:srgbClr val="000000"/>
                </a:solidFill>
                <a:latin typeface="Times New Roman" panose="02020603050405020304" pitchFamily="18" charset="0"/>
                <a:cs typeface="Times New Roman" panose="02020603050405020304" pitchFamily="18" charset="0"/>
              </a:rPr>
              <a:t>nhân</a:t>
            </a:r>
            <a:r>
              <a:rPr lang="en-US" altLang="en-US" sz="2200" b="1" dirty="0">
                <a:solidFill>
                  <a:srgbClr val="000000"/>
                </a:solidFill>
                <a:latin typeface="Times New Roman" panose="02020603050405020304" pitchFamily="18" charset="0"/>
                <a:cs typeface="Times New Roman" panose="02020603050405020304" pitchFamily="18" charset="0"/>
              </a:rPr>
              <a:t> </a:t>
            </a:r>
            <a:r>
              <a:rPr lang="en-US" altLang="en-US" sz="2200" b="1" dirty="0" err="1">
                <a:solidFill>
                  <a:srgbClr val="000000"/>
                </a:solidFill>
                <a:latin typeface="Times New Roman" panose="02020603050405020304" pitchFamily="18" charset="0"/>
                <a:cs typeface="Times New Roman" panose="02020603050405020304" pitchFamily="18" charset="0"/>
              </a:rPr>
              <a:t>theo</a:t>
            </a:r>
            <a:r>
              <a:rPr lang="en-US" altLang="en-US" sz="2200" b="1" dirty="0">
                <a:solidFill>
                  <a:srgbClr val="000000"/>
                </a:solidFill>
                <a:latin typeface="Times New Roman" panose="02020603050405020304" pitchFamily="18" charset="0"/>
                <a:cs typeface="Times New Roman" panose="02020603050405020304" pitchFamily="18" charset="0"/>
              </a:rPr>
              <a:t> </a:t>
            </a:r>
            <a:r>
              <a:rPr lang="en-US" altLang="en-US" sz="2200" b="1" dirty="0" err="1">
                <a:solidFill>
                  <a:srgbClr val="000000"/>
                </a:solidFill>
                <a:latin typeface="Times New Roman" panose="02020603050405020304" pitchFamily="18" charset="0"/>
                <a:cs typeface="Times New Roman" panose="02020603050405020304" pitchFamily="18" charset="0"/>
              </a:rPr>
              <a:t>Mác</a:t>
            </a:r>
            <a:r>
              <a:rPr lang="en-US" altLang="en-US" sz="2200" b="1" dirty="0">
                <a:solidFill>
                  <a:srgbClr val="000000"/>
                </a:solidFill>
                <a:latin typeface="Times New Roman" panose="02020603050405020304" pitchFamily="18" charset="0"/>
                <a:cs typeface="Times New Roman" panose="02020603050405020304" pitchFamily="18" charset="0"/>
              </a:rPr>
              <a:t> - </a:t>
            </a:r>
            <a:r>
              <a:rPr lang="en-US" altLang="en-US" sz="2200" b="1" dirty="0" err="1">
                <a:solidFill>
                  <a:srgbClr val="000000"/>
                </a:solidFill>
                <a:latin typeface="Times New Roman" panose="02020603050405020304" pitchFamily="18" charset="0"/>
                <a:cs typeface="Times New Roman" panose="02020603050405020304" pitchFamily="18" charset="0"/>
              </a:rPr>
              <a:t>Ăngghen</a:t>
            </a:r>
            <a:r>
              <a:rPr lang="en-US" altLang="en-US" sz="2200" b="1" dirty="0">
                <a:solidFill>
                  <a:srgbClr val="000000"/>
                </a:solidFill>
                <a:latin typeface="Times New Roman" panose="02020603050405020304" pitchFamily="18" charset="0"/>
                <a:cs typeface="Times New Roman" panose="02020603050405020304" pitchFamily="18" charset="0"/>
              </a:rPr>
              <a:t> </a:t>
            </a:r>
            <a:r>
              <a:rPr lang="en-US" altLang="en-US" sz="2200" b="1" dirty="0" err="1">
                <a:solidFill>
                  <a:srgbClr val="000000"/>
                </a:solidFill>
                <a:latin typeface="Times New Roman" panose="02020603050405020304" pitchFamily="18" charset="0"/>
                <a:cs typeface="Times New Roman" panose="02020603050405020304" pitchFamily="18" charset="0"/>
              </a:rPr>
              <a:t>là</a:t>
            </a:r>
            <a:r>
              <a:rPr lang="en-US" altLang="en-US" sz="2200" b="1" dirty="0">
                <a:solidFill>
                  <a:srgbClr val="000000"/>
                </a:solidFill>
                <a:latin typeface="Times New Roman" panose="02020603050405020304" pitchFamily="18" charset="0"/>
                <a:cs typeface="Times New Roman" panose="02020603050405020304" pitchFamily="18" charset="0"/>
              </a:rPr>
              <a:t> </a:t>
            </a:r>
            <a:r>
              <a:rPr lang="en-US" altLang="en-US" sz="2200" b="1" dirty="0" err="1">
                <a:solidFill>
                  <a:srgbClr val="000000"/>
                </a:solidFill>
                <a:latin typeface="Times New Roman" panose="02020603050405020304" pitchFamily="18" charset="0"/>
                <a:cs typeface="Times New Roman" panose="02020603050405020304" pitchFamily="18" charset="0"/>
              </a:rPr>
              <a:t>thiếu</a:t>
            </a:r>
            <a:r>
              <a:rPr lang="en-US" altLang="en-US" sz="2200" b="1" dirty="0">
                <a:solidFill>
                  <a:srgbClr val="000000"/>
                </a:solidFill>
                <a:latin typeface="Times New Roman" panose="02020603050405020304" pitchFamily="18" charset="0"/>
                <a:cs typeface="Times New Roman" panose="02020603050405020304" pitchFamily="18" charset="0"/>
              </a:rPr>
              <a:t> </a:t>
            </a:r>
            <a:r>
              <a:rPr lang="en-US" altLang="en-US" sz="2200" b="1" dirty="0" err="1">
                <a:solidFill>
                  <a:srgbClr val="000000"/>
                </a:solidFill>
                <a:latin typeface="Times New Roman" panose="02020603050405020304" pitchFamily="18" charset="0"/>
                <a:cs typeface="Times New Roman" panose="02020603050405020304" pitchFamily="18" charset="0"/>
              </a:rPr>
              <a:t>lý</a:t>
            </a:r>
            <a:r>
              <a:rPr lang="en-US" altLang="en-US" sz="2200" b="1" dirty="0">
                <a:solidFill>
                  <a:srgbClr val="000000"/>
                </a:solidFill>
                <a:latin typeface="Times New Roman" panose="02020603050405020304" pitchFamily="18" charset="0"/>
                <a:cs typeface="Times New Roman" panose="02020603050405020304" pitchFamily="18" charset="0"/>
              </a:rPr>
              <a:t> </a:t>
            </a:r>
            <a:r>
              <a:rPr lang="en-US" altLang="en-US" sz="2200" b="1" dirty="0" err="1">
                <a:solidFill>
                  <a:srgbClr val="000000"/>
                </a:solidFill>
                <a:latin typeface="Times New Roman" panose="02020603050405020304" pitchFamily="18" charset="0"/>
                <a:cs typeface="Times New Roman" panose="02020603050405020304" pitchFamily="18" charset="0"/>
              </a:rPr>
              <a:t>luận</a:t>
            </a:r>
            <a:r>
              <a:rPr lang="en-US" altLang="en-US" sz="2200" b="1" dirty="0">
                <a:solidFill>
                  <a:srgbClr val="000000"/>
                </a:solidFill>
                <a:latin typeface="Times New Roman" panose="02020603050405020304" pitchFamily="18" charset="0"/>
                <a:cs typeface="Times New Roman" panose="02020603050405020304" pitchFamily="18" charset="0"/>
              </a:rPr>
              <a:t> </a:t>
            </a:r>
            <a:r>
              <a:rPr lang="en-US" altLang="en-US" sz="2200" b="1" dirty="0" err="1">
                <a:solidFill>
                  <a:srgbClr val="000000"/>
                </a:solidFill>
                <a:latin typeface="Times New Roman" panose="02020603050405020304" pitchFamily="18" charset="0"/>
                <a:cs typeface="Times New Roman" panose="02020603050405020304" pitchFamily="18" charset="0"/>
              </a:rPr>
              <a:t>khoa</a:t>
            </a:r>
            <a:r>
              <a:rPr lang="en-US" altLang="en-US" sz="2200" b="1" dirty="0">
                <a:solidFill>
                  <a:srgbClr val="000000"/>
                </a:solidFill>
                <a:latin typeface="Times New Roman" panose="02020603050405020304" pitchFamily="18" charset="0"/>
                <a:cs typeface="Times New Roman" panose="02020603050405020304" pitchFamily="18" charset="0"/>
              </a:rPr>
              <a:t> </a:t>
            </a:r>
            <a:r>
              <a:rPr lang="en-US" altLang="en-US" sz="2200" b="1" dirty="0" err="1">
                <a:solidFill>
                  <a:srgbClr val="000000"/>
                </a:solidFill>
                <a:latin typeface="Times New Roman" panose="02020603050405020304" pitchFamily="18" charset="0"/>
                <a:cs typeface="Times New Roman" panose="02020603050405020304" pitchFamily="18" charset="0"/>
              </a:rPr>
              <a:t>học</a:t>
            </a:r>
            <a:r>
              <a:rPr lang="en-US" altLang="en-US" sz="2200" b="1" dirty="0">
                <a:solidFill>
                  <a:srgbClr val="000000"/>
                </a:solidFill>
                <a:latin typeface="Times New Roman" panose="02020603050405020304" pitchFamily="18" charset="0"/>
                <a:cs typeface="Times New Roman" panose="02020603050405020304" pitchFamily="18" charset="0"/>
              </a:rPr>
              <a:t>, </a:t>
            </a:r>
            <a:r>
              <a:rPr lang="en-US" altLang="en-US" sz="2200" b="1" dirty="0" err="1">
                <a:solidFill>
                  <a:srgbClr val="000000"/>
                </a:solidFill>
                <a:latin typeface="Times New Roman" panose="02020603050405020304" pitchFamily="18" charset="0"/>
                <a:cs typeface="Times New Roman" panose="02020603050405020304" pitchFamily="18" charset="0"/>
              </a:rPr>
              <a:t>cách</a:t>
            </a:r>
            <a:r>
              <a:rPr lang="en-US" altLang="en-US" sz="2200" b="1" dirty="0">
                <a:solidFill>
                  <a:srgbClr val="000000"/>
                </a:solidFill>
                <a:latin typeface="Times New Roman" panose="02020603050405020304" pitchFamily="18" charset="0"/>
                <a:cs typeface="Times New Roman" panose="02020603050405020304" pitchFamily="18" charset="0"/>
              </a:rPr>
              <a:t> </a:t>
            </a:r>
            <a:r>
              <a:rPr lang="en-US" altLang="en-US" sz="2200" b="1" dirty="0" err="1">
                <a:solidFill>
                  <a:srgbClr val="000000"/>
                </a:solidFill>
                <a:latin typeface="Times New Roman" panose="02020603050405020304" pitchFamily="18" charset="0"/>
                <a:cs typeface="Times New Roman" panose="02020603050405020304" pitchFamily="18" charset="0"/>
              </a:rPr>
              <a:t>mạng</a:t>
            </a:r>
            <a:r>
              <a:rPr lang="en-US" altLang="en-US" sz="2200" b="1" dirty="0">
                <a:solidFill>
                  <a:srgbClr val="000000"/>
                </a:solidFill>
                <a:latin typeface="Times New Roman" panose="02020603050405020304" pitchFamily="18" charset="0"/>
                <a:cs typeface="Times New Roman" panose="02020603050405020304" pitchFamily="18" charset="0"/>
              </a:rPr>
              <a:t>.</a:t>
            </a:r>
          </a:p>
          <a:p>
            <a:pPr algn="just" eaLnBrk="1" hangingPunct="1">
              <a:lnSpc>
                <a:spcPts val="4000"/>
              </a:lnSpc>
              <a:spcBef>
                <a:spcPts val="600"/>
              </a:spcBef>
              <a:buSzPts val="2400"/>
              <a:buFont typeface="Arial" panose="020B0604020202020204" pitchFamily="34" charset="0"/>
              <a:buChar char="-"/>
            </a:pPr>
            <a:r>
              <a:rPr lang="vi-VN" altLang="en-US" sz="2200" b="1" dirty="0">
                <a:solidFill>
                  <a:srgbClr val="000000"/>
                </a:solidFill>
                <a:latin typeface="Times New Roman" panose="02020603050405020304" pitchFamily="18" charset="0"/>
                <a:cs typeface="Times New Roman" panose="02020603050405020304" pitchFamily="18" charset="0"/>
              </a:rPr>
              <a:t> Hai ông đã xây dựng lý luận cho phong trào c</a:t>
            </a:r>
            <a:r>
              <a:rPr lang="en-US" altLang="en-US" sz="2200" b="1" dirty="0">
                <a:solidFill>
                  <a:srgbClr val="000000"/>
                </a:solidFill>
                <a:latin typeface="Times New Roman" panose="02020603050405020304" pitchFamily="18" charset="0"/>
                <a:cs typeface="Times New Roman" panose="02020603050405020304" pitchFamily="18" charset="0"/>
              </a:rPr>
              <a:t>ô</a:t>
            </a:r>
            <a:r>
              <a:rPr lang="vi-VN" altLang="en-US" sz="2200" b="1" dirty="0">
                <a:solidFill>
                  <a:srgbClr val="000000"/>
                </a:solidFill>
                <a:latin typeface="Times New Roman" panose="02020603050405020304" pitchFamily="18" charset="0"/>
                <a:cs typeface="Times New Roman" panose="02020603050405020304" pitchFamily="18" charset="0"/>
              </a:rPr>
              <a:t>ng nh</a:t>
            </a:r>
            <a:r>
              <a:rPr lang="en-US" altLang="en-US" sz="2200" b="1" dirty="0">
                <a:solidFill>
                  <a:srgbClr val="000000"/>
                </a:solidFill>
                <a:latin typeface="Times New Roman" panose="02020603050405020304" pitchFamily="18" charset="0"/>
                <a:cs typeface="Times New Roman" panose="02020603050405020304" pitchFamily="18" charset="0"/>
              </a:rPr>
              <a:t>â</a:t>
            </a:r>
            <a:r>
              <a:rPr lang="vi-VN" altLang="en-US" sz="2200" b="1" dirty="0">
                <a:solidFill>
                  <a:srgbClr val="000000"/>
                </a:solidFill>
                <a:latin typeface="Times New Roman" panose="02020603050405020304" pitchFamily="18" charset="0"/>
                <a:cs typeface="Times New Roman" panose="02020603050405020304" pitchFamily="18" charset="0"/>
              </a:rPr>
              <a:t>n</a:t>
            </a:r>
            <a:r>
              <a:rPr lang="en-US" altLang="en-US" sz="2200" b="1" dirty="0">
                <a:solidFill>
                  <a:srgbClr val="000000"/>
                </a:solidFill>
                <a:latin typeface="Times New Roman" panose="02020603050405020304" pitchFamily="18" charset="0"/>
                <a:cs typeface="Times New Roman" panose="02020603050405020304" pitchFamily="18" charset="0"/>
              </a:rPr>
              <a:t> </a:t>
            </a:r>
            <a:r>
              <a:rPr lang="en-US" altLang="en-US" sz="2200" b="1" dirty="0" err="1">
                <a:solidFill>
                  <a:srgbClr val="000000"/>
                </a:solidFill>
                <a:latin typeface="Times New Roman" panose="02020603050405020304" pitchFamily="18" charset="0"/>
                <a:cs typeface="Times New Roman" panose="02020603050405020304" pitchFamily="18" charset="0"/>
              </a:rPr>
              <a:t>và</a:t>
            </a:r>
            <a:r>
              <a:rPr lang="en-US" altLang="en-US" sz="2200" b="1" dirty="0">
                <a:solidFill>
                  <a:srgbClr val="000000"/>
                </a:solidFill>
                <a:latin typeface="Times New Roman" panose="02020603050405020304" pitchFamily="18" charset="0"/>
                <a:cs typeface="Times New Roman" panose="02020603050405020304" pitchFamily="18" charset="0"/>
              </a:rPr>
              <a:t> </a:t>
            </a:r>
            <a:r>
              <a:rPr lang="en-US" altLang="en-US" sz="2200" b="1" dirty="0" err="1">
                <a:solidFill>
                  <a:srgbClr val="000000"/>
                </a:solidFill>
                <a:latin typeface="Times New Roman" panose="02020603050405020304" pitchFamily="18" charset="0"/>
                <a:cs typeface="Times New Roman" panose="02020603050405020304" pitchFamily="18" charset="0"/>
              </a:rPr>
              <a:t>gọi</a:t>
            </a:r>
            <a:r>
              <a:rPr lang="en-US" altLang="en-US" sz="2200" b="1" dirty="0">
                <a:solidFill>
                  <a:srgbClr val="000000"/>
                </a:solidFill>
                <a:latin typeface="Times New Roman" panose="02020603050405020304" pitchFamily="18" charset="0"/>
                <a:cs typeface="Times New Roman" panose="02020603050405020304" pitchFamily="18" charset="0"/>
              </a:rPr>
              <a:t> </a:t>
            </a:r>
            <a:r>
              <a:rPr lang="en-US" altLang="en-US" sz="2200" b="1" dirty="0" err="1">
                <a:solidFill>
                  <a:srgbClr val="000000"/>
                </a:solidFill>
                <a:latin typeface="Times New Roman" panose="02020603050405020304" pitchFamily="18" charset="0"/>
                <a:cs typeface="Times New Roman" panose="02020603050405020304" pitchFamily="18" charset="0"/>
              </a:rPr>
              <a:t>đó</a:t>
            </a:r>
            <a:r>
              <a:rPr lang="en-US" altLang="en-US" sz="2200" b="1" dirty="0">
                <a:solidFill>
                  <a:srgbClr val="000000"/>
                </a:solidFill>
                <a:latin typeface="Times New Roman" panose="02020603050405020304" pitchFamily="18" charset="0"/>
                <a:cs typeface="Times New Roman" panose="02020603050405020304" pitchFamily="18" charset="0"/>
              </a:rPr>
              <a:t> </a:t>
            </a:r>
            <a:r>
              <a:rPr lang="en-US" altLang="en-US" sz="2200" b="1" dirty="0" err="1">
                <a:solidFill>
                  <a:srgbClr val="000000"/>
                </a:solidFill>
                <a:latin typeface="Times New Roman" panose="02020603050405020304" pitchFamily="18" charset="0"/>
                <a:cs typeface="Times New Roman" panose="02020603050405020304" pitchFamily="18" charset="0"/>
              </a:rPr>
              <a:t>là</a:t>
            </a:r>
            <a:r>
              <a:rPr lang="en-US" altLang="en-US" sz="2200" b="1" dirty="0">
                <a:solidFill>
                  <a:srgbClr val="000000"/>
                </a:solidFill>
                <a:latin typeface="Times New Roman" panose="02020603050405020304" pitchFamily="18" charset="0"/>
                <a:cs typeface="Times New Roman" panose="02020603050405020304" pitchFamily="18" charset="0"/>
              </a:rPr>
              <a:t> </a:t>
            </a:r>
            <a:r>
              <a:rPr lang="en-US" altLang="en-US" sz="2200" b="1" dirty="0" err="1">
                <a:solidFill>
                  <a:srgbClr val="000000"/>
                </a:solidFill>
                <a:latin typeface="Times New Roman" panose="02020603050405020304" pitchFamily="18" charset="0"/>
                <a:cs typeface="Times New Roman" panose="02020603050405020304" pitchFamily="18" charset="0"/>
              </a:rPr>
              <a:t>lý</a:t>
            </a:r>
            <a:r>
              <a:rPr lang="en-US" altLang="en-US" sz="2200" b="1" dirty="0">
                <a:solidFill>
                  <a:srgbClr val="000000"/>
                </a:solidFill>
                <a:latin typeface="Times New Roman" panose="02020603050405020304" pitchFamily="18" charset="0"/>
                <a:cs typeface="Times New Roman" panose="02020603050405020304" pitchFamily="18" charset="0"/>
              </a:rPr>
              <a:t> </a:t>
            </a:r>
            <a:r>
              <a:rPr lang="en-US" altLang="en-US" sz="2200" b="1" dirty="0" err="1">
                <a:solidFill>
                  <a:srgbClr val="000000"/>
                </a:solidFill>
                <a:latin typeface="Times New Roman" panose="02020603050405020304" pitchFamily="18" charset="0"/>
                <a:cs typeface="Times New Roman" panose="02020603050405020304" pitchFamily="18" charset="0"/>
              </a:rPr>
              <a:t>luận</a:t>
            </a:r>
            <a:r>
              <a:rPr lang="en-US" altLang="en-US" sz="2200" b="1" dirty="0">
                <a:solidFill>
                  <a:srgbClr val="000000"/>
                </a:solidFill>
                <a:latin typeface="Times New Roman" panose="02020603050405020304" pitchFamily="18" charset="0"/>
                <a:cs typeface="Times New Roman" panose="02020603050405020304" pitchFamily="18" charset="0"/>
              </a:rPr>
              <a:t> CNXH </a:t>
            </a:r>
            <a:r>
              <a:rPr lang="en-US" altLang="en-US" sz="2200" b="1" dirty="0" err="1">
                <a:solidFill>
                  <a:srgbClr val="000000"/>
                </a:solidFill>
                <a:latin typeface="Times New Roman" panose="02020603050405020304" pitchFamily="18" charset="0"/>
                <a:cs typeface="Times New Roman" panose="02020603050405020304" pitchFamily="18" charset="0"/>
              </a:rPr>
              <a:t>khoa</a:t>
            </a:r>
            <a:r>
              <a:rPr lang="en-US" altLang="en-US" sz="2200" b="1" dirty="0">
                <a:solidFill>
                  <a:srgbClr val="000000"/>
                </a:solidFill>
                <a:latin typeface="Times New Roman" panose="02020603050405020304" pitchFamily="18" charset="0"/>
                <a:cs typeface="Times New Roman" panose="02020603050405020304" pitchFamily="18" charset="0"/>
              </a:rPr>
              <a:t> </a:t>
            </a:r>
            <a:r>
              <a:rPr lang="en-US" altLang="en-US" sz="2200" b="1" dirty="0" err="1">
                <a:solidFill>
                  <a:srgbClr val="000000"/>
                </a:solidFill>
                <a:latin typeface="Times New Roman" panose="02020603050405020304" pitchFamily="18" charset="0"/>
                <a:cs typeface="Times New Roman" panose="02020603050405020304" pitchFamily="18" charset="0"/>
              </a:rPr>
              <a:t>học</a:t>
            </a:r>
            <a:r>
              <a:rPr lang="en-US" altLang="en-US" sz="2200" b="1" dirty="0">
                <a:solidFill>
                  <a:srgbClr val="000000"/>
                </a:solidFill>
                <a:latin typeface="Times New Roman" panose="02020603050405020304" pitchFamily="18" charset="0"/>
                <a:cs typeface="Times New Roman" panose="02020603050405020304" pitchFamily="18" charset="0"/>
              </a:rPr>
              <a:t>.</a:t>
            </a:r>
            <a:endParaRPr lang="vi-VN" altLang="en-US" sz="2200" b="1" dirty="0">
              <a:solidFill>
                <a:srgbClr val="000000"/>
              </a:solidFill>
              <a:latin typeface="Times New Roman" panose="02020603050405020304" pitchFamily="18" charset="0"/>
              <a:cs typeface="Times New Roman" panose="02020603050405020304" pitchFamily="18" charset="0"/>
            </a:endParaRPr>
          </a:p>
          <a:p>
            <a:pPr algn="just" eaLnBrk="1" hangingPunct="1">
              <a:lnSpc>
                <a:spcPts val="4000"/>
              </a:lnSpc>
              <a:spcBef>
                <a:spcPts val="600"/>
              </a:spcBef>
            </a:pPr>
            <a:r>
              <a:rPr lang="en-US" altLang="en-US" sz="2200" b="1" dirty="0">
                <a:solidFill>
                  <a:srgbClr val="000000"/>
                </a:solidFill>
                <a:latin typeface="Times New Roman" panose="02020603050405020304" pitchFamily="18" charset="0"/>
                <a:cs typeface="Times New Roman" panose="02020603050405020304" pitchFamily="18" charset="0"/>
              </a:rPr>
              <a:t> </a:t>
            </a:r>
          </a:p>
        </p:txBody>
      </p:sp>
      <p:sp>
        <p:nvSpPr>
          <p:cNvPr id="7" name="TextBox 6"/>
          <p:cNvSpPr txBox="1"/>
          <p:nvPr/>
        </p:nvSpPr>
        <p:spPr>
          <a:xfrm>
            <a:off x="2194034" y="379017"/>
            <a:ext cx="9159766" cy="1077218"/>
          </a:xfrm>
          <a:prstGeom prst="rect">
            <a:avLst/>
          </a:prstGeom>
          <a:noFill/>
        </p:spPr>
        <p:txBody>
          <a:bodyPr wrap="square" rtlCol="0">
            <a:spAutoFit/>
          </a:bodyPr>
          <a:lstStyle/>
          <a:p>
            <a:pPr algn="ctr"/>
            <a:r>
              <a:rPr lang="en-US" sz="3200" b="1" dirty="0">
                <a:solidFill>
                  <a:srgbClr val="FF0000"/>
                </a:solidFill>
                <a:latin typeface="Times New Roman" panose="02020603050405020304" pitchFamily="18" charset="0"/>
                <a:cs typeface="Times New Roman" panose="02020603050405020304" pitchFamily="18" charset="0"/>
              </a:rPr>
              <a:t>1.1.1. </a:t>
            </a:r>
            <a:r>
              <a:rPr lang="vi-VN" sz="3200" b="1" dirty="0">
                <a:solidFill>
                  <a:srgbClr val="FF0000"/>
                </a:solidFill>
                <a:latin typeface="Times New Roman" panose="02020603050405020304" pitchFamily="18" charset="0"/>
                <a:cs typeface="Times New Roman" panose="02020603050405020304" pitchFamily="18" charset="0"/>
              </a:rPr>
              <a:t>Hoàn cảnh lịch sử ra đời </a:t>
            </a:r>
            <a:r>
              <a:rPr lang="en-US" sz="3200" b="1" dirty="0" smtClean="0">
                <a:solidFill>
                  <a:srgbClr val="FF0000"/>
                </a:solidFill>
                <a:latin typeface="Times New Roman" panose="02020603050405020304" pitchFamily="18" charset="0"/>
                <a:cs typeface="Times New Roman" panose="02020603050405020304" pitchFamily="18" charset="0"/>
              </a:rPr>
              <a:t>CNXH </a:t>
            </a:r>
            <a:r>
              <a:rPr lang="vi-VN" sz="3200" b="1" dirty="0" smtClean="0">
                <a:solidFill>
                  <a:srgbClr val="FF0000"/>
                </a:solidFill>
                <a:latin typeface="Times New Roman" panose="02020603050405020304" pitchFamily="18" charset="0"/>
                <a:cs typeface="Times New Roman" panose="02020603050405020304" pitchFamily="18" charset="0"/>
              </a:rPr>
              <a:t>khoa </a:t>
            </a:r>
            <a:r>
              <a:rPr lang="vi-VN" sz="3200" b="1" dirty="0">
                <a:solidFill>
                  <a:srgbClr val="FF0000"/>
                </a:solidFill>
                <a:latin typeface="Times New Roman" panose="02020603050405020304" pitchFamily="18" charset="0"/>
                <a:cs typeface="Times New Roman" panose="02020603050405020304" pitchFamily="18" charset="0"/>
              </a:rPr>
              <a:t>học</a:t>
            </a:r>
            <a:endParaRPr lang="en-US" sz="3200" b="1" dirty="0">
              <a:solidFill>
                <a:srgbClr val="FF0000"/>
              </a:solidFill>
              <a:latin typeface="Times New Roman" panose="02020603050405020304" pitchFamily="18" charset="0"/>
              <a:cs typeface="Times New Roman" panose="02020603050405020304" pitchFamily="18" charset="0"/>
            </a:endParaRPr>
          </a:p>
          <a:p>
            <a:pPr algn="ctr"/>
            <a:endParaRPr lang="en-US" sz="3200" dirty="0">
              <a:solidFill>
                <a:srgbClr val="FF0000"/>
              </a:solidFill>
            </a:endParaRPr>
          </a:p>
        </p:txBody>
      </p:sp>
    </p:spTree>
    <p:extLst>
      <p:ext uri="{BB962C8B-B14F-4D97-AF65-F5344CB8AC3E}">
        <p14:creationId xmlns:p14="http://schemas.microsoft.com/office/powerpoint/2010/main" val="350801049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1" fill="hold" grpId="0" nodeType="clickEffect">
                                  <p:stCondLst>
                                    <p:cond delay="0"/>
                                  </p:stCondLst>
                                  <p:childTnLst>
                                    <p:set>
                                      <p:cBhvr>
                                        <p:cTn id="6" dur="1" fill="hold">
                                          <p:stCondLst>
                                            <p:cond delay="0"/>
                                          </p:stCondLst>
                                        </p:cTn>
                                        <p:tgtEl>
                                          <p:spTgt spid="218114"/>
                                        </p:tgtEl>
                                        <p:attrNameLst>
                                          <p:attrName>style.visibility</p:attrName>
                                        </p:attrNameLst>
                                      </p:cBhvr>
                                      <p:to>
                                        <p:strVal val="visible"/>
                                      </p:to>
                                    </p:set>
                                    <p:anim calcmode="lin" valueType="num">
                                      <p:cBhvr additive="base">
                                        <p:cTn id="7" dur="500" fill="hold"/>
                                        <p:tgtEl>
                                          <p:spTgt spid="218114"/>
                                        </p:tgtEl>
                                        <p:attrNameLst>
                                          <p:attrName>ppt_x</p:attrName>
                                        </p:attrNameLst>
                                      </p:cBhvr>
                                      <p:tavLst>
                                        <p:tav tm="0">
                                          <p:val>
                                            <p:strVal val="#ppt_x"/>
                                          </p:val>
                                        </p:tav>
                                        <p:tav tm="100000">
                                          <p:val>
                                            <p:strVal val="#ppt_x"/>
                                          </p:val>
                                        </p:tav>
                                      </p:tavLst>
                                    </p:anim>
                                    <p:anim calcmode="lin" valueType="num">
                                      <p:cBhvr additive="base">
                                        <p:cTn id="8" dur="500" fill="hold"/>
                                        <p:tgtEl>
                                          <p:spTgt spid="218114"/>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218115">
                                            <p:txEl>
                                              <p:pRg st="0" end="0"/>
                                            </p:txEl>
                                          </p:spTgt>
                                        </p:tgtEl>
                                        <p:attrNameLst>
                                          <p:attrName>style.visibility</p:attrName>
                                        </p:attrNameLst>
                                      </p:cBhvr>
                                      <p:to>
                                        <p:strVal val="visible"/>
                                      </p:to>
                                    </p:set>
                                    <p:anim calcmode="lin" valueType="num">
                                      <p:cBhvr additive="base">
                                        <p:cTn id="13" dur="500" fill="hold"/>
                                        <p:tgtEl>
                                          <p:spTgt spid="218115">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1811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218115">
                                            <p:txEl>
                                              <p:pRg st="1" end="1"/>
                                            </p:txEl>
                                          </p:spTgt>
                                        </p:tgtEl>
                                        <p:attrNameLst>
                                          <p:attrName>style.visibility</p:attrName>
                                        </p:attrNameLst>
                                      </p:cBhvr>
                                      <p:to>
                                        <p:strVal val="visible"/>
                                      </p:to>
                                    </p:set>
                                    <p:anim calcmode="lin" valueType="num">
                                      <p:cBhvr additive="base">
                                        <p:cTn id="19" dur="500" fill="hold"/>
                                        <p:tgtEl>
                                          <p:spTgt spid="218115">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1811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218115">
                                            <p:txEl>
                                              <p:pRg st="2" end="2"/>
                                            </p:txEl>
                                          </p:spTgt>
                                        </p:tgtEl>
                                        <p:attrNameLst>
                                          <p:attrName>style.visibility</p:attrName>
                                        </p:attrNameLst>
                                      </p:cBhvr>
                                      <p:to>
                                        <p:strVal val="visible"/>
                                      </p:to>
                                    </p:set>
                                    <p:anim calcmode="lin" valueType="num">
                                      <p:cBhvr additive="base">
                                        <p:cTn id="25" dur="500" fill="hold"/>
                                        <p:tgtEl>
                                          <p:spTgt spid="218115">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1811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218115">
                                            <p:txEl>
                                              <p:pRg st="3" end="3"/>
                                            </p:txEl>
                                          </p:spTgt>
                                        </p:tgtEl>
                                        <p:attrNameLst>
                                          <p:attrName>style.visibility</p:attrName>
                                        </p:attrNameLst>
                                      </p:cBhvr>
                                      <p:to>
                                        <p:strVal val="visible"/>
                                      </p:to>
                                    </p:set>
                                    <p:anim calcmode="lin" valueType="num">
                                      <p:cBhvr additive="base">
                                        <p:cTn id="31" dur="500" fill="hold"/>
                                        <p:tgtEl>
                                          <p:spTgt spid="218115">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1811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nodeType="clickEffect">
                                  <p:stCondLst>
                                    <p:cond delay="0"/>
                                  </p:stCondLst>
                                  <p:childTnLst>
                                    <p:set>
                                      <p:cBhvr>
                                        <p:cTn id="36" dur="1" fill="hold">
                                          <p:stCondLst>
                                            <p:cond delay="0"/>
                                          </p:stCondLst>
                                        </p:cTn>
                                        <p:tgtEl>
                                          <p:spTgt spid="218115">
                                            <p:txEl>
                                              <p:pRg st="4" end="4"/>
                                            </p:txEl>
                                          </p:spTgt>
                                        </p:tgtEl>
                                        <p:attrNameLst>
                                          <p:attrName>style.visibility</p:attrName>
                                        </p:attrNameLst>
                                      </p:cBhvr>
                                      <p:to>
                                        <p:strVal val="visible"/>
                                      </p:to>
                                    </p:set>
                                    <p:anim calcmode="lin" valueType="num">
                                      <p:cBhvr additive="base">
                                        <p:cTn id="37" dur="500" fill="hold"/>
                                        <p:tgtEl>
                                          <p:spTgt spid="218115">
                                            <p:txEl>
                                              <p:pRg st="4" end="4"/>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1811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4" fill="hold" nodeType="clickEffect">
                                  <p:stCondLst>
                                    <p:cond delay="0"/>
                                  </p:stCondLst>
                                  <p:childTnLst>
                                    <p:set>
                                      <p:cBhvr>
                                        <p:cTn id="42" dur="1" fill="hold">
                                          <p:stCondLst>
                                            <p:cond delay="0"/>
                                          </p:stCondLst>
                                        </p:cTn>
                                        <p:tgtEl>
                                          <p:spTgt spid="218115">
                                            <p:txEl>
                                              <p:pRg st="5" end="5"/>
                                            </p:txEl>
                                          </p:spTgt>
                                        </p:tgtEl>
                                        <p:attrNameLst>
                                          <p:attrName>style.visibility</p:attrName>
                                        </p:attrNameLst>
                                      </p:cBhvr>
                                      <p:to>
                                        <p:strVal val="visible"/>
                                      </p:to>
                                    </p:set>
                                    <p:anim calcmode="lin" valueType="num">
                                      <p:cBhvr additive="base">
                                        <p:cTn id="43" dur="500" fill="hold"/>
                                        <p:tgtEl>
                                          <p:spTgt spid="218115">
                                            <p:txEl>
                                              <p:pRg st="5" end="5"/>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218115">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8114" grpId="0"/>
    </p:bld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 name="Slide Number Placeholder 3"/>
          <p:cNvSpPr>
            <a:spLocks noGrp="1"/>
          </p:cNvSpPr>
          <p:nvPr>
            <p:ph type="sldNum" sz="quarter" idx="12"/>
          </p:nvPr>
        </p:nvSpPr>
        <p:spPr/>
        <p:txBody>
          <a:bodyPr/>
          <a:lstStyle>
            <a:lvl1pPr eaLnBrk="0" hangingPunct="0">
              <a:defRPr sz="2400">
                <a:solidFill>
                  <a:srgbClr val="00FF00"/>
                </a:solidFill>
                <a:latin typeface=".VnArial" panose="020B7200000000000000" pitchFamily="34" charset="0"/>
              </a:defRPr>
            </a:lvl1pPr>
            <a:lvl2pPr marL="742950" indent="-285750" eaLnBrk="0" hangingPunct="0">
              <a:defRPr sz="2400">
                <a:solidFill>
                  <a:srgbClr val="00FF00"/>
                </a:solidFill>
                <a:latin typeface=".VnArial" panose="020B7200000000000000" pitchFamily="34" charset="0"/>
              </a:defRPr>
            </a:lvl2pPr>
            <a:lvl3pPr marL="1143000" indent="-228600" eaLnBrk="0" hangingPunct="0">
              <a:defRPr sz="2400">
                <a:solidFill>
                  <a:srgbClr val="00FF00"/>
                </a:solidFill>
                <a:latin typeface=".VnArial" panose="020B7200000000000000" pitchFamily="34" charset="0"/>
              </a:defRPr>
            </a:lvl3pPr>
            <a:lvl4pPr marL="1600200" indent="-228600" eaLnBrk="0" hangingPunct="0">
              <a:defRPr sz="2400">
                <a:solidFill>
                  <a:srgbClr val="00FF00"/>
                </a:solidFill>
                <a:latin typeface=".VnArial" panose="020B7200000000000000" pitchFamily="34" charset="0"/>
              </a:defRPr>
            </a:lvl4pPr>
            <a:lvl5pPr marL="2057400" indent="-228600" eaLnBrk="0" hangingPunct="0">
              <a:defRPr sz="2400">
                <a:solidFill>
                  <a:srgbClr val="00FF00"/>
                </a:solidFill>
                <a:latin typeface=".VnArial" panose="020B7200000000000000" pitchFamily="34" charset="0"/>
              </a:defRPr>
            </a:lvl5pPr>
            <a:lvl6pPr marL="2514600" indent="-228600" eaLnBrk="0" fontAlgn="base" hangingPunct="0">
              <a:spcBef>
                <a:spcPct val="0"/>
              </a:spcBef>
              <a:spcAft>
                <a:spcPct val="0"/>
              </a:spcAft>
              <a:defRPr sz="2400">
                <a:solidFill>
                  <a:srgbClr val="00FF00"/>
                </a:solidFill>
                <a:latin typeface=".VnArial" panose="020B7200000000000000" pitchFamily="34" charset="0"/>
              </a:defRPr>
            </a:lvl6pPr>
            <a:lvl7pPr marL="2971800" indent="-228600" eaLnBrk="0" fontAlgn="base" hangingPunct="0">
              <a:spcBef>
                <a:spcPct val="0"/>
              </a:spcBef>
              <a:spcAft>
                <a:spcPct val="0"/>
              </a:spcAft>
              <a:defRPr sz="2400">
                <a:solidFill>
                  <a:srgbClr val="00FF00"/>
                </a:solidFill>
                <a:latin typeface=".VnArial" panose="020B7200000000000000" pitchFamily="34" charset="0"/>
              </a:defRPr>
            </a:lvl7pPr>
            <a:lvl8pPr marL="3429000" indent="-228600" eaLnBrk="0" fontAlgn="base" hangingPunct="0">
              <a:spcBef>
                <a:spcPct val="0"/>
              </a:spcBef>
              <a:spcAft>
                <a:spcPct val="0"/>
              </a:spcAft>
              <a:defRPr sz="2400">
                <a:solidFill>
                  <a:srgbClr val="00FF00"/>
                </a:solidFill>
                <a:latin typeface=".VnArial" panose="020B7200000000000000" pitchFamily="34" charset="0"/>
              </a:defRPr>
            </a:lvl8pPr>
            <a:lvl9pPr marL="3886200" indent="-228600" eaLnBrk="0" fontAlgn="base" hangingPunct="0">
              <a:spcBef>
                <a:spcPct val="0"/>
              </a:spcBef>
              <a:spcAft>
                <a:spcPct val="0"/>
              </a:spcAft>
              <a:defRPr sz="2400">
                <a:solidFill>
                  <a:srgbClr val="00FF00"/>
                </a:solidFill>
                <a:latin typeface=".VnArial" panose="020B7200000000000000" pitchFamily="34" charset="0"/>
              </a:defRPr>
            </a:lvl9pPr>
          </a:lstStyle>
          <a:p>
            <a:pPr eaLnBrk="1" hangingPunct="1"/>
            <a:fld id="{5A96E9F8-E548-49FF-A718-BE47AA7D131A}" type="slidenum">
              <a:rPr lang="en-US" sz="1200">
                <a:solidFill>
                  <a:srgbClr val="898989"/>
                </a:solidFill>
              </a:rPr>
              <a:pPr eaLnBrk="1" hangingPunct="1"/>
              <a:t>11</a:t>
            </a:fld>
            <a:endParaRPr lang="en-US" sz="1200">
              <a:solidFill>
                <a:srgbClr val="898989"/>
              </a:solidFill>
            </a:endParaRPr>
          </a:p>
        </p:txBody>
      </p:sp>
      <p:sp>
        <p:nvSpPr>
          <p:cNvPr id="136194" name="Text Box 2"/>
          <p:cNvSpPr txBox="1">
            <a:spLocks noChangeArrowheads="1"/>
          </p:cNvSpPr>
          <p:nvPr/>
        </p:nvSpPr>
        <p:spPr bwMode="auto">
          <a:xfrm>
            <a:off x="3086100" y="378950"/>
            <a:ext cx="59436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FF00"/>
                </a:solidFill>
                <a:latin typeface=".VnArial" panose="020B7200000000000000" pitchFamily="34" charset="0"/>
              </a:defRPr>
            </a:lvl1pPr>
            <a:lvl2pPr marL="742950" indent="-285750" eaLnBrk="0" hangingPunct="0">
              <a:defRPr sz="2400">
                <a:solidFill>
                  <a:srgbClr val="00FF00"/>
                </a:solidFill>
                <a:latin typeface=".VnArial" panose="020B7200000000000000" pitchFamily="34" charset="0"/>
              </a:defRPr>
            </a:lvl2pPr>
            <a:lvl3pPr marL="1143000" indent="-228600" eaLnBrk="0" hangingPunct="0">
              <a:defRPr sz="2400">
                <a:solidFill>
                  <a:srgbClr val="00FF00"/>
                </a:solidFill>
                <a:latin typeface=".VnArial" panose="020B7200000000000000" pitchFamily="34" charset="0"/>
              </a:defRPr>
            </a:lvl3pPr>
            <a:lvl4pPr marL="1600200" indent="-228600" eaLnBrk="0" hangingPunct="0">
              <a:defRPr sz="2400">
                <a:solidFill>
                  <a:srgbClr val="00FF00"/>
                </a:solidFill>
                <a:latin typeface=".VnArial" panose="020B7200000000000000" pitchFamily="34" charset="0"/>
              </a:defRPr>
            </a:lvl4pPr>
            <a:lvl5pPr marL="2057400" indent="-228600" eaLnBrk="0" hangingPunct="0">
              <a:defRPr sz="2400">
                <a:solidFill>
                  <a:srgbClr val="00FF00"/>
                </a:solidFill>
                <a:latin typeface=".VnArial" panose="020B7200000000000000" pitchFamily="34" charset="0"/>
              </a:defRPr>
            </a:lvl5pPr>
            <a:lvl6pPr marL="2514600" indent="-228600" eaLnBrk="0" fontAlgn="base" hangingPunct="0">
              <a:spcBef>
                <a:spcPct val="0"/>
              </a:spcBef>
              <a:spcAft>
                <a:spcPct val="0"/>
              </a:spcAft>
              <a:defRPr sz="2400">
                <a:solidFill>
                  <a:srgbClr val="00FF00"/>
                </a:solidFill>
                <a:latin typeface=".VnArial" panose="020B7200000000000000" pitchFamily="34" charset="0"/>
              </a:defRPr>
            </a:lvl6pPr>
            <a:lvl7pPr marL="2971800" indent="-228600" eaLnBrk="0" fontAlgn="base" hangingPunct="0">
              <a:spcBef>
                <a:spcPct val="0"/>
              </a:spcBef>
              <a:spcAft>
                <a:spcPct val="0"/>
              </a:spcAft>
              <a:defRPr sz="2400">
                <a:solidFill>
                  <a:srgbClr val="00FF00"/>
                </a:solidFill>
                <a:latin typeface=".VnArial" panose="020B7200000000000000" pitchFamily="34" charset="0"/>
              </a:defRPr>
            </a:lvl7pPr>
            <a:lvl8pPr marL="3429000" indent="-228600" eaLnBrk="0" fontAlgn="base" hangingPunct="0">
              <a:spcBef>
                <a:spcPct val="0"/>
              </a:spcBef>
              <a:spcAft>
                <a:spcPct val="0"/>
              </a:spcAft>
              <a:defRPr sz="2400">
                <a:solidFill>
                  <a:srgbClr val="00FF00"/>
                </a:solidFill>
                <a:latin typeface=".VnArial" panose="020B7200000000000000" pitchFamily="34" charset="0"/>
              </a:defRPr>
            </a:lvl8pPr>
            <a:lvl9pPr marL="3886200" indent="-228600" eaLnBrk="0" fontAlgn="base" hangingPunct="0">
              <a:spcBef>
                <a:spcPct val="0"/>
              </a:spcBef>
              <a:spcAft>
                <a:spcPct val="0"/>
              </a:spcAft>
              <a:defRPr sz="2400">
                <a:solidFill>
                  <a:srgbClr val="00FF00"/>
                </a:solidFill>
                <a:latin typeface=".VnArial" panose="020B7200000000000000" pitchFamily="34" charset="0"/>
              </a:defRPr>
            </a:lvl9pPr>
          </a:lstStyle>
          <a:p>
            <a:pPr algn="ctr" eaLnBrk="1" hangingPunct="1">
              <a:spcBef>
                <a:spcPct val="50000"/>
              </a:spcBef>
            </a:pPr>
            <a:r>
              <a:rPr lang="en-US" altLang="en-US" sz="3600" b="1" dirty="0" err="1">
                <a:solidFill>
                  <a:srgbClr val="FF0000"/>
                </a:solidFill>
                <a:latin typeface="Times New Roman" panose="02020603050405020304" pitchFamily="18" charset="0"/>
                <a:cs typeface="Times New Roman" panose="02020603050405020304" pitchFamily="18" charset="0"/>
              </a:rPr>
              <a:t>Điều</a:t>
            </a:r>
            <a:r>
              <a:rPr lang="en-US" altLang="en-US" sz="3600" b="1" dirty="0">
                <a:solidFill>
                  <a:srgbClr val="FF0000"/>
                </a:solidFill>
                <a:latin typeface="Times New Roman" panose="02020603050405020304" pitchFamily="18" charset="0"/>
                <a:cs typeface="Times New Roman" panose="02020603050405020304" pitchFamily="18" charset="0"/>
              </a:rPr>
              <a:t> </a:t>
            </a:r>
            <a:r>
              <a:rPr lang="en-US" altLang="en-US" sz="3600" b="1" dirty="0" err="1">
                <a:solidFill>
                  <a:srgbClr val="FF0000"/>
                </a:solidFill>
                <a:latin typeface="Times New Roman" panose="02020603050405020304" pitchFamily="18" charset="0"/>
                <a:cs typeface="Times New Roman" panose="02020603050405020304" pitchFamily="18" charset="0"/>
              </a:rPr>
              <a:t>kiện</a:t>
            </a:r>
            <a:r>
              <a:rPr lang="en-US" altLang="en-US" sz="3600" b="1" dirty="0">
                <a:solidFill>
                  <a:srgbClr val="FF0000"/>
                </a:solidFill>
                <a:latin typeface="Times New Roman" panose="02020603050405020304" pitchFamily="18" charset="0"/>
                <a:cs typeface="Times New Roman" panose="02020603050405020304" pitchFamily="18" charset="0"/>
              </a:rPr>
              <a:t> </a:t>
            </a:r>
            <a:r>
              <a:rPr lang="en-US" altLang="en-US" sz="3600" b="1" dirty="0" err="1">
                <a:solidFill>
                  <a:srgbClr val="FF0000"/>
                </a:solidFill>
                <a:latin typeface="Times New Roman" panose="02020603050405020304" pitchFamily="18" charset="0"/>
                <a:cs typeface="Times New Roman" panose="02020603050405020304" pitchFamily="18" charset="0"/>
              </a:rPr>
              <a:t>kinh</a:t>
            </a:r>
            <a:r>
              <a:rPr lang="en-US" altLang="en-US" sz="3600" b="1" dirty="0">
                <a:solidFill>
                  <a:srgbClr val="FF0000"/>
                </a:solidFill>
                <a:latin typeface="Times New Roman" panose="02020603050405020304" pitchFamily="18" charset="0"/>
                <a:cs typeface="Times New Roman" panose="02020603050405020304" pitchFamily="18" charset="0"/>
              </a:rPr>
              <a:t> </a:t>
            </a:r>
            <a:r>
              <a:rPr lang="en-US" altLang="en-US" sz="3600" b="1" dirty="0" err="1">
                <a:solidFill>
                  <a:srgbClr val="FF0000"/>
                </a:solidFill>
                <a:latin typeface="Times New Roman" panose="02020603050405020304" pitchFamily="18" charset="0"/>
                <a:cs typeface="Times New Roman" panose="02020603050405020304" pitchFamily="18" charset="0"/>
              </a:rPr>
              <a:t>tế</a:t>
            </a:r>
            <a:r>
              <a:rPr lang="en-US" altLang="en-US" sz="3600" b="1" dirty="0">
                <a:solidFill>
                  <a:srgbClr val="FF0000"/>
                </a:solidFill>
                <a:latin typeface="Times New Roman" panose="02020603050405020304" pitchFamily="18" charset="0"/>
                <a:cs typeface="Times New Roman" panose="02020603050405020304" pitchFamily="18" charset="0"/>
              </a:rPr>
              <a:t> - </a:t>
            </a:r>
            <a:r>
              <a:rPr lang="en-US" altLang="en-US" sz="3600" b="1" dirty="0" err="1">
                <a:solidFill>
                  <a:srgbClr val="FF0000"/>
                </a:solidFill>
                <a:latin typeface="Times New Roman" panose="02020603050405020304" pitchFamily="18" charset="0"/>
                <a:cs typeface="Times New Roman" panose="02020603050405020304" pitchFamily="18" charset="0"/>
              </a:rPr>
              <a:t>xã</a:t>
            </a:r>
            <a:r>
              <a:rPr lang="en-US" altLang="en-US" sz="3600" b="1" dirty="0">
                <a:solidFill>
                  <a:srgbClr val="FF0000"/>
                </a:solidFill>
                <a:latin typeface="Times New Roman" panose="02020603050405020304" pitchFamily="18" charset="0"/>
                <a:cs typeface="Times New Roman" panose="02020603050405020304" pitchFamily="18" charset="0"/>
              </a:rPr>
              <a:t> </a:t>
            </a:r>
            <a:r>
              <a:rPr lang="en-US" altLang="en-US" sz="3600" b="1" dirty="0" err="1">
                <a:solidFill>
                  <a:srgbClr val="FF0000"/>
                </a:solidFill>
                <a:latin typeface="Times New Roman" panose="02020603050405020304" pitchFamily="18" charset="0"/>
                <a:cs typeface="Times New Roman" panose="02020603050405020304" pitchFamily="18" charset="0"/>
              </a:rPr>
              <a:t>hội</a:t>
            </a:r>
            <a:endParaRPr lang="en-US" altLang="en-US" sz="3600" b="1" dirty="0">
              <a:solidFill>
                <a:srgbClr val="FF0000"/>
              </a:solidFill>
              <a:latin typeface="Times New Roman" panose="02020603050405020304" pitchFamily="18" charset="0"/>
              <a:cs typeface="Times New Roman" panose="02020603050405020304" pitchFamily="18" charset="0"/>
            </a:endParaRPr>
          </a:p>
        </p:txBody>
      </p:sp>
      <p:sp>
        <p:nvSpPr>
          <p:cNvPr id="136196" name="Text Box 4"/>
          <p:cNvSpPr txBox="1">
            <a:spLocks noChangeArrowheads="1"/>
          </p:cNvSpPr>
          <p:nvPr/>
        </p:nvSpPr>
        <p:spPr bwMode="auto">
          <a:xfrm>
            <a:off x="1905000" y="1066801"/>
            <a:ext cx="2667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FF00"/>
                </a:solidFill>
                <a:latin typeface=".VnArial" panose="020B7200000000000000" pitchFamily="34" charset="0"/>
              </a:defRPr>
            </a:lvl1pPr>
            <a:lvl2pPr marL="742950" indent="-285750" eaLnBrk="0" hangingPunct="0">
              <a:defRPr sz="2400">
                <a:solidFill>
                  <a:srgbClr val="00FF00"/>
                </a:solidFill>
                <a:latin typeface=".VnArial" panose="020B7200000000000000" pitchFamily="34" charset="0"/>
              </a:defRPr>
            </a:lvl2pPr>
            <a:lvl3pPr marL="1143000" indent="-228600" eaLnBrk="0" hangingPunct="0">
              <a:defRPr sz="2400">
                <a:solidFill>
                  <a:srgbClr val="00FF00"/>
                </a:solidFill>
                <a:latin typeface=".VnArial" panose="020B7200000000000000" pitchFamily="34" charset="0"/>
              </a:defRPr>
            </a:lvl3pPr>
            <a:lvl4pPr marL="1600200" indent="-228600" eaLnBrk="0" hangingPunct="0">
              <a:defRPr sz="2400">
                <a:solidFill>
                  <a:srgbClr val="00FF00"/>
                </a:solidFill>
                <a:latin typeface=".VnArial" panose="020B7200000000000000" pitchFamily="34" charset="0"/>
              </a:defRPr>
            </a:lvl4pPr>
            <a:lvl5pPr marL="2057400" indent="-228600" eaLnBrk="0" hangingPunct="0">
              <a:defRPr sz="2400">
                <a:solidFill>
                  <a:srgbClr val="00FF00"/>
                </a:solidFill>
                <a:latin typeface=".VnArial" panose="020B7200000000000000" pitchFamily="34" charset="0"/>
              </a:defRPr>
            </a:lvl5pPr>
            <a:lvl6pPr marL="2514600" indent="-228600" eaLnBrk="0" fontAlgn="base" hangingPunct="0">
              <a:spcBef>
                <a:spcPct val="0"/>
              </a:spcBef>
              <a:spcAft>
                <a:spcPct val="0"/>
              </a:spcAft>
              <a:defRPr sz="2400">
                <a:solidFill>
                  <a:srgbClr val="00FF00"/>
                </a:solidFill>
                <a:latin typeface=".VnArial" panose="020B7200000000000000" pitchFamily="34" charset="0"/>
              </a:defRPr>
            </a:lvl6pPr>
            <a:lvl7pPr marL="2971800" indent="-228600" eaLnBrk="0" fontAlgn="base" hangingPunct="0">
              <a:spcBef>
                <a:spcPct val="0"/>
              </a:spcBef>
              <a:spcAft>
                <a:spcPct val="0"/>
              </a:spcAft>
              <a:defRPr sz="2400">
                <a:solidFill>
                  <a:srgbClr val="00FF00"/>
                </a:solidFill>
                <a:latin typeface=".VnArial" panose="020B7200000000000000" pitchFamily="34" charset="0"/>
              </a:defRPr>
            </a:lvl7pPr>
            <a:lvl8pPr marL="3429000" indent="-228600" eaLnBrk="0" fontAlgn="base" hangingPunct="0">
              <a:spcBef>
                <a:spcPct val="0"/>
              </a:spcBef>
              <a:spcAft>
                <a:spcPct val="0"/>
              </a:spcAft>
              <a:defRPr sz="2400">
                <a:solidFill>
                  <a:srgbClr val="00FF00"/>
                </a:solidFill>
                <a:latin typeface=".VnArial" panose="020B7200000000000000" pitchFamily="34" charset="0"/>
              </a:defRPr>
            </a:lvl8pPr>
            <a:lvl9pPr marL="3886200" indent="-228600" eaLnBrk="0" fontAlgn="base" hangingPunct="0">
              <a:spcBef>
                <a:spcPct val="0"/>
              </a:spcBef>
              <a:spcAft>
                <a:spcPct val="0"/>
              </a:spcAft>
              <a:defRPr sz="2400">
                <a:solidFill>
                  <a:srgbClr val="00FF00"/>
                </a:solidFill>
                <a:latin typeface=".VnArial" panose="020B7200000000000000" pitchFamily="34" charset="0"/>
              </a:defRPr>
            </a:lvl9pPr>
          </a:lstStyle>
          <a:p>
            <a:pPr eaLnBrk="1" hangingPunct="1">
              <a:spcBef>
                <a:spcPct val="50000"/>
              </a:spcBef>
            </a:pPr>
            <a:r>
              <a:rPr lang="en-US" altLang="en-US" sz="2800">
                <a:solidFill>
                  <a:schemeClr val="hlink"/>
                </a:solidFill>
                <a:latin typeface="Times New Roman" panose="02020603050405020304" pitchFamily="18" charset="0"/>
                <a:cs typeface="Times New Roman" panose="02020603050405020304" pitchFamily="18" charset="0"/>
              </a:rPr>
              <a:t>- Về kinh tế:</a:t>
            </a:r>
          </a:p>
        </p:txBody>
      </p:sp>
      <p:sp>
        <p:nvSpPr>
          <p:cNvPr id="136197" name="Text Box 5"/>
          <p:cNvSpPr txBox="1">
            <a:spLocks noChangeArrowheads="1"/>
          </p:cNvSpPr>
          <p:nvPr/>
        </p:nvSpPr>
        <p:spPr bwMode="auto">
          <a:xfrm>
            <a:off x="2590800" y="1828801"/>
            <a:ext cx="2743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FF00"/>
                </a:solidFill>
                <a:latin typeface=".VnArial" panose="020B7200000000000000" pitchFamily="34" charset="0"/>
              </a:defRPr>
            </a:lvl1pPr>
            <a:lvl2pPr marL="742950" indent="-285750" eaLnBrk="0" hangingPunct="0">
              <a:defRPr sz="2400">
                <a:solidFill>
                  <a:srgbClr val="00FF00"/>
                </a:solidFill>
                <a:latin typeface=".VnArial" panose="020B7200000000000000" pitchFamily="34" charset="0"/>
              </a:defRPr>
            </a:lvl2pPr>
            <a:lvl3pPr marL="1143000" indent="-228600" eaLnBrk="0" hangingPunct="0">
              <a:defRPr sz="2400">
                <a:solidFill>
                  <a:srgbClr val="00FF00"/>
                </a:solidFill>
                <a:latin typeface=".VnArial" panose="020B7200000000000000" pitchFamily="34" charset="0"/>
              </a:defRPr>
            </a:lvl3pPr>
            <a:lvl4pPr marL="1600200" indent="-228600" eaLnBrk="0" hangingPunct="0">
              <a:defRPr sz="2400">
                <a:solidFill>
                  <a:srgbClr val="00FF00"/>
                </a:solidFill>
                <a:latin typeface=".VnArial" panose="020B7200000000000000" pitchFamily="34" charset="0"/>
              </a:defRPr>
            </a:lvl4pPr>
            <a:lvl5pPr marL="2057400" indent="-228600" eaLnBrk="0" hangingPunct="0">
              <a:defRPr sz="2400">
                <a:solidFill>
                  <a:srgbClr val="00FF00"/>
                </a:solidFill>
                <a:latin typeface=".VnArial" panose="020B7200000000000000" pitchFamily="34" charset="0"/>
              </a:defRPr>
            </a:lvl5pPr>
            <a:lvl6pPr marL="2514600" indent="-228600" eaLnBrk="0" fontAlgn="base" hangingPunct="0">
              <a:spcBef>
                <a:spcPct val="0"/>
              </a:spcBef>
              <a:spcAft>
                <a:spcPct val="0"/>
              </a:spcAft>
              <a:defRPr sz="2400">
                <a:solidFill>
                  <a:srgbClr val="00FF00"/>
                </a:solidFill>
                <a:latin typeface=".VnArial" panose="020B7200000000000000" pitchFamily="34" charset="0"/>
              </a:defRPr>
            </a:lvl6pPr>
            <a:lvl7pPr marL="2971800" indent="-228600" eaLnBrk="0" fontAlgn="base" hangingPunct="0">
              <a:spcBef>
                <a:spcPct val="0"/>
              </a:spcBef>
              <a:spcAft>
                <a:spcPct val="0"/>
              </a:spcAft>
              <a:defRPr sz="2400">
                <a:solidFill>
                  <a:srgbClr val="00FF00"/>
                </a:solidFill>
                <a:latin typeface=".VnArial" panose="020B7200000000000000" pitchFamily="34" charset="0"/>
              </a:defRPr>
            </a:lvl7pPr>
            <a:lvl8pPr marL="3429000" indent="-228600" eaLnBrk="0" fontAlgn="base" hangingPunct="0">
              <a:spcBef>
                <a:spcPct val="0"/>
              </a:spcBef>
              <a:spcAft>
                <a:spcPct val="0"/>
              </a:spcAft>
              <a:defRPr sz="2400">
                <a:solidFill>
                  <a:srgbClr val="00FF00"/>
                </a:solidFill>
                <a:latin typeface=".VnArial" panose="020B7200000000000000" pitchFamily="34" charset="0"/>
              </a:defRPr>
            </a:lvl8pPr>
            <a:lvl9pPr marL="3886200" indent="-228600" eaLnBrk="0" fontAlgn="base" hangingPunct="0">
              <a:spcBef>
                <a:spcPct val="0"/>
              </a:spcBef>
              <a:spcAft>
                <a:spcPct val="0"/>
              </a:spcAft>
              <a:defRPr sz="2400">
                <a:solidFill>
                  <a:srgbClr val="00FF00"/>
                </a:solidFill>
                <a:latin typeface=".VnArial" panose="020B7200000000000000" pitchFamily="34" charset="0"/>
              </a:defRPr>
            </a:lvl9pPr>
          </a:lstStyle>
          <a:p>
            <a:pPr eaLnBrk="1" hangingPunct="1">
              <a:spcBef>
                <a:spcPct val="50000"/>
              </a:spcBef>
            </a:pPr>
            <a:r>
              <a:rPr lang="en-US" altLang="en-US" sz="2800">
                <a:solidFill>
                  <a:schemeClr val="hlink"/>
                </a:solidFill>
                <a:latin typeface="Times New Roman" panose="02020603050405020304" pitchFamily="18" charset="0"/>
                <a:cs typeface="Times New Roman" panose="02020603050405020304" pitchFamily="18" charset="0"/>
              </a:rPr>
              <a:t>LLSX &gt;&lt; QHSX</a:t>
            </a:r>
          </a:p>
        </p:txBody>
      </p:sp>
      <p:sp>
        <p:nvSpPr>
          <p:cNvPr id="136198" name="Line 6"/>
          <p:cNvSpPr>
            <a:spLocks noChangeShapeType="1"/>
          </p:cNvSpPr>
          <p:nvPr/>
        </p:nvSpPr>
        <p:spPr bwMode="auto">
          <a:xfrm flipV="1">
            <a:off x="5410200" y="1676400"/>
            <a:ext cx="1066800" cy="381000"/>
          </a:xfrm>
          <a:prstGeom prst="line">
            <a:avLst/>
          </a:prstGeom>
          <a:noFill/>
          <a:ln w="9525">
            <a:solidFill>
              <a:schemeClr val="hlink"/>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36199" name="Line 7"/>
          <p:cNvSpPr>
            <a:spLocks noChangeShapeType="1"/>
          </p:cNvSpPr>
          <p:nvPr/>
        </p:nvSpPr>
        <p:spPr bwMode="auto">
          <a:xfrm>
            <a:off x="5410200" y="2057400"/>
            <a:ext cx="1066800" cy="457200"/>
          </a:xfrm>
          <a:prstGeom prst="line">
            <a:avLst/>
          </a:prstGeom>
          <a:noFill/>
          <a:ln w="9525">
            <a:solidFill>
              <a:schemeClr val="hlink"/>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36200" name="Text Box 8"/>
          <p:cNvSpPr txBox="1">
            <a:spLocks noChangeArrowheads="1"/>
          </p:cNvSpPr>
          <p:nvPr/>
        </p:nvSpPr>
        <p:spPr bwMode="auto">
          <a:xfrm>
            <a:off x="6553200" y="1447801"/>
            <a:ext cx="3200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FF00"/>
                </a:solidFill>
                <a:latin typeface=".VnArial" panose="020B7200000000000000" pitchFamily="34" charset="0"/>
              </a:defRPr>
            </a:lvl1pPr>
            <a:lvl2pPr marL="742950" indent="-285750" eaLnBrk="0" hangingPunct="0">
              <a:defRPr sz="2400">
                <a:solidFill>
                  <a:srgbClr val="00FF00"/>
                </a:solidFill>
                <a:latin typeface=".VnArial" panose="020B7200000000000000" pitchFamily="34" charset="0"/>
              </a:defRPr>
            </a:lvl2pPr>
            <a:lvl3pPr marL="1143000" indent="-228600" eaLnBrk="0" hangingPunct="0">
              <a:defRPr sz="2400">
                <a:solidFill>
                  <a:srgbClr val="00FF00"/>
                </a:solidFill>
                <a:latin typeface=".VnArial" panose="020B7200000000000000" pitchFamily="34" charset="0"/>
              </a:defRPr>
            </a:lvl3pPr>
            <a:lvl4pPr marL="1600200" indent="-228600" eaLnBrk="0" hangingPunct="0">
              <a:defRPr sz="2400">
                <a:solidFill>
                  <a:srgbClr val="00FF00"/>
                </a:solidFill>
                <a:latin typeface=".VnArial" panose="020B7200000000000000" pitchFamily="34" charset="0"/>
              </a:defRPr>
            </a:lvl4pPr>
            <a:lvl5pPr marL="2057400" indent="-228600" eaLnBrk="0" hangingPunct="0">
              <a:defRPr sz="2400">
                <a:solidFill>
                  <a:srgbClr val="00FF00"/>
                </a:solidFill>
                <a:latin typeface=".VnArial" panose="020B7200000000000000" pitchFamily="34" charset="0"/>
              </a:defRPr>
            </a:lvl5pPr>
            <a:lvl6pPr marL="2514600" indent="-228600" eaLnBrk="0" fontAlgn="base" hangingPunct="0">
              <a:spcBef>
                <a:spcPct val="0"/>
              </a:spcBef>
              <a:spcAft>
                <a:spcPct val="0"/>
              </a:spcAft>
              <a:defRPr sz="2400">
                <a:solidFill>
                  <a:srgbClr val="00FF00"/>
                </a:solidFill>
                <a:latin typeface=".VnArial" panose="020B7200000000000000" pitchFamily="34" charset="0"/>
              </a:defRPr>
            </a:lvl6pPr>
            <a:lvl7pPr marL="2971800" indent="-228600" eaLnBrk="0" fontAlgn="base" hangingPunct="0">
              <a:spcBef>
                <a:spcPct val="0"/>
              </a:spcBef>
              <a:spcAft>
                <a:spcPct val="0"/>
              </a:spcAft>
              <a:defRPr sz="2400">
                <a:solidFill>
                  <a:srgbClr val="00FF00"/>
                </a:solidFill>
                <a:latin typeface=".VnArial" panose="020B7200000000000000" pitchFamily="34" charset="0"/>
              </a:defRPr>
            </a:lvl7pPr>
            <a:lvl8pPr marL="3429000" indent="-228600" eaLnBrk="0" fontAlgn="base" hangingPunct="0">
              <a:spcBef>
                <a:spcPct val="0"/>
              </a:spcBef>
              <a:spcAft>
                <a:spcPct val="0"/>
              </a:spcAft>
              <a:defRPr sz="2400">
                <a:solidFill>
                  <a:srgbClr val="00FF00"/>
                </a:solidFill>
                <a:latin typeface=".VnArial" panose="020B7200000000000000" pitchFamily="34" charset="0"/>
              </a:defRPr>
            </a:lvl8pPr>
            <a:lvl9pPr marL="3886200" indent="-228600" eaLnBrk="0" fontAlgn="base" hangingPunct="0">
              <a:spcBef>
                <a:spcPct val="0"/>
              </a:spcBef>
              <a:spcAft>
                <a:spcPct val="0"/>
              </a:spcAft>
              <a:defRPr sz="2400">
                <a:solidFill>
                  <a:srgbClr val="00FF00"/>
                </a:solidFill>
                <a:latin typeface=".VnArial" panose="020B7200000000000000" pitchFamily="34" charset="0"/>
              </a:defRPr>
            </a:lvl9pPr>
          </a:lstStyle>
          <a:p>
            <a:pPr eaLnBrk="1" hangingPunct="1">
              <a:spcBef>
                <a:spcPct val="50000"/>
              </a:spcBef>
            </a:pPr>
            <a:r>
              <a:rPr lang="en-US" altLang="en-US" sz="2800">
                <a:solidFill>
                  <a:schemeClr val="hlink"/>
                </a:solidFill>
                <a:latin typeface="Times New Roman" panose="02020603050405020304" pitchFamily="18" charset="0"/>
                <a:cs typeface="Times New Roman" panose="02020603050405020304" pitchFamily="18" charset="0"/>
              </a:rPr>
              <a:t>Khủng hoảng kinh tế</a:t>
            </a:r>
          </a:p>
        </p:txBody>
      </p:sp>
      <p:sp>
        <p:nvSpPr>
          <p:cNvPr id="136201" name="Text Box 9"/>
          <p:cNvSpPr txBox="1">
            <a:spLocks noChangeArrowheads="1"/>
          </p:cNvSpPr>
          <p:nvPr/>
        </p:nvSpPr>
        <p:spPr bwMode="auto">
          <a:xfrm>
            <a:off x="6553200" y="2209801"/>
            <a:ext cx="3505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FF00"/>
                </a:solidFill>
                <a:latin typeface=".VnArial" panose="020B7200000000000000" pitchFamily="34" charset="0"/>
              </a:defRPr>
            </a:lvl1pPr>
            <a:lvl2pPr marL="742950" indent="-285750" eaLnBrk="0" hangingPunct="0">
              <a:defRPr sz="2400">
                <a:solidFill>
                  <a:srgbClr val="00FF00"/>
                </a:solidFill>
                <a:latin typeface=".VnArial" panose="020B7200000000000000" pitchFamily="34" charset="0"/>
              </a:defRPr>
            </a:lvl2pPr>
            <a:lvl3pPr marL="1143000" indent="-228600" eaLnBrk="0" hangingPunct="0">
              <a:defRPr sz="2400">
                <a:solidFill>
                  <a:srgbClr val="00FF00"/>
                </a:solidFill>
                <a:latin typeface=".VnArial" panose="020B7200000000000000" pitchFamily="34" charset="0"/>
              </a:defRPr>
            </a:lvl3pPr>
            <a:lvl4pPr marL="1600200" indent="-228600" eaLnBrk="0" hangingPunct="0">
              <a:defRPr sz="2400">
                <a:solidFill>
                  <a:srgbClr val="00FF00"/>
                </a:solidFill>
                <a:latin typeface=".VnArial" panose="020B7200000000000000" pitchFamily="34" charset="0"/>
              </a:defRPr>
            </a:lvl4pPr>
            <a:lvl5pPr marL="2057400" indent="-228600" eaLnBrk="0" hangingPunct="0">
              <a:defRPr sz="2400">
                <a:solidFill>
                  <a:srgbClr val="00FF00"/>
                </a:solidFill>
                <a:latin typeface=".VnArial" panose="020B7200000000000000" pitchFamily="34" charset="0"/>
              </a:defRPr>
            </a:lvl5pPr>
            <a:lvl6pPr marL="2514600" indent="-228600" eaLnBrk="0" fontAlgn="base" hangingPunct="0">
              <a:spcBef>
                <a:spcPct val="0"/>
              </a:spcBef>
              <a:spcAft>
                <a:spcPct val="0"/>
              </a:spcAft>
              <a:defRPr sz="2400">
                <a:solidFill>
                  <a:srgbClr val="00FF00"/>
                </a:solidFill>
                <a:latin typeface=".VnArial" panose="020B7200000000000000" pitchFamily="34" charset="0"/>
              </a:defRPr>
            </a:lvl6pPr>
            <a:lvl7pPr marL="2971800" indent="-228600" eaLnBrk="0" fontAlgn="base" hangingPunct="0">
              <a:spcBef>
                <a:spcPct val="0"/>
              </a:spcBef>
              <a:spcAft>
                <a:spcPct val="0"/>
              </a:spcAft>
              <a:defRPr sz="2400">
                <a:solidFill>
                  <a:srgbClr val="00FF00"/>
                </a:solidFill>
                <a:latin typeface=".VnArial" panose="020B7200000000000000" pitchFamily="34" charset="0"/>
              </a:defRPr>
            </a:lvl7pPr>
            <a:lvl8pPr marL="3429000" indent="-228600" eaLnBrk="0" fontAlgn="base" hangingPunct="0">
              <a:spcBef>
                <a:spcPct val="0"/>
              </a:spcBef>
              <a:spcAft>
                <a:spcPct val="0"/>
              </a:spcAft>
              <a:defRPr sz="2400">
                <a:solidFill>
                  <a:srgbClr val="00FF00"/>
                </a:solidFill>
                <a:latin typeface=".VnArial" panose="020B7200000000000000" pitchFamily="34" charset="0"/>
              </a:defRPr>
            </a:lvl8pPr>
            <a:lvl9pPr marL="3886200" indent="-228600" eaLnBrk="0" fontAlgn="base" hangingPunct="0">
              <a:spcBef>
                <a:spcPct val="0"/>
              </a:spcBef>
              <a:spcAft>
                <a:spcPct val="0"/>
              </a:spcAft>
              <a:defRPr sz="2400">
                <a:solidFill>
                  <a:srgbClr val="00FF00"/>
                </a:solidFill>
                <a:latin typeface=".VnArial" panose="020B7200000000000000" pitchFamily="34" charset="0"/>
              </a:defRPr>
            </a:lvl9pPr>
          </a:lstStyle>
          <a:p>
            <a:pPr eaLnBrk="1" hangingPunct="1">
              <a:spcBef>
                <a:spcPct val="50000"/>
              </a:spcBef>
            </a:pPr>
            <a:r>
              <a:rPr lang="en-US" altLang="en-US" sz="2800">
                <a:solidFill>
                  <a:schemeClr val="hlink"/>
                </a:solidFill>
                <a:latin typeface="Times New Roman" panose="02020603050405020304" pitchFamily="18" charset="0"/>
                <a:cs typeface="Times New Roman" panose="02020603050405020304" pitchFamily="18" charset="0"/>
              </a:rPr>
              <a:t>Công nhân thất nghiệp</a:t>
            </a:r>
          </a:p>
        </p:txBody>
      </p:sp>
      <p:sp>
        <p:nvSpPr>
          <p:cNvPr id="136202" name="Text Box 10"/>
          <p:cNvSpPr txBox="1">
            <a:spLocks noChangeArrowheads="1"/>
          </p:cNvSpPr>
          <p:nvPr/>
        </p:nvSpPr>
        <p:spPr bwMode="auto">
          <a:xfrm>
            <a:off x="1905000" y="2757488"/>
            <a:ext cx="20574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FF00"/>
                </a:solidFill>
                <a:latin typeface=".VnArial" panose="020B7200000000000000" pitchFamily="34" charset="0"/>
              </a:defRPr>
            </a:lvl1pPr>
            <a:lvl2pPr marL="742950" indent="-285750" eaLnBrk="0" hangingPunct="0">
              <a:defRPr sz="2400">
                <a:solidFill>
                  <a:srgbClr val="00FF00"/>
                </a:solidFill>
                <a:latin typeface=".VnArial" panose="020B7200000000000000" pitchFamily="34" charset="0"/>
              </a:defRPr>
            </a:lvl2pPr>
            <a:lvl3pPr marL="1143000" indent="-228600" eaLnBrk="0" hangingPunct="0">
              <a:defRPr sz="2400">
                <a:solidFill>
                  <a:srgbClr val="00FF00"/>
                </a:solidFill>
                <a:latin typeface=".VnArial" panose="020B7200000000000000" pitchFamily="34" charset="0"/>
              </a:defRPr>
            </a:lvl3pPr>
            <a:lvl4pPr marL="1600200" indent="-228600" eaLnBrk="0" hangingPunct="0">
              <a:defRPr sz="2400">
                <a:solidFill>
                  <a:srgbClr val="00FF00"/>
                </a:solidFill>
                <a:latin typeface=".VnArial" panose="020B7200000000000000" pitchFamily="34" charset="0"/>
              </a:defRPr>
            </a:lvl4pPr>
            <a:lvl5pPr marL="2057400" indent="-228600" eaLnBrk="0" hangingPunct="0">
              <a:defRPr sz="2400">
                <a:solidFill>
                  <a:srgbClr val="00FF00"/>
                </a:solidFill>
                <a:latin typeface=".VnArial" panose="020B7200000000000000" pitchFamily="34" charset="0"/>
              </a:defRPr>
            </a:lvl5pPr>
            <a:lvl6pPr marL="2514600" indent="-228600" eaLnBrk="0" fontAlgn="base" hangingPunct="0">
              <a:spcBef>
                <a:spcPct val="0"/>
              </a:spcBef>
              <a:spcAft>
                <a:spcPct val="0"/>
              </a:spcAft>
              <a:defRPr sz="2400">
                <a:solidFill>
                  <a:srgbClr val="00FF00"/>
                </a:solidFill>
                <a:latin typeface=".VnArial" panose="020B7200000000000000" pitchFamily="34" charset="0"/>
              </a:defRPr>
            </a:lvl6pPr>
            <a:lvl7pPr marL="2971800" indent="-228600" eaLnBrk="0" fontAlgn="base" hangingPunct="0">
              <a:spcBef>
                <a:spcPct val="0"/>
              </a:spcBef>
              <a:spcAft>
                <a:spcPct val="0"/>
              </a:spcAft>
              <a:defRPr sz="2400">
                <a:solidFill>
                  <a:srgbClr val="00FF00"/>
                </a:solidFill>
                <a:latin typeface=".VnArial" panose="020B7200000000000000" pitchFamily="34" charset="0"/>
              </a:defRPr>
            </a:lvl7pPr>
            <a:lvl8pPr marL="3429000" indent="-228600" eaLnBrk="0" fontAlgn="base" hangingPunct="0">
              <a:spcBef>
                <a:spcPct val="0"/>
              </a:spcBef>
              <a:spcAft>
                <a:spcPct val="0"/>
              </a:spcAft>
              <a:defRPr sz="2400">
                <a:solidFill>
                  <a:srgbClr val="00FF00"/>
                </a:solidFill>
                <a:latin typeface=".VnArial" panose="020B7200000000000000" pitchFamily="34" charset="0"/>
              </a:defRPr>
            </a:lvl8pPr>
            <a:lvl9pPr marL="3886200" indent="-228600" eaLnBrk="0" fontAlgn="base" hangingPunct="0">
              <a:spcBef>
                <a:spcPct val="0"/>
              </a:spcBef>
              <a:spcAft>
                <a:spcPct val="0"/>
              </a:spcAft>
              <a:defRPr sz="2400">
                <a:solidFill>
                  <a:srgbClr val="00FF00"/>
                </a:solidFill>
                <a:latin typeface=".VnArial" panose="020B7200000000000000" pitchFamily="34" charset="0"/>
              </a:defRPr>
            </a:lvl9pPr>
          </a:lstStyle>
          <a:p>
            <a:pPr eaLnBrk="1" hangingPunct="1">
              <a:spcBef>
                <a:spcPct val="50000"/>
              </a:spcBef>
            </a:pPr>
            <a:r>
              <a:rPr lang="en-US" altLang="en-US" sz="2800">
                <a:solidFill>
                  <a:schemeClr val="hlink"/>
                </a:solidFill>
                <a:latin typeface="Times New Roman" panose="02020603050405020304" pitchFamily="18" charset="0"/>
                <a:cs typeface="Times New Roman" panose="02020603050405020304" pitchFamily="18" charset="0"/>
              </a:rPr>
              <a:t>- Về xã hội:</a:t>
            </a:r>
          </a:p>
        </p:txBody>
      </p:sp>
      <p:sp>
        <p:nvSpPr>
          <p:cNvPr id="136203" name="Text Box 11"/>
          <p:cNvSpPr txBox="1">
            <a:spLocks noChangeArrowheads="1"/>
          </p:cNvSpPr>
          <p:nvPr/>
        </p:nvSpPr>
        <p:spPr bwMode="auto">
          <a:xfrm>
            <a:off x="2209800" y="3795713"/>
            <a:ext cx="3200400"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FF00"/>
                </a:solidFill>
                <a:latin typeface=".VnArial" panose="020B7200000000000000" pitchFamily="34" charset="0"/>
              </a:defRPr>
            </a:lvl1pPr>
            <a:lvl2pPr marL="742950" indent="-285750" eaLnBrk="0" hangingPunct="0">
              <a:defRPr sz="2400">
                <a:solidFill>
                  <a:srgbClr val="00FF00"/>
                </a:solidFill>
                <a:latin typeface=".VnArial" panose="020B7200000000000000" pitchFamily="34" charset="0"/>
              </a:defRPr>
            </a:lvl2pPr>
            <a:lvl3pPr marL="1143000" indent="-228600" eaLnBrk="0" hangingPunct="0">
              <a:defRPr sz="2400">
                <a:solidFill>
                  <a:srgbClr val="00FF00"/>
                </a:solidFill>
                <a:latin typeface=".VnArial" panose="020B7200000000000000" pitchFamily="34" charset="0"/>
              </a:defRPr>
            </a:lvl3pPr>
            <a:lvl4pPr marL="1600200" indent="-228600" eaLnBrk="0" hangingPunct="0">
              <a:defRPr sz="2400">
                <a:solidFill>
                  <a:srgbClr val="00FF00"/>
                </a:solidFill>
                <a:latin typeface=".VnArial" panose="020B7200000000000000" pitchFamily="34" charset="0"/>
              </a:defRPr>
            </a:lvl4pPr>
            <a:lvl5pPr marL="2057400" indent="-228600" eaLnBrk="0" hangingPunct="0">
              <a:defRPr sz="2400">
                <a:solidFill>
                  <a:srgbClr val="00FF00"/>
                </a:solidFill>
                <a:latin typeface=".VnArial" panose="020B7200000000000000" pitchFamily="34" charset="0"/>
              </a:defRPr>
            </a:lvl5pPr>
            <a:lvl6pPr marL="2514600" indent="-228600" eaLnBrk="0" fontAlgn="base" hangingPunct="0">
              <a:spcBef>
                <a:spcPct val="0"/>
              </a:spcBef>
              <a:spcAft>
                <a:spcPct val="0"/>
              </a:spcAft>
              <a:defRPr sz="2400">
                <a:solidFill>
                  <a:srgbClr val="00FF00"/>
                </a:solidFill>
                <a:latin typeface=".VnArial" panose="020B7200000000000000" pitchFamily="34" charset="0"/>
              </a:defRPr>
            </a:lvl6pPr>
            <a:lvl7pPr marL="2971800" indent="-228600" eaLnBrk="0" fontAlgn="base" hangingPunct="0">
              <a:spcBef>
                <a:spcPct val="0"/>
              </a:spcBef>
              <a:spcAft>
                <a:spcPct val="0"/>
              </a:spcAft>
              <a:defRPr sz="2400">
                <a:solidFill>
                  <a:srgbClr val="00FF00"/>
                </a:solidFill>
                <a:latin typeface=".VnArial" panose="020B7200000000000000" pitchFamily="34" charset="0"/>
              </a:defRPr>
            </a:lvl7pPr>
            <a:lvl8pPr marL="3429000" indent="-228600" eaLnBrk="0" fontAlgn="base" hangingPunct="0">
              <a:spcBef>
                <a:spcPct val="0"/>
              </a:spcBef>
              <a:spcAft>
                <a:spcPct val="0"/>
              </a:spcAft>
              <a:defRPr sz="2400">
                <a:solidFill>
                  <a:srgbClr val="00FF00"/>
                </a:solidFill>
                <a:latin typeface=".VnArial" panose="020B7200000000000000" pitchFamily="34" charset="0"/>
              </a:defRPr>
            </a:lvl8pPr>
            <a:lvl9pPr marL="3886200" indent="-228600" eaLnBrk="0" fontAlgn="base" hangingPunct="0">
              <a:spcBef>
                <a:spcPct val="0"/>
              </a:spcBef>
              <a:spcAft>
                <a:spcPct val="0"/>
              </a:spcAft>
              <a:defRPr sz="2400">
                <a:solidFill>
                  <a:srgbClr val="00FF00"/>
                </a:solidFill>
                <a:latin typeface=".VnArial" panose="020B7200000000000000" pitchFamily="34" charset="0"/>
              </a:defRPr>
            </a:lvl9pPr>
          </a:lstStyle>
          <a:p>
            <a:pPr eaLnBrk="1" hangingPunct="1">
              <a:spcBef>
                <a:spcPct val="50000"/>
              </a:spcBef>
            </a:pPr>
            <a:r>
              <a:rPr lang="en-US" altLang="en-US" sz="2800">
                <a:solidFill>
                  <a:schemeClr val="hlink"/>
                </a:solidFill>
                <a:latin typeface="Times New Roman" panose="02020603050405020304" pitchFamily="18" charset="0"/>
                <a:cs typeface="Times New Roman" panose="02020603050405020304" pitchFamily="18" charset="0"/>
              </a:rPr>
              <a:t>Giai cấp CN công nghiệp tăng nhanh và bị bóc lột nặng nề</a:t>
            </a:r>
          </a:p>
        </p:txBody>
      </p:sp>
      <p:sp>
        <p:nvSpPr>
          <p:cNvPr id="136204" name="Text Box 12"/>
          <p:cNvSpPr txBox="1">
            <a:spLocks noChangeArrowheads="1"/>
          </p:cNvSpPr>
          <p:nvPr/>
        </p:nvSpPr>
        <p:spPr bwMode="auto">
          <a:xfrm>
            <a:off x="6553200" y="3595688"/>
            <a:ext cx="31242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FF00"/>
                </a:solidFill>
                <a:latin typeface=".VnArial" panose="020B7200000000000000" pitchFamily="34" charset="0"/>
              </a:defRPr>
            </a:lvl1pPr>
            <a:lvl2pPr marL="742950" indent="-285750" eaLnBrk="0" hangingPunct="0">
              <a:defRPr sz="2400">
                <a:solidFill>
                  <a:srgbClr val="00FF00"/>
                </a:solidFill>
                <a:latin typeface=".VnArial" panose="020B7200000000000000" pitchFamily="34" charset="0"/>
              </a:defRPr>
            </a:lvl2pPr>
            <a:lvl3pPr marL="1143000" indent="-228600" eaLnBrk="0" hangingPunct="0">
              <a:defRPr sz="2400">
                <a:solidFill>
                  <a:srgbClr val="00FF00"/>
                </a:solidFill>
                <a:latin typeface=".VnArial" panose="020B7200000000000000" pitchFamily="34" charset="0"/>
              </a:defRPr>
            </a:lvl3pPr>
            <a:lvl4pPr marL="1600200" indent="-228600" eaLnBrk="0" hangingPunct="0">
              <a:defRPr sz="2400">
                <a:solidFill>
                  <a:srgbClr val="00FF00"/>
                </a:solidFill>
                <a:latin typeface=".VnArial" panose="020B7200000000000000" pitchFamily="34" charset="0"/>
              </a:defRPr>
            </a:lvl4pPr>
            <a:lvl5pPr marL="2057400" indent="-228600" eaLnBrk="0" hangingPunct="0">
              <a:defRPr sz="2400">
                <a:solidFill>
                  <a:srgbClr val="00FF00"/>
                </a:solidFill>
                <a:latin typeface=".VnArial" panose="020B7200000000000000" pitchFamily="34" charset="0"/>
              </a:defRPr>
            </a:lvl5pPr>
            <a:lvl6pPr marL="2514600" indent="-228600" eaLnBrk="0" fontAlgn="base" hangingPunct="0">
              <a:spcBef>
                <a:spcPct val="0"/>
              </a:spcBef>
              <a:spcAft>
                <a:spcPct val="0"/>
              </a:spcAft>
              <a:defRPr sz="2400">
                <a:solidFill>
                  <a:srgbClr val="00FF00"/>
                </a:solidFill>
                <a:latin typeface=".VnArial" panose="020B7200000000000000" pitchFamily="34" charset="0"/>
              </a:defRPr>
            </a:lvl6pPr>
            <a:lvl7pPr marL="2971800" indent="-228600" eaLnBrk="0" fontAlgn="base" hangingPunct="0">
              <a:spcBef>
                <a:spcPct val="0"/>
              </a:spcBef>
              <a:spcAft>
                <a:spcPct val="0"/>
              </a:spcAft>
              <a:defRPr sz="2400">
                <a:solidFill>
                  <a:srgbClr val="00FF00"/>
                </a:solidFill>
                <a:latin typeface=".VnArial" panose="020B7200000000000000" pitchFamily="34" charset="0"/>
              </a:defRPr>
            </a:lvl7pPr>
            <a:lvl8pPr marL="3429000" indent="-228600" eaLnBrk="0" fontAlgn="base" hangingPunct="0">
              <a:spcBef>
                <a:spcPct val="0"/>
              </a:spcBef>
              <a:spcAft>
                <a:spcPct val="0"/>
              </a:spcAft>
              <a:defRPr sz="2400">
                <a:solidFill>
                  <a:srgbClr val="00FF00"/>
                </a:solidFill>
                <a:latin typeface=".VnArial" panose="020B7200000000000000" pitchFamily="34" charset="0"/>
              </a:defRPr>
            </a:lvl8pPr>
            <a:lvl9pPr marL="3886200" indent="-228600" eaLnBrk="0" fontAlgn="base" hangingPunct="0">
              <a:spcBef>
                <a:spcPct val="0"/>
              </a:spcBef>
              <a:spcAft>
                <a:spcPct val="0"/>
              </a:spcAft>
              <a:defRPr sz="2400">
                <a:solidFill>
                  <a:srgbClr val="00FF00"/>
                </a:solidFill>
                <a:latin typeface=".VnArial" panose="020B7200000000000000" pitchFamily="34" charset="0"/>
              </a:defRPr>
            </a:lvl9pPr>
          </a:lstStyle>
          <a:p>
            <a:pPr eaLnBrk="1" hangingPunct="1">
              <a:spcBef>
                <a:spcPct val="50000"/>
              </a:spcBef>
            </a:pPr>
            <a:r>
              <a:rPr lang="en-US" altLang="en-US" sz="2800">
                <a:solidFill>
                  <a:schemeClr val="hlink"/>
                </a:solidFill>
                <a:latin typeface="Times New Roman" panose="02020603050405020304" pitchFamily="18" charset="0"/>
                <a:cs typeface="Times New Roman" panose="02020603050405020304" pitchFamily="18" charset="0"/>
              </a:rPr>
              <a:t>GCCN &gt;&lt; GCTS</a:t>
            </a:r>
          </a:p>
        </p:txBody>
      </p:sp>
      <p:sp>
        <p:nvSpPr>
          <p:cNvPr id="136205" name="Text Box 13"/>
          <p:cNvSpPr txBox="1">
            <a:spLocks noChangeArrowheads="1"/>
          </p:cNvSpPr>
          <p:nvPr/>
        </p:nvSpPr>
        <p:spPr bwMode="auto">
          <a:xfrm>
            <a:off x="6553200" y="4387850"/>
            <a:ext cx="28956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FF00"/>
                </a:solidFill>
                <a:latin typeface=".VnArial" panose="020B7200000000000000" pitchFamily="34" charset="0"/>
              </a:defRPr>
            </a:lvl1pPr>
            <a:lvl2pPr marL="742950" indent="-285750" eaLnBrk="0" hangingPunct="0">
              <a:defRPr sz="2400">
                <a:solidFill>
                  <a:srgbClr val="00FF00"/>
                </a:solidFill>
                <a:latin typeface=".VnArial" panose="020B7200000000000000" pitchFamily="34" charset="0"/>
              </a:defRPr>
            </a:lvl2pPr>
            <a:lvl3pPr marL="1143000" indent="-228600" eaLnBrk="0" hangingPunct="0">
              <a:defRPr sz="2400">
                <a:solidFill>
                  <a:srgbClr val="00FF00"/>
                </a:solidFill>
                <a:latin typeface=".VnArial" panose="020B7200000000000000" pitchFamily="34" charset="0"/>
              </a:defRPr>
            </a:lvl3pPr>
            <a:lvl4pPr marL="1600200" indent="-228600" eaLnBrk="0" hangingPunct="0">
              <a:defRPr sz="2400">
                <a:solidFill>
                  <a:srgbClr val="00FF00"/>
                </a:solidFill>
                <a:latin typeface=".VnArial" panose="020B7200000000000000" pitchFamily="34" charset="0"/>
              </a:defRPr>
            </a:lvl4pPr>
            <a:lvl5pPr marL="2057400" indent="-228600" eaLnBrk="0" hangingPunct="0">
              <a:defRPr sz="2400">
                <a:solidFill>
                  <a:srgbClr val="00FF00"/>
                </a:solidFill>
                <a:latin typeface=".VnArial" panose="020B7200000000000000" pitchFamily="34" charset="0"/>
              </a:defRPr>
            </a:lvl5pPr>
            <a:lvl6pPr marL="2514600" indent="-228600" eaLnBrk="0" fontAlgn="base" hangingPunct="0">
              <a:spcBef>
                <a:spcPct val="0"/>
              </a:spcBef>
              <a:spcAft>
                <a:spcPct val="0"/>
              </a:spcAft>
              <a:defRPr sz="2400">
                <a:solidFill>
                  <a:srgbClr val="00FF00"/>
                </a:solidFill>
                <a:latin typeface=".VnArial" panose="020B7200000000000000" pitchFamily="34" charset="0"/>
              </a:defRPr>
            </a:lvl6pPr>
            <a:lvl7pPr marL="2971800" indent="-228600" eaLnBrk="0" fontAlgn="base" hangingPunct="0">
              <a:spcBef>
                <a:spcPct val="0"/>
              </a:spcBef>
              <a:spcAft>
                <a:spcPct val="0"/>
              </a:spcAft>
              <a:defRPr sz="2400">
                <a:solidFill>
                  <a:srgbClr val="00FF00"/>
                </a:solidFill>
                <a:latin typeface=".VnArial" panose="020B7200000000000000" pitchFamily="34" charset="0"/>
              </a:defRPr>
            </a:lvl7pPr>
            <a:lvl8pPr marL="3429000" indent="-228600" eaLnBrk="0" fontAlgn="base" hangingPunct="0">
              <a:spcBef>
                <a:spcPct val="0"/>
              </a:spcBef>
              <a:spcAft>
                <a:spcPct val="0"/>
              </a:spcAft>
              <a:defRPr sz="2400">
                <a:solidFill>
                  <a:srgbClr val="00FF00"/>
                </a:solidFill>
                <a:latin typeface=".VnArial" panose="020B7200000000000000" pitchFamily="34" charset="0"/>
              </a:defRPr>
            </a:lvl8pPr>
            <a:lvl9pPr marL="3886200" indent="-228600" eaLnBrk="0" fontAlgn="base" hangingPunct="0">
              <a:spcBef>
                <a:spcPct val="0"/>
              </a:spcBef>
              <a:spcAft>
                <a:spcPct val="0"/>
              </a:spcAft>
              <a:defRPr sz="2400">
                <a:solidFill>
                  <a:srgbClr val="00FF00"/>
                </a:solidFill>
                <a:latin typeface=".VnArial" panose="020B7200000000000000" pitchFamily="34" charset="0"/>
              </a:defRPr>
            </a:lvl9pPr>
          </a:lstStyle>
          <a:p>
            <a:pPr eaLnBrk="1" hangingPunct="1">
              <a:spcBef>
                <a:spcPct val="50000"/>
              </a:spcBef>
            </a:pPr>
            <a:r>
              <a:rPr lang="en-US" altLang="en-US" sz="2800">
                <a:solidFill>
                  <a:schemeClr val="hlink"/>
                </a:solidFill>
                <a:latin typeface="Times New Roman" panose="02020603050405020304" pitchFamily="18" charset="0"/>
                <a:cs typeface="Times New Roman" panose="02020603050405020304" pitchFamily="18" charset="0"/>
              </a:rPr>
              <a:t>Phong trào đấu tranh của GC CN</a:t>
            </a:r>
          </a:p>
        </p:txBody>
      </p:sp>
      <p:sp>
        <p:nvSpPr>
          <p:cNvPr id="136206" name="Line 14"/>
          <p:cNvSpPr>
            <a:spLocks noChangeShapeType="1"/>
          </p:cNvSpPr>
          <p:nvPr/>
        </p:nvSpPr>
        <p:spPr bwMode="auto">
          <a:xfrm flipV="1">
            <a:off x="5410200" y="3810000"/>
            <a:ext cx="1066800" cy="381000"/>
          </a:xfrm>
          <a:prstGeom prst="line">
            <a:avLst/>
          </a:prstGeom>
          <a:noFill/>
          <a:ln w="9525">
            <a:solidFill>
              <a:schemeClr val="hlink"/>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36207" name="Line 15"/>
          <p:cNvSpPr>
            <a:spLocks noChangeShapeType="1"/>
          </p:cNvSpPr>
          <p:nvPr/>
        </p:nvSpPr>
        <p:spPr bwMode="auto">
          <a:xfrm>
            <a:off x="5410200" y="4191000"/>
            <a:ext cx="1066800" cy="457200"/>
          </a:xfrm>
          <a:prstGeom prst="line">
            <a:avLst/>
          </a:prstGeom>
          <a:noFill/>
          <a:ln w="9525">
            <a:solidFill>
              <a:schemeClr val="hlink"/>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7" name="Text Box 16"/>
          <p:cNvSpPr txBox="1">
            <a:spLocks noChangeArrowheads="1"/>
          </p:cNvSpPr>
          <p:nvPr/>
        </p:nvSpPr>
        <p:spPr bwMode="auto">
          <a:xfrm>
            <a:off x="425669" y="5332414"/>
            <a:ext cx="11335407" cy="1373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rgbClr val="00FF00"/>
                </a:solidFill>
                <a:latin typeface=".VnArial" panose="020B7200000000000000" pitchFamily="34" charset="0"/>
              </a:defRPr>
            </a:lvl1pPr>
            <a:lvl2pPr marL="742950" indent="-285750" eaLnBrk="0" hangingPunct="0">
              <a:defRPr sz="2400">
                <a:solidFill>
                  <a:srgbClr val="00FF00"/>
                </a:solidFill>
                <a:latin typeface=".VnArial" panose="020B7200000000000000" pitchFamily="34" charset="0"/>
              </a:defRPr>
            </a:lvl2pPr>
            <a:lvl3pPr marL="1143000" indent="-228600" eaLnBrk="0" hangingPunct="0">
              <a:defRPr sz="2400">
                <a:solidFill>
                  <a:srgbClr val="00FF00"/>
                </a:solidFill>
                <a:latin typeface=".VnArial" panose="020B7200000000000000" pitchFamily="34" charset="0"/>
              </a:defRPr>
            </a:lvl3pPr>
            <a:lvl4pPr marL="1600200" indent="-228600" eaLnBrk="0" hangingPunct="0">
              <a:defRPr sz="2400">
                <a:solidFill>
                  <a:srgbClr val="00FF00"/>
                </a:solidFill>
                <a:latin typeface=".VnArial" panose="020B7200000000000000" pitchFamily="34" charset="0"/>
              </a:defRPr>
            </a:lvl4pPr>
            <a:lvl5pPr marL="2057400" indent="-228600" eaLnBrk="0" hangingPunct="0">
              <a:defRPr sz="2400">
                <a:solidFill>
                  <a:srgbClr val="00FF00"/>
                </a:solidFill>
                <a:latin typeface=".VnArial" panose="020B7200000000000000" pitchFamily="34" charset="0"/>
              </a:defRPr>
            </a:lvl5pPr>
            <a:lvl6pPr marL="2514600" indent="-228600" eaLnBrk="0" fontAlgn="base" hangingPunct="0">
              <a:spcBef>
                <a:spcPct val="0"/>
              </a:spcBef>
              <a:spcAft>
                <a:spcPct val="0"/>
              </a:spcAft>
              <a:defRPr sz="2400">
                <a:solidFill>
                  <a:srgbClr val="00FF00"/>
                </a:solidFill>
                <a:latin typeface=".VnArial" panose="020B7200000000000000" pitchFamily="34" charset="0"/>
              </a:defRPr>
            </a:lvl6pPr>
            <a:lvl7pPr marL="2971800" indent="-228600" eaLnBrk="0" fontAlgn="base" hangingPunct="0">
              <a:spcBef>
                <a:spcPct val="0"/>
              </a:spcBef>
              <a:spcAft>
                <a:spcPct val="0"/>
              </a:spcAft>
              <a:defRPr sz="2400">
                <a:solidFill>
                  <a:srgbClr val="00FF00"/>
                </a:solidFill>
                <a:latin typeface=".VnArial" panose="020B7200000000000000" pitchFamily="34" charset="0"/>
              </a:defRPr>
            </a:lvl7pPr>
            <a:lvl8pPr marL="3429000" indent="-228600" eaLnBrk="0" fontAlgn="base" hangingPunct="0">
              <a:spcBef>
                <a:spcPct val="0"/>
              </a:spcBef>
              <a:spcAft>
                <a:spcPct val="0"/>
              </a:spcAft>
              <a:defRPr sz="2400">
                <a:solidFill>
                  <a:srgbClr val="00FF00"/>
                </a:solidFill>
                <a:latin typeface=".VnArial" panose="020B7200000000000000" pitchFamily="34" charset="0"/>
              </a:defRPr>
            </a:lvl8pPr>
            <a:lvl9pPr marL="3886200" indent="-228600" eaLnBrk="0" fontAlgn="base" hangingPunct="0">
              <a:spcBef>
                <a:spcPct val="0"/>
              </a:spcBef>
              <a:spcAft>
                <a:spcPct val="0"/>
              </a:spcAft>
              <a:defRPr sz="2400">
                <a:solidFill>
                  <a:srgbClr val="00FF00"/>
                </a:solidFill>
                <a:latin typeface=".VnArial" panose="020B7200000000000000" pitchFamily="34" charset="0"/>
              </a:defRPr>
            </a:lvl9pPr>
          </a:lstStyle>
          <a:p>
            <a:pPr eaLnBrk="1" hangingPunct="1">
              <a:spcBef>
                <a:spcPct val="50000"/>
              </a:spcBef>
            </a:pPr>
            <a:r>
              <a:rPr lang="en-US" altLang="en-US" sz="2800" dirty="0">
                <a:solidFill>
                  <a:srgbClr val="800080"/>
                </a:solidFill>
                <a:latin typeface="Times New Roman" panose="02020603050405020304" pitchFamily="18" charset="0"/>
                <a:cs typeface="Times New Roman" panose="02020603050405020304" pitchFamily="18" charset="0"/>
              </a:rPr>
              <a:t>“</a:t>
            </a:r>
            <a:r>
              <a:rPr lang="en-US" altLang="en-US" sz="2800" dirty="0" err="1">
                <a:solidFill>
                  <a:srgbClr val="800080"/>
                </a:solidFill>
                <a:latin typeface="Times New Roman" panose="02020603050405020304" pitchFamily="18" charset="0"/>
                <a:cs typeface="Times New Roman" panose="02020603050405020304" pitchFamily="18" charset="0"/>
              </a:rPr>
              <a:t>Muốn</a:t>
            </a:r>
            <a:r>
              <a:rPr lang="en-US" altLang="en-US" sz="2800" dirty="0">
                <a:solidFill>
                  <a:srgbClr val="800080"/>
                </a:solidFill>
                <a:latin typeface="Times New Roman" panose="02020603050405020304" pitchFamily="18" charset="0"/>
                <a:cs typeface="Times New Roman" panose="02020603050405020304" pitchFamily="18" charset="0"/>
              </a:rPr>
              <a:t> </a:t>
            </a:r>
            <a:r>
              <a:rPr lang="en-US" altLang="en-US" sz="2800" dirty="0" err="1">
                <a:solidFill>
                  <a:srgbClr val="800080"/>
                </a:solidFill>
                <a:latin typeface="Times New Roman" panose="02020603050405020304" pitchFamily="18" charset="0"/>
                <a:cs typeface="Times New Roman" panose="02020603050405020304" pitchFamily="18" charset="0"/>
              </a:rPr>
              <a:t>làm</a:t>
            </a:r>
            <a:r>
              <a:rPr lang="en-US" altLang="en-US" sz="2800" dirty="0">
                <a:solidFill>
                  <a:srgbClr val="800080"/>
                </a:solidFill>
                <a:latin typeface="Times New Roman" panose="02020603050405020304" pitchFamily="18" charset="0"/>
                <a:cs typeface="Times New Roman" panose="02020603050405020304" pitchFamily="18" charset="0"/>
              </a:rPr>
              <a:t> </a:t>
            </a:r>
            <a:r>
              <a:rPr lang="en-US" altLang="en-US" sz="2800" dirty="0" err="1">
                <a:solidFill>
                  <a:srgbClr val="800080"/>
                </a:solidFill>
                <a:latin typeface="Times New Roman" panose="02020603050405020304" pitchFamily="18" charset="0"/>
                <a:cs typeface="Times New Roman" panose="02020603050405020304" pitchFamily="18" charset="0"/>
              </a:rPr>
              <a:t>cho</a:t>
            </a:r>
            <a:r>
              <a:rPr lang="en-US" altLang="en-US" sz="2800" dirty="0">
                <a:solidFill>
                  <a:srgbClr val="800080"/>
                </a:solidFill>
                <a:latin typeface="Times New Roman" panose="02020603050405020304" pitchFamily="18" charset="0"/>
                <a:cs typeface="Times New Roman" panose="02020603050405020304" pitchFamily="18" charset="0"/>
              </a:rPr>
              <a:t> CNXH </a:t>
            </a:r>
            <a:r>
              <a:rPr lang="en-US" altLang="en-US" sz="2800" dirty="0" err="1">
                <a:solidFill>
                  <a:srgbClr val="800080"/>
                </a:solidFill>
                <a:latin typeface="Times New Roman" panose="02020603050405020304" pitchFamily="18" charset="0"/>
                <a:cs typeface="Times New Roman" panose="02020603050405020304" pitchFamily="18" charset="0"/>
              </a:rPr>
              <a:t>từ</a:t>
            </a:r>
            <a:r>
              <a:rPr lang="en-US" altLang="en-US" sz="2800" dirty="0">
                <a:solidFill>
                  <a:srgbClr val="800080"/>
                </a:solidFill>
                <a:latin typeface="Times New Roman" panose="02020603050405020304" pitchFamily="18" charset="0"/>
                <a:cs typeface="Times New Roman" panose="02020603050405020304" pitchFamily="18" charset="0"/>
              </a:rPr>
              <a:t> </a:t>
            </a:r>
            <a:r>
              <a:rPr lang="en-US" altLang="en-US" sz="2800" dirty="0" err="1">
                <a:solidFill>
                  <a:srgbClr val="800080"/>
                </a:solidFill>
                <a:latin typeface="Times New Roman" panose="02020603050405020304" pitchFamily="18" charset="0"/>
                <a:cs typeface="Times New Roman" panose="02020603050405020304" pitchFamily="18" charset="0"/>
              </a:rPr>
              <a:t>không</a:t>
            </a:r>
            <a:r>
              <a:rPr lang="en-US" altLang="en-US" sz="2800" dirty="0">
                <a:solidFill>
                  <a:srgbClr val="800080"/>
                </a:solidFill>
                <a:latin typeface="Times New Roman" panose="02020603050405020304" pitchFamily="18" charset="0"/>
                <a:cs typeface="Times New Roman" panose="02020603050405020304" pitchFamily="18" charset="0"/>
              </a:rPr>
              <a:t> </a:t>
            </a:r>
            <a:r>
              <a:rPr lang="en-US" altLang="en-US" sz="2800" dirty="0" err="1">
                <a:solidFill>
                  <a:srgbClr val="800080"/>
                </a:solidFill>
                <a:latin typeface="Times New Roman" panose="02020603050405020304" pitchFamily="18" charset="0"/>
                <a:cs typeface="Times New Roman" panose="02020603050405020304" pitchFamily="18" charset="0"/>
              </a:rPr>
              <a:t>tưởng</a:t>
            </a:r>
            <a:r>
              <a:rPr lang="en-US" altLang="en-US" sz="2800" dirty="0">
                <a:solidFill>
                  <a:srgbClr val="800080"/>
                </a:solidFill>
                <a:latin typeface="Times New Roman" panose="02020603050405020304" pitchFamily="18" charset="0"/>
                <a:cs typeface="Times New Roman" panose="02020603050405020304" pitchFamily="18" charset="0"/>
              </a:rPr>
              <a:t> </a:t>
            </a:r>
            <a:r>
              <a:rPr lang="en-US" altLang="en-US" sz="2800" dirty="0" err="1">
                <a:solidFill>
                  <a:srgbClr val="800080"/>
                </a:solidFill>
                <a:latin typeface="Times New Roman" panose="02020603050405020304" pitchFamily="18" charset="0"/>
                <a:cs typeface="Times New Roman" panose="02020603050405020304" pitchFamily="18" charset="0"/>
              </a:rPr>
              <a:t>trở</a:t>
            </a:r>
            <a:r>
              <a:rPr lang="en-US" altLang="en-US" sz="2800" dirty="0">
                <a:solidFill>
                  <a:srgbClr val="800080"/>
                </a:solidFill>
                <a:latin typeface="Times New Roman" panose="02020603050405020304" pitchFamily="18" charset="0"/>
                <a:cs typeface="Times New Roman" panose="02020603050405020304" pitchFamily="18" charset="0"/>
              </a:rPr>
              <a:t> </a:t>
            </a:r>
            <a:r>
              <a:rPr lang="en-US" altLang="en-US" sz="2800" dirty="0" err="1">
                <a:solidFill>
                  <a:srgbClr val="800080"/>
                </a:solidFill>
                <a:latin typeface="Times New Roman" panose="02020603050405020304" pitchFamily="18" charset="0"/>
                <a:cs typeface="Times New Roman" panose="02020603050405020304" pitchFamily="18" charset="0"/>
              </a:rPr>
              <a:t>thành</a:t>
            </a:r>
            <a:r>
              <a:rPr lang="en-US" altLang="en-US" sz="2800" dirty="0">
                <a:solidFill>
                  <a:srgbClr val="800080"/>
                </a:solidFill>
                <a:latin typeface="Times New Roman" panose="02020603050405020304" pitchFamily="18" charset="0"/>
                <a:cs typeface="Times New Roman" panose="02020603050405020304" pitchFamily="18" charset="0"/>
              </a:rPr>
              <a:t> </a:t>
            </a:r>
            <a:r>
              <a:rPr lang="en-US" altLang="en-US" sz="2800" dirty="0" err="1">
                <a:solidFill>
                  <a:srgbClr val="800080"/>
                </a:solidFill>
                <a:latin typeface="Times New Roman" panose="02020603050405020304" pitchFamily="18" charset="0"/>
                <a:cs typeface="Times New Roman" panose="02020603050405020304" pitchFamily="18" charset="0"/>
              </a:rPr>
              <a:t>khoa</a:t>
            </a:r>
            <a:r>
              <a:rPr lang="en-US" altLang="en-US" sz="2800" dirty="0">
                <a:solidFill>
                  <a:srgbClr val="800080"/>
                </a:solidFill>
                <a:latin typeface="Times New Roman" panose="02020603050405020304" pitchFamily="18" charset="0"/>
                <a:cs typeface="Times New Roman" panose="02020603050405020304" pitchFamily="18" charset="0"/>
              </a:rPr>
              <a:t> </a:t>
            </a:r>
            <a:r>
              <a:rPr lang="en-US" altLang="en-US" sz="2800" dirty="0" err="1">
                <a:solidFill>
                  <a:srgbClr val="800080"/>
                </a:solidFill>
                <a:latin typeface="Times New Roman" panose="02020603050405020304" pitchFamily="18" charset="0"/>
                <a:cs typeface="Times New Roman" panose="02020603050405020304" pitchFamily="18" charset="0"/>
              </a:rPr>
              <a:t>học</a:t>
            </a:r>
            <a:r>
              <a:rPr lang="en-US" altLang="en-US" sz="2800" dirty="0">
                <a:solidFill>
                  <a:srgbClr val="800080"/>
                </a:solidFill>
                <a:latin typeface="Times New Roman" panose="02020603050405020304" pitchFamily="18" charset="0"/>
                <a:cs typeface="Times New Roman" panose="02020603050405020304" pitchFamily="18" charset="0"/>
              </a:rPr>
              <a:t> </a:t>
            </a:r>
            <a:r>
              <a:rPr lang="en-US" altLang="en-US" sz="2800" dirty="0" err="1">
                <a:solidFill>
                  <a:srgbClr val="800080"/>
                </a:solidFill>
                <a:latin typeface="Times New Roman" panose="02020603050405020304" pitchFamily="18" charset="0"/>
                <a:cs typeface="Times New Roman" panose="02020603050405020304" pitchFamily="18" charset="0"/>
              </a:rPr>
              <a:t>thì</a:t>
            </a:r>
            <a:r>
              <a:rPr lang="en-US" altLang="en-US" sz="2800" dirty="0">
                <a:solidFill>
                  <a:srgbClr val="800080"/>
                </a:solidFill>
                <a:latin typeface="Times New Roman" panose="02020603050405020304" pitchFamily="18" charset="0"/>
                <a:cs typeface="Times New Roman" panose="02020603050405020304" pitchFamily="18" charset="0"/>
              </a:rPr>
              <a:t> </a:t>
            </a:r>
            <a:r>
              <a:rPr lang="en-US" altLang="en-US" sz="2800" dirty="0" err="1">
                <a:solidFill>
                  <a:srgbClr val="800080"/>
                </a:solidFill>
                <a:latin typeface="Times New Roman" panose="02020603050405020304" pitchFamily="18" charset="0"/>
                <a:cs typeface="Times New Roman" panose="02020603050405020304" pitchFamily="18" charset="0"/>
              </a:rPr>
              <a:t>trước</a:t>
            </a:r>
            <a:r>
              <a:rPr lang="en-US" altLang="en-US" sz="2800" dirty="0">
                <a:solidFill>
                  <a:srgbClr val="800080"/>
                </a:solidFill>
                <a:latin typeface="Times New Roman" panose="02020603050405020304" pitchFamily="18" charset="0"/>
                <a:cs typeface="Times New Roman" panose="02020603050405020304" pitchFamily="18" charset="0"/>
              </a:rPr>
              <a:t> </a:t>
            </a:r>
            <a:r>
              <a:rPr lang="en-US" altLang="en-US" sz="2800" dirty="0" err="1">
                <a:solidFill>
                  <a:srgbClr val="800080"/>
                </a:solidFill>
                <a:latin typeface="Times New Roman" panose="02020603050405020304" pitchFamily="18" charset="0"/>
                <a:cs typeface="Times New Roman" panose="02020603050405020304" pitchFamily="18" charset="0"/>
              </a:rPr>
              <a:t>hết</a:t>
            </a:r>
            <a:r>
              <a:rPr lang="en-US" altLang="en-US" sz="2800" dirty="0">
                <a:solidFill>
                  <a:srgbClr val="800080"/>
                </a:solidFill>
                <a:latin typeface="Times New Roman" panose="02020603050405020304" pitchFamily="18" charset="0"/>
                <a:cs typeface="Times New Roman" panose="02020603050405020304" pitchFamily="18" charset="0"/>
              </a:rPr>
              <a:t> </a:t>
            </a:r>
            <a:r>
              <a:rPr lang="en-US" altLang="en-US" sz="2800" dirty="0" err="1">
                <a:solidFill>
                  <a:srgbClr val="800080"/>
                </a:solidFill>
                <a:latin typeface="Times New Roman" panose="02020603050405020304" pitchFamily="18" charset="0"/>
                <a:cs typeface="Times New Roman" panose="02020603050405020304" pitchFamily="18" charset="0"/>
              </a:rPr>
              <a:t>phải</a:t>
            </a:r>
            <a:r>
              <a:rPr lang="en-US" altLang="en-US" sz="2800" dirty="0">
                <a:solidFill>
                  <a:srgbClr val="800080"/>
                </a:solidFill>
                <a:latin typeface="Times New Roman" panose="02020603050405020304" pitchFamily="18" charset="0"/>
                <a:cs typeface="Times New Roman" panose="02020603050405020304" pitchFamily="18" charset="0"/>
              </a:rPr>
              <a:t> </a:t>
            </a:r>
            <a:r>
              <a:rPr lang="en-US" altLang="en-US" sz="2800" dirty="0" err="1">
                <a:solidFill>
                  <a:srgbClr val="800080"/>
                </a:solidFill>
                <a:latin typeface="Times New Roman" panose="02020603050405020304" pitchFamily="18" charset="0"/>
                <a:cs typeface="Times New Roman" panose="02020603050405020304" pitchFamily="18" charset="0"/>
              </a:rPr>
              <a:t>đặt</a:t>
            </a:r>
            <a:r>
              <a:rPr lang="en-US" altLang="en-US" sz="2800" dirty="0">
                <a:solidFill>
                  <a:srgbClr val="800080"/>
                </a:solidFill>
                <a:latin typeface="Times New Roman" panose="02020603050405020304" pitchFamily="18" charset="0"/>
                <a:cs typeface="Times New Roman" panose="02020603050405020304" pitchFamily="18" charset="0"/>
              </a:rPr>
              <a:t> </a:t>
            </a:r>
            <a:r>
              <a:rPr lang="en-US" altLang="en-US" sz="2800" dirty="0" err="1">
                <a:solidFill>
                  <a:srgbClr val="800080"/>
                </a:solidFill>
                <a:latin typeface="Times New Roman" panose="02020603050405020304" pitchFamily="18" charset="0"/>
                <a:cs typeface="Times New Roman" panose="02020603050405020304" pitchFamily="18" charset="0"/>
              </a:rPr>
              <a:t>nó</a:t>
            </a:r>
            <a:r>
              <a:rPr lang="en-US" altLang="en-US" sz="2800" dirty="0">
                <a:solidFill>
                  <a:srgbClr val="800080"/>
                </a:solidFill>
                <a:latin typeface="Times New Roman" panose="02020603050405020304" pitchFamily="18" charset="0"/>
                <a:cs typeface="Times New Roman" panose="02020603050405020304" pitchFamily="18" charset="0"/>
              </a:rPr>
              <a:t> </a:t>
            </a:r>
            <a:r>
              <a:rPr lang="en-US" altLang="en-US" sz="2800" dirty="0" err="1">
                <a:solidFill>
                  <a:srgbClr val="800080"/>
                </a:solidFill>
                <a:latin typeface="Times New Roman" panose="02020603050405020304" pitchFamily="18" charset="0"/>
                <a:cs typeface="Times New Roman" panose="02020603050405020304" pitchFamily="18" charset="0"/>
              </a:rPr>
              <a:t>trên</a:t>
            </a:r>
            <a:r>
              <a:rPr lang="en-US" altLang="en-US" sz="2800" dirty="0">
                <a:solidFill>
                  <a:srgbClr val="800080"/>
                </a:solidFill>
                <a:latin typeface="Times New Roman" panose="02020603050405020304" pitchFamily="18" charset="0"/>
                <a:cs typeface="Times New Roman" panose="02020603050405020304" pitchFamily="18" charset="0"/>
              </a:rPr>
              <a:t> </a:t>
            </a:r>
            <a:r>
              <a:rPr lang="en-US" altLang="en-US" sz="2800" dirty="0" err="1">
                <a:solidFill>
                  <a:srgbClr val="800080"/>
                </a:solidFill>
                <a:latin typeface="Times New Roman" panose="02020603050405020304" pitchFamily="18" charset="0"/>
                <a:cs typeface="Times New Roman" panose="02020603050405020304" pitchFamily="18" charset="0"/>
              </a:rPr>
              <a:t>m</a:t>
            </a:r>
            <a:r>
              <a:rPr lang="en-US" altLang="en-US" sz="2800" dirty="0" err="1">
                <a:solidFill>
                  <a:srgbClr val="800080"/>
                </a:solidFill>
                <a:cs typeface="Times New Roman" panose="02020603050405020304" pitchFamily="18" charset="0"/>
              </a:rPr>
              <a:t>ảnh</a:t>
            </a:r>
            <a:r>
              <a:rPr lang="en-US" altLang="en-US" sz="2800" dirty="0">
                <a:solidFill>
                  <a:srgbClr val="800080"/>
                </a:solidFill>
                <a:latin typeface="Times New Roman" panose="02020603050405020304" pitchFamily="18" charset="0"/>
                <a:cs typeface="Times New Roman" panose="02020603050405020304" pitchFamily="18" charset="0"/>
              </a:rPr>
              <a:t> </a:t>
            </a:r>
            <a:r>
              <a:rPr lang="en-US" altLang="en-US" sz="2800" dirty="0" err="1">
                <a:solidFill>
                  <a:srgbClr val="800080"/>
                </a:solidFill>
                <a:latin typeface="Times New Roman" panose="02020603050405020304" pitchFamily="18" charset="0"/>
                <a:cs typeface="Times New Roman" panose="02020603050405020304" pitchFamily="18" charset="0"/>
              </a:rPr>
              <a:t>đất</a:t>
            </a:r>
            <a:r>
              <a:rPr lang="en-US" altLang="en-US" sz="2800" dirty="0">
                <a:solidFill>
                  <a:srgbClr val="800080"/>
                </a:solidFill>
                <a:latin typeface="Times New Roman" panose="02020603050405020304" pitchFamily="18" charset="0"/>
                <a:cs typeface="Times New Roman" panose="02020603050405020304" pitchFamily="18" charset="0"/>
              </a:rPr>
              <a:t> </a:t>
            </a:r>
            <a:r>
              <a:rPr lang="en-US" altLang="en-US" sz="2800" dirty="0" err="1">
                <a:solidFill>
                  <a:srgbClr val="800080"/>
                </a:solidFill>
                <a:latin typeface="Times New Roman" panose="02020603050405020304" pitchFamily="18" charset="0"/>
                <a:cs typeface="Times New Roman" panose="02020603050405020304" pitchFamily="18" charset="0"/>
              </a:rPr>
              <a:t>hiện</a:t>
            </a:r>
            <a:r>
              <a:rPr lang="en-US" altLang="en-US" sz="2800" dirty="0">
                <a:solidFill>
                  <a:srgbClr val="800080"/>
                </a:solidFill>
                <a:latin typeface="Times New Roman" panose="02020603050405020304" pitchFamily="18" charset="0"/>
                <a:cs typeface="Times New Roman" panose="02020603050405020304" pitchFamily="18" charset="0"/>
              </a:rPr>
              <a:t> </a:t>
            </a:r>
            <a:r>
              <a:rPr lang="en-US" altLang="en-US" sz="2800" dirty="0" err="1">
                <a:solidFill>
                  <a:srgbClr val="800080"/>
                </a:solidFill>
                <a:latin typeface="Times New Roman" panose="02020603050405020304" pitchFamily="18" charset="0"/>
                <a:cs typeface="Times New Roman" panose="02020603050405020304" pitchFamily="18" charset="0"/>
              </a:rPr>
              <a:t>thực</a:t>
            </a:r>
            <a:r>
              <a:rPr lang="en-US" altLang="en-US" sz="2800" dirty="0">
                <a:solidFill>
                  <a:srgbClr val="800080"/>
                </a:solidFill>
                <a:latin typeface="Times New Roman" panose="02020603050405020304" pitchFamily="18" charset="0"/>
                <a:cs typeface="Times New Roman" panose="02020603050405020304" pitchFamily="18" charset="0"/>
              </a:rPr>
              <a:t>” 						(</a:t>
            </a:r>
            <a:r>
              <a:rPr lang="en-US" altLang="en-US" sz="2800" i="1" dirty="0" err="1">
                <a:solidFill>
                  <a:srgbClr val="800080"/>
                </a:solidFill>
                <a:cs typeface="Times New Roman" panose="02020603050405020304" pitchFamily="18" charset="0"/>
              </a:rPr>
              <a:t>Ph.Angghen</a:t>
            </a:r>
            <a:r>
              <a:rPr lang="en-US" altLang="en-US" sz="2800" i="1" dirty="0">
                <a:solidFill>
                  <a:srgbClr val="800080"/>
                </a:solidFill>
                <a:latin typeface=".VnTime" panose="020B7200000000000000" pitchFamily="34" charset="0"/>
                <a:cs typeface="Times New Roman" panose="02020603050405020304" pitchFamily="18" charset="0"/>
              </a:rPr>
              <a:t>)</a:t>
            </a:r>
          </a:p>
        </p:txBody>
      </p:sp>
    </p:spTree>
    <p:extLst>
      <p:ext uri="{BB962C8B-B14F-4D97-AF65-F5344CB8AC3E}">
        <p14:creationId xmlns:p14="http://schemas.microsoft.com/office/powerpoint/2010/main" val="2797475727"/>
      </p:ext>
    </p:extLst>
  </p:cSld>
  <p:clrMapOvr>
    <a:masterClrMapping/>
  </p:clrMapOvr>
  <p:transition>
    <p:wedg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619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6196"/>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6197"/>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6198"/>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6199"/>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6200"/>
                                        </p:tgtEl>
                                        <p:attrNameLst>
                                          <p:attrName>style.visibility</p:attrName>
                                        </p:attrNameLst>
                                      </p:cBhvr>
                                      <p:to>
                                        <p:strVal val="visible"/>
                                      </p:to>
                                    </p:set>
                                    <p:animEffect transition="in" filter="fade">
                                      <p:cBhvr>
                                        <p:cTn id="27" dur="500"/>
                                        <p:tgtEl>
                                          <p:spTgt spid="136200"/>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36201"/>
                                        </p:tgtEl>
                                        <p:attrNameLst>
                                          <p:attrName>style.visibility</p:attrName>
                                        </p:attrNameLst>
                                      </p:cBhvr>
                                      <p:to>
                                        <p:strVal val="visible"/>
                                      </p:to>
                                    </p:set>
                                    <p:animEffect transition="in" filter="fade">
                                      <p:cBhvr>
                                        <p:cTn id="32" dur="500"/>
                                        <p:tgtEl>
                                          <p:spTgt spid="136201"/>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36202"/>
                                        </p:tgtEl>
                                        <p:attrNameLst>
                                          <p:attrName>style.visibility</p:attrName>
                                        </p:attrNameLst>
                                      </p:cBhvr>
                                      <p:to>
                                        <p:strVal val="visible"/>
                                      </p:to>
                                    </p:set>
                                    <p:animEffect transition="in" filter="fade">
                                      <p:cBhvr>
                                        <p:cTn id="37" dur="500"/>
                                        <p:tgtEl>
                                          <p:spTgt spid="136202"/>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 presetClass="entr" presetSubtype="4" fill="hold" grpId="0" nodeType="clickEffect">
                                  <p:stCondLst>
                                    <p:cond delay="0"/>
                                  </p:stCondLst>
                                  <p:childTnLst>
                                    <p:set>
                                      <p:cBhvr>
                                        <p:cTn id="41" dur="1" fill="hold">
                                          <p:stCondLst>
                                            <p:cond delay="0"/>
                                          </p:stCondLst>
                                        </p:cTn>
                                        <p:tgtEl>
                                          <p:spTgt spid="136203"/>
                                        </p:tgtEl>
                                        <p:attrNameLst>
                                          <p:attrName>style.visibility</p:attrName>
                                        </p:attrNameLst>
                                      </p:cBhvr>
                                      <p:to>
                                        <p:strVal val="visible"/>
                                      </p:to>
                                    </p:set>
                                    <p:anim calcmode="lin" valueType="num">
                                      <p:cBhvr additive="base">
                                        <p:cTn id="42" dur="500" fill="hold"/>
                                        <p:tgtEl>
                                          <p:spTgt spid="136203"/>
                                        </p:tgtEl>
                                        <p:attrNameLst>
                                          <p:attrName>ppt_x</p:attrName>
                                        </p:attrNameLst>
                                      </p:cBhvr>
                                      <p:tavLst>
                                        <p:tav tm="0">
                                          <p:val>
                                            <p:strVal val="#ppt_x"/>
                                          </p:val>
                                        </p:tav>
                                        <p:tav tm="100000">
                                          <p:val>
                                            <p:strVal val="#ppt_x"/>
                                          </p:val>
                                        </p:tav>
                                      </p:tavLst>
                                    </p:anim>
                                    <p:anim calcmode="lin" valueType="num">
                                      <p:cBhvr additive="base">
                                        <p:cTn id="43" dur="500" fill="hold"/>
                                        <p:tgtEl>
                                          <p:spTgt spid="136203"/>
                                        </p:tgtEl>
                                        <p:attrNameLst>
                                          <p:attrName>ppt_y</p:attrName>
                                        </p:attrNameLst>
                                      </p:cBhvr>
                                      <p:tavLst>
                                        <p:tav tm="0">
                                          <p:val>
                                            <p:strVal val="1+#ppt_h/2"/>
                                          </p:val>
                                        </p:tav>
                                        <p:tav tm="100000">
                                          <p:val>
                                            <p:strVal val="#ppt_y"/>
                                          </p:val>
                                        </p:tav>
                                      </p:tavLst>
                                    </p:anim>
                                  </p:childTnLst>
                                </p:cTn>
                              </p:par>
                            </p:childTnLst>
                          </p:cTn>
                        </p:par>
                      </p:childTnLst>
                    </p:cTn>
                  </p:par>
                  <p:par>
                    <p:cTn id="44" fill="hold" nodeType="clickPar">
                      <p:stCondLst>
                        <p:cond delay="indefinite"/>
                      </p:stCondLst>
                      <p:childTnLst>
                        <p:par>
                          <p:cTn id="45" fill="hold" nodeType="withGroup">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136206"/>
                                        </p:tgtEl>
                                        <p:attrNameLst>
                                          <p:attrName>style.visibility</p:attrName>
                                        </p:attrNameLst>
                                      </p:cBhvr>
                                      <p:to>
                                        <p:strVal val="visible"/>
                                      </p:to>
                                    </p:set>
                                    <p:animEffect transition="in" filter="fade">
                                      <p:cBhvr>
                                        <p:cTn id="48" dur="500"/>
                                        <p:tgtEl>
                                          <p:spTgt spid="136206"/>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136207"/>
                                        </p:tgtEl>
                                        <p:attrNameLst>
                                          <p:attrName>style.visibility</p:attrName>
                                        </p:attrNameLst>
                                      </p:cBhvr>
                                      <p:to>
                                        <p:strVal val="visible"/>
                                      </p:to>
                                    </p:set>
                                    <p:animEffect transition="in" filter="fade">
                                      <p:cBhvr>
                                        <p:cTn id="53" dur="500"/>
                                        <p:tgtEl>
                                          <p:spTgt spid="136207"/>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1" presetClass="entr" presetSubtype="0" fill="hold" grpId="0" nodeType="clickEffect">
                                  <p:stCondLst>
                                    <p:cond delay="0"/>
                                  </p:stCondLst>
                                  <p:childTnLst>
                                    <p:set>
                                      <p:cBhvr>
                                        <p:cTn id="57" dur="1" fill="hold">
                                          <p:stCondLst>
                                            <p:cond delay="0"/>
                                          </p:stCondLst>
                                        </p:cTn>
                                        <p:tgtEl>
                                          <p:spTgt spid="136204"/>
                                        </p:tgtEl>
                                        <p:attrNameLst>
                                          <p:attrName>style.visibility</p:attrName>
                                        </p:attrNameLst>
                                      </p:cBhvr>
                                      <p:to>
                                        <p:strVal val="visible"/>
                                      </p:to>
                                    </p:set>
                                  </p:childTnLst>
                                </p:cTn>
                              </p:par>
                            </p:childTnLst>
                          </p:cTn>
                        </p:par>
                      </p:childTnLst>
                    </p:cTn>
                  </p:par>
                  <p:par>
                    <p:cTn id="58" fill="hold" nodeType="clickPar">
                      <p:stCondLst>
                        <p:cond delay="indefinite"/>
                      </p:stCondLst>
                      <p:childTnLst>
                        <p:par>
                          <p:cTn id="59" fill="hold" nodeType="withGroup">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136205"/>
                                        </p:tgtEl>
                                        <p:attrNameLst>
                                          <p:attrName>style.visibility</p:attrName>
                                        </p:attrNameLst>
                                      </p:cBhvr>
                                      <p:to>
                                        <p:strVal val="visible"/>
                                      </p:to>
                                    </p:set>
                                    <p:animEffect transition="in" filter="fade">
                                      <p:cBhvr>
                                        <p:cTn id="62" dur="500"/>
                                        <p:tgtEl>
                                          <p:spTgt spid="136205"/>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17"/>
                                        </p:tgtEl>
                                        <p:attrNameLst>
                                          <p:attrName>style.visibility</p:attrName>
                                        </p:attrNameLst>
                                      </p:cBhvr>
                                      <p:to>
                                        <p:strVal val="visible"/>
                                      </p:to>
                                    </p:set>
                                    <p:animEffect transition="in" filter="fade">
                                      <p:cBhvr>
                                        <p:cTn id="6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194" grpId="0"/>
      <p:bldP spid="136196" grpId="0"/>
      <p:bldP spid="136197" grpId="0"/>
      <p:bldP spid="136198" grpId="0" animBg="1"/>
      <p:bldP spid="136199" grpId="0" animBg="1"/>
      <p:bldP spid="136200" grpId="0"/>
      <p:bldP spid="136201" grpId="0"/>
      <p:bldP spid="136202" grpId="0"/>
      <p:bldP spid="136203" grpId="0"/>
      <p:bldP spid="136204" grpId="0"/>
      <p:bldP spid="136205" grpId="0"/>
      <p:bldP spid="136206" grpId="0" animBg="1"/>
      <p:bldP spid="136207" grpId="0" animBg="1"/>
      <p:bldP spid="1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Number Placeholder 3"/>
          <p:cNvSpPr>
            <a:spLocks noGrp="1"/>
          </p:cNvSpPr>
          <p:nvPr>
            <p:ph type="sldNum" sz="quarter" idx="12"/>
          </p:nvPr>
        </p:nvSpPr>
        <p:spPr/>
        <p:txBody>
          <a:bodyPr/>
          <a:lstStyle>
            <a:lvl1pPr eaLnBrk="0" hangingPunct="0">
              <a:defRPr sz="2400">
                <a:solidFill>
                  <a:srgbClr val="00FF00"/>
                </a:solidFill>
                <a:latin typeface=".VnArial" panose="020B7200000000000000" pitchFamily="34" charset="0"/>
              </a:defRPr>
            </a:lvl1pPr>
            <a:lvl2pPr marL="742950" indent="-285750" eaLnBrk="0" hangingPunct="0">
              <a:defRPr sz="2400">
                <a:solidFill>
                  <a:srgbClr val="00FF00"/>
                </a:solidFill>
                <a:latin typeface=".VnArial" panose="020B7200000000000000" pitchFamily="34" charset="0"/>
              </a:defRPr>
            </a:lvl2pPr>
            <a:lvl3pPr marL="1143000" indent="-228600" eaLnBrk="0" hangingPunct="0">
              <a:defRPr sz="2400">
                <a:solidFill>
                  <a:srgbClr val="00FF00"/>
                </a:solidFill>
                <a:latin typeface=".VnArial" panose="020B7200000000000000" pitchFamily="34" charset="0"/>
              </a:defRPr>
            </a:lvl3pPr>
            <a:lvl4pPr marL="1600200" indent="-228600" eaLnBrk="0" hangingPunct="0">
              <a:defRPr sz="2400">
                <a:solidFill>
                  <a:srgbClr val="00FF00"/>
                </a:solidFill>
                <a:latin typeface=".VnArial" panose="020B7200000000000000" pitchFamily="34" charset="0"/>
              </a:defRPr>
            </a:lvl4pPr>
            <a:lvl5pPr marL="2057400" indent="-228600" eaLnBrk="0" hangingPunct="0">
              <a:defRPr sz="2400">
                <a:solidFill>
                  <a:srgbClr val="00FF00"/>
                </a:solidFill>
                <a:latin typeface=".VnArial" panose="020B7200000000000000" pitchFamily="34" charset="0"/>
              </a:defRPr>
            </a:lvl5pPr>
            <a:lvl6pPr marL="2514600" indent="-228600" eaLnBrk="0" fontAlgn="base" hangingPunct="0">
              <a:spcBef>
                <a:spcPct val="0"/>
              </a:spcBef>
              <a:spcAft>
                <a:spcPct val="0"/>
              </a:spcAft>
              <a:defRPr sz="2400">
                <a:solidFill>
                  <a:srgbClr val="00FF00"/>
                </a:solidFill>
                <a:latin typeface=".VnArial" panose="020B7200000000000000" pitchFamily="34" charset="0"/>
              </a:defRPr>
            </a:lvl6pPr>
            <a:lvl7pPr marL="2971800" indent="-228600" eaLnBrk="0" fontAlgn="base" hangingPunct="0">
              <a:spcBef>
                <a:spcPct val="0"/>
              </a:spcBef>
              <a:spcAft>
                <a:spcPct val="0"/>
              </a:spcAft>
              <a:defRPr sz="2400">
                <a:solidFill>
                  <a:srgbClr val="00FF00"/>
                </a:solidFill>
                <a:latin typeface=".VnArial" panose="020B7200000000000000" pitchFamily="34" charset="0"/>
              </a:defRPr>
            </a:lvl7pPr>
            <a:lvl8pPr marL="3429000" indent="-228600" eaLnBrk="0" fontAlgn="base" hangingPunct="0">
              <a:spcBef>
                <a:spcPct val="0"/>
              </a:spcBef>
              <a:spcAft>
                <a:spcPct val="0"/>
              </a:spcAft>
              <a:defRPr sz="2400">
                <a:solidFill>
                  <a:srgbClr val="00FF00"/>
                </a:solidFill>
                <a:latin typeface=".VnArial" panose="020B7200000000000000" pitchFamily="34" charset="0"/>
              </a:defRPr>
            </a:lvl8pPr>
            <a:lvl9pPr marL="3886200" indent="-228600" eaLnBrk="0" fontAlgn="base" hangingPunct="0">
              <a:spcBef>
                <a:spcPct val="0"/>
              </a:spcBef>
              <a:spcAft>
                <a:spcPct val="0"/>
              </a:spcAft>
              <a:defRPr sz="2400">
                <a:solidFill>
                  <a:srgbClr val="00FF00"/>
                </a:solidFill>
                <a:latin typeface=".VnArial" panose="020B7200000000000000" pitchFamily="34" charset="0"/>
              </a:defRPr>
            </a:lvl9pPr>
          </a:lstStyle>
          <a:p>
            <a:pPr eaLnBrk="1" hangingPunct="1"/>
            <a:fld id="{F69B08CD-4C60-42AF-BF3D-FBACBCECE181}" type="slidenum">
              <a:rPr lang="en-US" sz="1200">
                <a:solidFill>
                  <a:srgbClr val="898989"/>
                </a:solidFill>
              </a:rPr>
              <a:pPr eaLnBrk="1" hangingPunct="1"/>
              <a:t>12</a:t>
            </a:fld>
            <a:endParaRPr lang="en-US" sz="1200">
              <a:solidFill>
                <a:srgbClr val="898989"/>
              </a:solidFill>
            </a:endParaRPr>
          </a:p>
        </p:txBody>
      </p:sp>
      <p:sp>
        <p:nvSpPr>
          <p:cNvPr id="311298" name="Text Box 2"/>
          <p:cNvSpPr txBox="1">
            <a:spLocks noChangeArrowheads="1"/>
          </p:cNvSpPr>
          <p:nvPr/>
        </p:nvSpPr>
        <p:spPr bwMode="auto">
          <a:xfrm>
            <a:off x="2909888" y="367505"/>
            <a:ext cx="6781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FF00"/>
                </a:solidFill>
                <a:latin typeface=".VnArial" panose="020B7200000000000000" pitchFamily="34" charset="0"/>
              </a:defRPr>
            </a:lvl1pPr>
            <a:lvl2pPr marL="742950" indent="-285750" eaLnBrk="0" hangingPunct="0">
              <a:defRPr sz="2400">
                <a:solidFill>
                  <a:srgbClr val="00FF00"/>
                </a:solidFill>
                <a:latin typeface=".VnArial" panose="020B7200000000000000" pitchFamily="34" charset="0"/>
              </a:defRPr>
            </a:lvl2pPr>
            <a:lvl3pPr marL="1143000" indent="-228600" eaLnBrk="0" hangingPunct="0">
              <a:defRPr sz="2400">
                <a:solidFill>
                  <a:srgbClr val="00FF00"/>
                </a:solidFill>
                <a:latin typeface=".VnArial" panose="020B7200000000000000" pitchFamily="34" charset="0"/>
              </a:defRPr>
            </a:lvl3pPr>
            <a:lvl4pPr marL="1600200" indent="-228600" eaLnBrk="0" hangingPunct="0">
              <a:defRPr sz="2400">
                <a:solidFill>
                  <a:srgbClr val="00FF00"/>
                </a:solidFill>
                <a:latin typeface=".VnArial" panose="020B7200000000000000" pitchFamily="34" charset="0"/>
              </a:defRPr>
            </a:lvl4pPr>
            <a:lvl5pPr marL="2057400" indent="-228600" eaLnBrk="0" hangingPunct="0">
              <a:defRPr sz="2400">
                <a:solidFill>
                  <a:srgbClr val="00FF00"/>
                </a:solidFill>
                <a:latin typeface=".VnArial" panose="020B7200000000000000" pitchFamily="34" charset="0"/>
              </a:defRPr>
            </a:lvl5pPr>
            <a:lvl6pPr marL="2514600" indent="-228600" eaLnBrk="0" fontAlgn="base" hangingPunct="0">
              <a:spcBef>
                <a:spcPct val="0"/>
              </a:spcBef>
              <a:spcAft>
                <a:spcPct val="0"/>
              </a:spcAft>
              <a:defRPr sz="2400">
                <a:solidFill>
                  <a:srgbClr val="00FF00"/>
                </a:solidFill>
                <a:latin typeface=".VnArial" panose="020B7200000000000000" pitchFamily="34" charset="0"/>
              </a:defRPr>
            </a:lvl6pPr>
            <a:lvl7pPr marL="2971800" indent="-228600" eaLnBrk="0" fontAlgn="base" hangingPunct="0">
              <a:spcBef>
                <a:spcPct val="0"/>
              </a:spcBef>
              <a:spcAft>
                <a:spcPct val="0"/>
              </a:spcAft>
              <a:defRPr sz="2400">
                <a:solidFill>
                  <a:srgbClr val="00FF00"/>
                </a:solidFill>
                <a:latin typeface=".VnArial" panose="020B7200000000000000" pitchFamily="34" charset="0"/>
              </a:defRPr>
            </a:lvl7pPr>
            <a:lvl8pPr marL="3429000" indent="-228600" eaLnBrk="0" fontAlgn="base" hangingPunct="0">
              <a:spcBef>
                <a:spcPct val="0"/>
              </a:spcBef>
              <a:spcAft>
                <a:spcPct val="0"/>
              </a:spcAft>
              <a:defRPr sz="2400">
                <a:solidFill>
                  <a:srgbClr val="00FF00"/>
                </a:solidFill>
                <a:latin typeface=".VnArial" panose="020B7200000000000000" pitchFamily="34" charset="0"/>
              </a:defRPr>
            </a:lvl8pPr>
            <a:lvl9pPr marL="3886200" indent="-228600" eaLnBrk="0" fontAlgn="base" hangingPunct="0">
              <a:spcBef>
                <a:spcPct val="0"/>
              </a:spcBef>
              <a:spcAft>
                <a:spcPct val="0"/>
              </a:spcAft>
              <a:defRPr sz="2400">
                <a:solidFill>
                  <a:srgbClr val="00FF00"/>
                </a:solidFill>
                <a:latin typeface=".VnArial" panose="020B7200000000000000" pitchFamily="34" charset="0"/>
              </a:defRPr>
            </a:lvl9pPr>
          </a:lstStyle>
          <a:p>
            <a:pPr algn="ctr" eaLnBrk="1" hangingPunct="1">
              <a:spcBef>
                <a:spcPct val="50000"/>
              </a:spcBef>
            </a:pPr>
            <a:r>
              <a:rPr lang="en-US" altLang="en-US" sz="2800" b="1" i="1" dirty="0" err="1">
                <a:solidFill>
                  <a:srgbClr val="FF0000"/>
                </a:solidFill>
                <a:latin typeface="Times New Roman" panose="02020603050405020304" pitchFamily="18" charset="0"/>
                <a:cs typeface="Times New Roman" panose="02020603050405020304" pitchFamily="18" charset="0"/>
              </a:rPr>
              <a:t>Tiền</a:t>
            </a:r>
            <a:r>
              <a:rPr lang="en-US" altLang="en-US" sz="2800" b="1" i="1" dirty="0">
                <a:solidFill>
                  <a:srgbClr val="FF0000"/>
                </a:solidFill>
                <a:latin typeface="Times New Roman" panose="02020603050405020304" pitchFamily="18" charset="0"/>
                <a:cs typeface="Times New Roman" panose="02020603050405020304" pitchFamily="18" charset="0"/>
              </a:rPr>
              <a:t> </a:t>
            </a:r>
            <a:r>
              <a:rPr lang="en-US" altLang="en-US" sz="2800" b="1" i="1" dirty="0" err="1">
                <a:solidFill>
                  <a:srgbClr val="FF0000"/>
                </a:solidFill>
                <a:latin typeface="Times New Roman" panose="02020603050405020304" pitchFamily="18" charset="0"/>
                <a:cs typeface="Times New Roman" panose="02020603050405020304" pitchFamily="18" charset="0"/>
              </a:rPr>
              <a:t>đề</a:t>
            </a:r>
            <a:r>
              <a:rPr lang="en-US" altLang="en-US" sz="2800" b="1" i="1" dirty="0">
                <a:solidFill>
                  <a:srgbClr val="FF0000"/>
                </a:solidFill>
                <a:latin typeface="Times New Roman" panose="02020603050405020304" pitchFamily="18" charset="0"/>
                <a:cs typeface="Times New Roman" panose="02020603050405020304" pitchFamily="18" charset="0"/>
              </a:rPr>
              <a:t> </a:t>
            </a:r>
            <a:r>
              <a:rPr lang="en-US" altLang="en-US" sz="2800" b="1" i="1" dirty="0" err="1" smtClean="0">
                <a:solidFill>
                  <a:srgbClr val="FF0000"/>
                </a:solidFill>
                <a:latin typeface="Times New Roman" panose="02020603050405020304" pitchFamily="18" charset="0"/>
                <a:cs typeface="Times New Roman" panose="02020603050405020304" pitchFamily="18" charset="0"/>
              </a:rPr>
              <a:t>khoa</a:t>
            </a:r>
            <a:r>
              <a:rPr lang="en-US" altLang="en-US" sz="2800" b="1" i="1" dirty="0" smtClean="0">
                <a:solidFill>
                  <a:srgbClr val="FF0000"/>
                </a:solidFill>
                <a:latin typeface="Times New Roman" panose="02020603050405020304" pitchFamily="18" charset="0"/>
                <a:cs typeface="Times New Roman" panose="02020603050405020304" pitchFamily="18" charset="0"/>
              </a:rPr>
              <a:t> </a:t>
            </a:r>
            <a:r>
              <a:rPr lang="en-US" altLang="en-US" sz="2800" b="1" i="1" dirty="0" err="1" smtClean="0">
                <a:solidFill>
                  <a:srgbClr val="FF0000"/>
                </a:solidFill>
                <a:latin typeface="Times New Roman" panose="02020603050405020304" pitchFamily="18" charset="0"/>
                <a:cs typeface="Times New Roman" panose="02020603050405020304" pitchFamily="18" charset="0"/>
              </a:rPr>
              <a:t>học</a:t>
            </a:r>
            <a:r>
              <a:rPr lang="en-US" altLang="en-US" sz="2800" b="1" i="1" dirty="0" smtClean="0">
                <a:solidFill>
                  <a:srgbClr val="FF0000"/>
                </a:solidFill>
                <a:latin typeface="Times New Roman" panose="02020603050405020304" pitchFamily="18" charset="0"/>
                <a:cs typeface="Times New Roman" panose="02020603050405020304" pitchFamily="18" charset="0"/>
              </a:rPr>
              <a:t> – </a:t>
            </a:r>
            <a:r>
              <a:rPr lang="en-US" altLang="en-US" sz="2800" b="1" i="1" dirty="0" err="1" smtClean="0">
                <a:solidFill>
                  <a:srgbClr val="FF0000"/>
                </a:solidFill>
                <a:latin typeface="Times New Roman" panose="02020603050405020304" pitchFamily="18" charset="0"/>
                <a:cs typeface="Times New Roman" panose="02020603050405020304" pitchFamily="18" charset="0"/>
              </a:rPr>
              <a:t>tư</a:t>
            </a:r>
            <a:r>
              <a:rPr lang="en-US" altLang="en-US" sz="2800" b="1" i="1" dirty="0" smtClean="0">
                <a:solidFill>
                  <a:srgbClr val="FF0000"/>
                </a:solidFill>
                <a:latin typeface="Times New Roman" panose="02020603050405020304" pitchFamily="18" charset="0"/>
                <a:cs typeface="Times New Roman" panose="02020603050405020304" pitchFamily="18" charset="0"/>
              </a:rPr>
              <a:t> </a:t>
            </a:r>
            <a:r>
              <a:rPr lang="en-US" altLang="en-US" sz="2800" b="1" i="1" dirty="0" err="1" smtClean="0">
                <a:solidFill>
                  <a:srgbClr val="FF0000"/>
                </a:solidFill>
                <a:latin typeface="Times New Roman" panose="02020603050405020304" pitchFamily="18" charset="0"/>
                <a:cs typeface="Times New Roman" panose="02020603050405020304" pitchFamily="18" charset="0"/>
              </a:rPr>
              <a:t>tưởng</a:t>
            </a:r>
            <a:r>
              <a:rPr lang="en-US" altLang="en-US" sz="2800" b="1" i="1" dirty="0" smtClean="0">
                <a:solidFill>
                  <a:srgbClr val="FF0000"/>
                </a:solidFill>
                <a:latin typeface="Times New Roman" panose="02020603050405020304" pitchFamily="18" charset="0"/>
                <a:cs typeface="Times New Roman" panose="02020603050405020304" pitchFamily="18" charset="0"/>
              </a:rPr>
              <a:t> </a:t>
            </a:r>
            <a:r>
              <a:rPr lang="en-US" altLang="en-US" sz="2800" b="1" i="1" dirty="0" err="1" smtClean="0">
                <a:solidFill>
                  <a:srgbClr val="FF0000"/>
                </a:solidFill>
                <a:latin typeface="Times New Roman" panose="02020603050405020304" pitchFamily="18" charset="0"/>
                <a:cs typeface="Times New Roman" panose="02020603050405020304" pitchFamily="18" charset="0"/>
              </a:rPr>
              <a:t>lý</a:t>
            </a:r>
            <a:r>
              <a:rPr lang="en-US" altLang="en-US" sz="2800" b="1" i="1" dirty="0" smtClean="0">
                <a:solidFill>
                  <a:srgbClr val="FF0000"/>
                </a:solidFill>
                <a:latin typeface="Times New Roman" panose="02020603050405020304" pitchFamily="18" charset="0"/>
                <a:cs typeface="Times New Roman" panose="02020603050405020304" pitchFamily="18" charset="0"/>
              </a:rPr>
              <a:t> </a:t>
            </a:r>
            <a:r>
              <a:rPr lang="en-US" altLang="en-US" sz="2800" b="1" i="1" dirty="0" err="1" smtClean="0">
                <a:solidFill>
                  <a:srgbClr val="FF0000"/>
                </a:solidFill>
                <a:latin typeface="Times New Roman" panose="02020603050405020304" pitchFamily="18" charset="0"/>
                <a:cs typeface="Times New Roman" panose="02020603050405020304" pitchFamily="18" charset="0"/>
              </a:rPr>
              <a:t>luận</a:t>
            </a:r>
            <a:endParaRPr lang="en-US" altLang="en-US" sz="2800" i="1" u="sng" dirty="0">
              <a:solidFill>
                <a:srgbClr val="FF0000"/>
              </a:solidFill>
              <a:latin typeface="Times New Roman" panose="02020603050405020304" pitchFamily="18" charset="0"/>
              <a:cs typeface="Times New Roman" panose="02020603050405020304" pitchFamily="18" charset="0"/>
            </a:endParaRPr>
          </a:p>
        </p:txBody>
      </p:sp>
      <p:sp>
        <p:nvSpPr>
          <p:cNvPr id="311299" name="Text Box 3"/>
          <p:cNvSpPr txBox="1">
            <a:spLocks noChangeArrowheads="1"/>
          </p:cNvSpPr>
          <p:nvPr/>
        </p:nvSpPr>
        <p:spPr bwMode="auto">
          <a:xfrm>
            <a:off x="1676400" y="838201"/>
            <a:ext cx="37338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FF00"/>
                </a:solidFill>
                <a:latin typeface=".VnArial" panose="020B7200000000000000" pitchFamily="34" charset="0"/>
              </a:defRPr>
            </a:lvl1pPr>
            <a:lvl2pPr marL="742950" indent="-285750" eaLnBrk="0" hangingPunct="0">
              <a:defRPr sz="2400">
                <a:solidFill>
                  <a:srgbClr val="00FF00"/>
                </a:solidFill>
                <a:latin typeface=".VnArial" panose="020B7200000000000000" pitchFamily="34" charset="0"/>
              </a:defRPr>
            </a:lvl2pPr>
            <a:lvl3pPr marL="1143000" indent="-228600" eaLnBrk="0" hangingPunct="0">
              <a:defRPr sz="2400">
                <a:solidFill>
                  <a:srgbClr val="00FF00"/>
                </a:solidFill>
                <a:latin typeface=".VnArial" panose="020B7200000000000000" pitchFamily="34" charset="0"/>
              </a:defRPr>
            </a:lvl3pPr>
            <a:lvl4pPr marL="1600200" indent="-228600" eaLnBrk="0" hangingPunct="0">
              <a:defRPr sz="2400">
                <a:solidFill>
                  <a:srgbClr val="00FF00"/>
                </a:solidFill>
                <a:latin typeface=".VnArial" panose="020B7200000000000000" pitchFamily="34" charset="0"/>
              </a:defRPr>
            </a:lvl4pPr>
            <a:lvl5pPr marL="2057400" indent="-228600" eaLnBrk="0" hangingPunct="0">
              <a:defRPr sz="2400">
                <a:solidFill>
                  <a:srgbClr val="00FF00"/>
                </a:solidFill>
                <a:latin typeface=".VnArial" panose="020B7200000000000000" pitchFamily="34" charset="0"/>
              </a:defRPr>
            </a:lvl5pPr>
            <a:lvl6pPr marL="2514600" indent="-228600" eaLnBrk="0" fontAlgn="base" hangingPunct="0">
              <a:spcBef>
                <a:spcPct val="0"/>
              </a:spcBef>
              <a:spcAft>
                <a:spcPct val="0"/>
              </a:spcAft>
              <a:defRPr sz="2400">
                <a:solidFill>
                  <a:srgbClr val="00FF00"/>
                </a:solidFill>
                <a:latin typeface=".VnArial" panose="020B7200000000000000" pitchFamily="34" charset="0"/>
              </a:defRPr>
            </a:lvl6pPr>
            <a:lvl7pPr marL="2971800" indent="-228600" eaLnBrk="0" fontAlgn="base" hangingPunct="0">
              <a:spcBef>
                <a:spcPct val="0"/>
              </a:spcBef>
              <a:spcAft>
                <a:spcPct val="0"/>
              </a:spcAft>
              <a:defRPr sz="2400">
                <a:solidFill>
                  <a:srgbClr val="00FF00"/>
                </a:solidFill>
                <a:latin typeface=".VnArial" panose="020B7200000000000000" pitchFamily="34" charset="0"/>
              </a:defRPr>
            </a:lvl7pPr>
            <a:lvl8pPr marL="3429000" indent="-228600" eaLnBrk="0" fontAlgn="base" hangingPunct="0">
              <a:spcBef>
                <a:spcPct val="0"/>
              </a:spcBef>
              <a:spcAft>
                <a:spcPct val="0"/>
              </a:spcAft>
              <a:defRPr sz="2400">
                <a:solidFill>
                  <a:srgbClr val="00FF00"/>
                </a:solidFill>
                <a:latin typeface=".VnArial" panose="020B7200000000000000" pitchFamily="34" charset="0"/>
              </a:defRPr>
            </a:lvl8pPr>
            <a:lvl9pPr marL="3886200" indent="-228600" eaLnBrk="0" fontAlgn="base" hangingPunct="0">
              <a:spcBef>
                <a:spcPct val="0"/>
              </a:spcBef>
              <a:spcAft>
                <a:spcPct val="0"/>
              </a:spcAft>
              <a:defRPr sz="2400">
                <a:solidFill>
                  <a:srgbClr val="00FF00"/>
                </a:solidFill>
                <a:latin typeface=".VnArial" panose="020B7200000000000000" pitchFamily="34" charset="0"/>
              </a:defRPr>
            </a:lvl9pPr>
          </a:lstStyle>
          <a:p>
            <a:pPr eaLnBrk="1" hangingPunct="1">
              <a:spcBef>
                <a:spcPct val="50000"/>
              </a:spcBef>
            </a:pPr>
            <a:r>
              <a:rPr lang="en-US" altLang="en-US" sz="2800" b="1" dirty="0">
                <a:solidFill>
                  <a:schemeClr val="tx1"/>
                </a:solidFill>
                <a:latin typeface="Times New Roman" panose="02020603050405020304" pitchFamily="18" charset="0"/>
                <a:cs typeface="Times New Roman" panose="02020603050405020304" pitchFamily="18" charset="0"/>
              </a:rPr>
              <a:t>- </a:t>
            </a:r>
            <a:r>
              <a:rPr lang="en-US" altLang="en-US" sz="2800" b="1" dirty="0" err="1">
                <a:solidFill>
                  <a:schemeClr val="tx1"/>
                </a:solidFill>
                <a:latin typeface="Times New Roman" panose="02020603050405020304" pitchFamily="18" charset="0"/>
                <a:cs typeface="Times New Roman" panose="02020603050405020304" pitchFamily="18" charset="0"/>
              </a:rPr>
              <a:t>Khoa</a:t>
            </a:r>
            <a:r>
              <a:rPr lang="en-US" altLang="en-US" sz="2800" b="1" dirty="0">
                <a:solidFill>
                  <a:schemeClr val="tx1"/>
                </a:solidFill>
                <a:latin typeface="Times New Roman" panose="02020603050405020304" pitchFamily="18" charset="0"/>
                <a:cs typeface="Times New Roman" panose="02020603050405020304" pitchFamily="18" charset="0"/>
              </a:rPr>
              <a:t> </a:t>
            </a:r>
            <a:r>
              <a:rPr lang="en-US" altLang="en-US" sz="2800" b="1" dirty="0" err="1">
                <a:solidFill>
                  <a:schemeClr val="tx1"/>
                </a:solidFill>
                <a:latin typeface="Times New Roman" panose="02020603050405020304" pitchFamily="18" charset="0"/>
                <a:cs typeface="Times New Roman" panose="02020603050405020304" pitchFamily="18" charset="0"/>
              </a:rPr>
              <a:t>học</a:t>
            </a:r>
            <a:r>
              <a:rPr lang="en-US" altLang="en-US" sz="2800" b="1" dirty="0">
                <a:solidFill>
                  <a:schemeClr val="tx1"/>
                </a:solidFill>
                <a:latin typeface="Times New Roman" panose="02020603050405020304" pitchFamily="18" charset="0"/>
                <a:cs typeface="Times New Roman" panose="02020603050405020304" pitchFamily="18" charset="0"/>
              </a:rPr>
              <a:t> </a:t>
            </a:r>
            <a:r>
              <a:rPr lang="en-US" altLang="en-US" sz="2800" b="1" dirty="0" smtClean="0">
                <a:solidFill>
                  <a:schemeClr val="tx1"/>
                </a:solidFill>
                <a:latin typeface="Times New Roman" panose="02020603050405020304" pitchFamily="18" charset="0"/>
                <a:cs typeface="Times New Roman" panose="02020603050405020304" pitchFamily="18" charset="0"/>
              </a:rPr>
              <a:t>:</a:t>
            </a:r>
            <a:endParaRPr lang="en-US" altLang="en-US" sz="2800" b="1" dirty="0">
              <a:solidFill>
                <a:schemeClr val="tx1"/>
              </a:solidFill>
              <a:latin typeface="Times New Roman" panose="02020603050405020304" pitchFamily="18" charset="0"/>
              <a:cs typeface="Times New Roman" panose="02020603050405020304" pitchFamily="18" charset="0"/>
            </a:endParaRPr>
          </a:p>
        </p:txBody>
      </p:sp>
      <p:sp>
        <p:nvSpPr>
          <p:cNvPr id="311300" name="Text Box 4"/>
          <p:cNvSpPr txBox="1">
            <a:spLocks noChangeArrowheads="1"/>
          </p:cNvSpPr>
          <p:nvPr/>
        </p:nvSpPr>
        <p:spPr bwMode="auto">
          <a:xfrm>
            <a:off x="2209800" y="1385888"/>
            <a:ext cx="27432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FF00"/>
                </a:solidFill>
                <a:latin typeface=".VnArial" panose="020B7200000000000000" pitchFamily="34" charset="0"/>
              </a:defRPr>
            </a:lvl1pPr>
            <a:lvl2pPr marL="742950" indent="-285750" eaLnBrk="0" hangingPunct="0">
              <a:defRPr sz="2400">
                <a:solidFill>
                  <a:srgbClr val="00FF00"/>
                </a:solidFill>
                <a:latin typeface=".VnArial" panose="020B7200000000000000" pitchFamily="34" charset="0"/>
              </a:defRPr>
            </a:lvl2pPr>
            <a:lvl3pPr marL="1143000" indent="-228600" eaLnBrk="0" hangingPunct="0">
              <a:defRPr sz="2400">
                <a:solidFill>
                  <a:srgbClr val="00FF00"/>
                </a:solidFill>
                <a:latin typeface=".VnArial" panose="020B7200000000000000" pitchFamily="34" charset="0"/>
              </a:defRPr>
            </a:lvl3pPr>
            <a:lvl4pPr marL="1600200" indent="-228600" eaLnBrk="0" hangingPunct="0">
              <a:defRPr sz="2400">
                <a:solidFill>
                  <a:srgbClr val="00FF00"/>
                </a:solidFill>
                <a:latin typeface=".VnArial" panose="020B7200000000000000" pitchFamily="34" charset="0"/>
              </a:defRPr>
            </a:lvl4pPr>
            <a:lvl5pPr marL="2057400" indent="-228600" eaLnBrk="0" hangingPunct="0">
              <a:defRPr sz="2400">
                <a:solidFill>
                  <a:srgbClr val="00FF00"/>
                </a:solidFill>
                <a:latin typeface=".VnArial" panose="020B7200000000000000" pitchFamily="34" charset="0"/>
              </a:defRPr>
            </a:lvl5pPr>
            <a:lvl6pPr marL="2514600" indent="-228600" eaLnBrk="0" fontAlgn="base" hangingPunct="0">
              <a:spcBef>
                <a:spcPct val="0"/>
              </a:spcBef>
              <a:spcAft>
                <a:spcPct val="0"/>
              </a:spcAft>
              <a:defRPr sz="2400">
                <a:solidFill>
                  <a:srgbClr val="00FF00"/>
                </a:solidFill>
                <a:latin typeface=".VnArial" panose="020B7200000000000000" pitchFamily="34" charset="0"/>
              </a:defRPr>
            </a:lvl6pPr>
            <a:lvl7pPr marL="2971800" indent="-228600" eaLnBrk="0" fontAlgn="base" hangingPunct="0">
              <a:spcBef>
                <a:spcPct val="0"/>
              </a:spcBef>
              <a:spcAft>
                <a:spcPct val="0"/>
              </a:spcAft>
              <a:defRPr sz="2400">
                <a:solidFill>
                  <a:srgbClr val="00FF00"/>
                </a:solidFill>
                <a:latin typeface=".VnArial" panose="020B7200000000000000" pitchFamily="34" charset="0"/>
              </a:defRPr>
            </a:lvl7pPr>
            <a:lvl8pPr marL="3429000" indent="-228600" eaLnBrk="0" fontAlgn="base" hangingPunct="0">
              <a:spcBef>
                <a:spcPct val="0"/>
              </a:spcBef>
              <a:spcAft>
                <a:spcPct val="0"/>
              </a:spcAft>
              <a:defRPr sz="2400">
                <a:solidFill>
                  <a:srgbClr val="00FF00"/>
                </a:solidFill>
                <a:latin typeface=".VnArial" panose="020B7200000000000000" pitchFamily="34" charset="0"/>
              </a:defRPr>
            </a:lvl8pPr>
            <a:lvl9pPr marL="3886200" indent="-228600" eaLnBrk="0" fontAlgn="base" hangingPunct="0">
              <a:spcBef>
                <a:spcPct val="0"/>
              </a:spcBef>
              <a:spcAft>
                <a:spcPct val="0"/>
              </a:spcAft>
              <a:defRPr sz="2400">
                <a:solidFill>
                  <a:srgbClr val="00FF00"/>
                </a:solidFill>
                <a:latin typeface=".VnArial" panose="020B7200000000000000" pitchFamily="34" charset="0"/>
              </a:defRPr>
            </a:lvl9pPr>
          </a:lstStyle>
          <a:p>
            <a:pPr eaLnBrk="1" hangingPunct="1">
              <a:spcBef>
                <a:spcPct val="50000"/>
              </a:spcBef>
            </a:pPr>
            <a:r>
              <a:rPr lang="en-US" altLang="en-US" sz="2800">
                <a:solidFill>
                  <a:schemeClr val="tx1"/>
                </a:solidFill>
                <a:latin typeface="Times New Roman" panose="02020603050405020304" pitchFamily="18" charset="0"/>
                <a:cs typeface="Times New Roman" panose="02020603050405020304" pitchFamily="18" charset="0"/>
              </a:rPr>
              <a:t>+ Thuyết tế bào</a:t>
            </a:r>
          </a:p>
        </p:txBody>
      </p:sp>
      <p:sp>
        <p:nvSpPr>
          <p:cNvPr id="311301" name="Text Box 5"/>
          <p:cNvSpPr txBox="1">
            <a:spLocks noChangeArrowheads="1"/>
          </p:cNvSpPr>
          <p:nvPr/>
        </p:nvSpPr>
        <p:spPr bwMode="auto">
          <a:xfrm>
            <a:off x="2209800" y="1981201"/>
            <a:ext cx="32766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FF00"/>
                </a:solidFill>
                <a:latin typeface=".VnArial" panose="020B7200000000000000" pitchFamily="34" charset="0"/>
              </a:defRPr>
            </a:lvl1pPr>
            <a:lvl2pPr marL="742950" indent="-285750" eaLnBrk="0" hangingPunct="0">
              <a:defRPr sz="2400">
                <a:solidFill>
                  <a:srgbClr val="00FF00"/>
                </a:solidFill>
                <a:latin typeface=".VnArial" panose="020B7200000000000000" pitchFamily="34" charset="0"/>
              </a:defRPr>
            </a:lvl2pPr>
            <a:lvl3pPr marL="1143000" indent="-228600" eaLnBrk="0" hangingPunct="0">
              <a:defRPr sz="2400">
                <a:solidFill>
                  <a:srgbClr val="00FF00"/>
                </a:solidFill>
                <a:latin typeface=".VnArial" panose="020B7200000000000000" pitchFamily="34" charset="0"/>
              </a:defRPr>
            </a:lvl3pPr>
            <a:lvl4pPr marL="1600200" indent="-228600" eaLnBrk="0" hangingPunct="0">
              <a:defRPr sz="2400">
                <a:solidFill>
                  <a:srgbClr val="00FF00"/>
                </a:solidFill>
                <a:latin typeface=".VnArial" panose="020B7200000000000000" pitchFamily="34" charset="0"/>
              </a:defRPr>
            </a:lvl4pPr>
            <a:lvl5pPr marL="2057400" indent="-228600" eaLnBrk="0" hangingPunct="0">
              <a:defRPr sz="2400">
                <a:solidFill>
                  <a:srgbClr val="00FF00"/>
                </a:solidFill>
                <a:latin typeface=".VnArial" panose="020B7200000000000000" pitchFamily="34" charset="0"/>
              </a:defRPr>
            </a:lvl5pPr>
            <a:lvl6pPr marL="2514600" indent="-228600" eaLnBrk="0" fontAlgn="base" hangingPunct="0">
              <a:spcBef>
                <a:spcPct val="0"/>
              </a:spcBef>
              <a:spcAft>
                <a:spcPct val="0"/>
              </a:spcAft>
              <a:defRPr sz="2400">
                <a:solidFill>
                  <a:srgbClr val="00FF00"/>
                </a:solidFill>
                <a:latin typeface=".VnArial" panose="020B7200000000000000" pitchFamily="34" charset="0"/>
              </a:defRPr>
            </a:lvl6pPr>
            <a:lvl7pPr marL="2971800" indent="-228600" eaLnBrk="0" fontAlgn="base" hangingPunct="0">
              <a:spcBef>
                <a:spcPct val="0"/>
              </a:spcBef>
              <a:spcAft>
                <a:spcPct val="0"/>
              </a:spcAft>
              <a:defRPr sz="2400">
                <a:solidFill>
                  <a:srgbClr val="00FF00"/>
                </a:solidFill>
                <a:latin typeface=".VnArial" panose="020B7200000000000000" pitchFamily="34" charset="0"/>
              </a:defRPr>
            </a:lvl7pPr>
            <a:lvl8pPr marL="3429000" indent="-228600" eaLnBrk="0" fontAlgn="base" hangingPunct="0">
              <a:spcBef>
                <a:spcPct val="0"/>
              </a:spcBef>
              <a:spcAft>
                <a:spcPct val="0"/>
              </a:spcAft>
              <a:defRPr sz="2400">
                <a:solidFill>
                  <a:srgbClr val="00FF00"/>
                </a:solidFill>
                <a:latin typeface=".VnArial" panose="020B7200000000000000" pitchFamily="34" charset="0"/>
              </a:defRPr>
            </a:lvl8pPr>
            <a:lvl9pPr marL="3886200" indent="-228600" eaLnBrk="0" fontAlgn="base" hangingPunct="0">
              <a:spcBef>
                <a:spcPct val="0"/>
              </a:spcBef>
              <a:spcAft>
                <a:spcPct val="0"/>
              </a:spcAft>
              <a:defRPr sz="2400">
                <a:solidFill>
                  <a:srgbClr val="00FF00"/>
                </a:solidFill>
                <a:latin typeface=".VnArial" panose="020B7200000000000000" pitchFamily="34" charset="0"/>
              </a:defRPr>
            </a:lvl9pPr>
          </a:lstStyle>
          <a:p>
            <a:pPr eaLnBrk="1" hangingPunct="1">
              <a:spcBef>
                <a:spcPct val="50000"/>
              </a:spcBef>
            </a:pPr>
            <a:r>
              <a:rPr lang="en-US" altLang="en-US" sz="2800">
                <a:solidFill>
                  <a:schemeClr val="tx1"/>
                </a:solidFill>
                <a:latin typeface="Times New Roman" panose="02020603050405020304" pitchFamily="18" charset="0"/>
                <a:cs typeface="Times New Roman" panose="02020603050405020304" pitchFamily="18" charset="0"/>
              </a:rPr>
              <a:t>+ Thuyết tiến hoá </a:t>
            </a:r>
            <a:r>
              <a:rPr lang="en-US" altLang="en-US">
                <a:solidFill>
                  <a:schemeClr val="tx1"/>
                </a:solidFill>
                <a:latin typeface="Times New Roman" panose="02020603050405020304" pitchFamily="18" charset="0"/>
                <a:cs typeface="Times New Roman" panose="02020603050405020304" pitchFamily="18" charset="0"/>
                <a:hlinkClick r:id="rId2" action="ppaction://hlinkpres?slideindex=1&amp;slidetitle="/>
              </a:rPr>
              <a:t>@</a:t>
            </a:r>
            <a:endParaRPr lang="en-US" altLang="en-US" sz="2000">
              <a:solidFill>
                <a:schemeClr val="tx1"/>
              </a:solidFill>
              <a:latin typeface="Times New Roman" panose="02020603050405020304" pitchFamily="18" charset="0"/>
              <a:cs typeface="Times New Roman" panose="02020603050405020304" pitchFamily="18" charset="0"/>
            </a:endParaRPr>
          </a:p>
        </p:txBody>
      </p:sp>
      <p:sp>
        <p:nvSpPr>
          <p:cNvPr id="311302" name="Text Box 6"/>
          <p:cNvSpPr txBox="1">
            <a:spLocks noChangeArrowheads="1"/>
          </p:cNvSpPr>
          <p:nvPr/>
        </p:nvSpPr>
        <p:spPr bwMode="auto">
          <a:xfrm>
            <a:off x="2209800" y="2530475"/>
            <a:ext cx="4038600"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FF00"/>
                </a:solidFill>
                <a:latin typeface=".VnArial" panose="020B7200000000000000" pitchFamily="34" charset="0"/>
              </a:defRPr>
            </a:lvl1pPr>
            <a:lvl2pPr marL="742950" indent="-285750" eaLnBrk="0" hangingPunct="0">
              <a:defRPr sz="2400">
                <a:solidFill>
                  <a:srgbClr val="00FF00"/>
                </a:solidFill>
                <a:latin typeface=".VnArial" panose="020B7200000000000000" pitchFamily="34" charset="0"/>
              </a:defRPr>
            </a:lvl2pPr>
            <a:lvl3pPr marL="1143000" indent="-228600" eaLnBrk="0" hangingPunct="0">
              <a:defRPr sz="2400">
                <a:solidFill>
                  <a:srgbClr val="00FF00"/>
                </a:solidFill>
                <a:latin typeface=".VnArial" panose="020B7200000000000000" pitchFamily="34" charset="0"/>
              </a:defRPr>
            </a:lvl3pPr>
            <a:lvl4pPr marL="1600200" indent="-228600" eaLnBrk="0" hangingPunct="0">
              <a:defRPr sz="2400">
                <a:solidFill>
                  <a:srgbClr val="00FF00"/>
                </a:solidFill>
                <a:latin typeface=".VnArial" panose="020B7200000000000000" pitchFamily="34" charset="0"/>
              </a:defRPr>
            </a:lvl4pPr>
            <a:lvl5pPr marL="2057400" indent="-228600" eaLnBrk="0" hangingPunct="0">
              <a:defRPr sz="2400">
                <a:solidFill>
                  <a:srgbClr val="00FF00"/>
                </a:solidFill>
                <a:latin typeface=".VnArial" panose="020B7200000000000000" pitchFamily="34" charset="0"/>
              </a:defRPr>
            </a:lvl5pPr>
            <a:lvl6pPr marL="2514600" indent="-228600" eaLnBrk="0" fontAlgn="base" hangingPunct="0">
              <a:spcBef>
                <a:spcPct val="0"/>
              </a:spcBef>
              <a:spcAft>
                <a:spcPct val="0"/>
              </a:spcAft>
              <a:defRPr sz="2400">
                <a:solidFill>
                  <a:srgbClr val="00FF00"/>
                </a:solidFill>
                <a:latin typeface=".VnArial" panose="020B7200000000000000" pitchFamily="34" charset="0"/>
              </a:defRPr>
            </a:lvl6pPr>
            <a:lvl7pPr marL="2971800" indent="-228600" eaLnBrk="0" fontAlgn="base" hangingPunct="0">
              <a:spcBef>
                <a:spcPct val="0"/>
              </a:spcBef>
              <a:spcAft>
                <a:spcPct val="0"/>
              </a:spcAft>
              <a:defRPr sz="2400">
                <a:solidFill>
                  <a:srgbClr val="00FF00"/>
                </a:solidFill>
                <a:latin typeface=".VnArial" panose="020B7200000000000000" pitchFamily="34" charset="0"/>
              </a:defRPr>
            </a:lvl7pPr>
            <a:lvl8pPr marL="3429000" indent="-228600" eaLnBrk="0" fontAlgn="base" hangingPunct="0">
              <a:spcBef>
                <a:spcPct val="0"/>
              </a:spcBef>
              <a:spcAft>
                <a:spcPct val="0"/>
              </a:spcAft>
              <a:defRPr sz="2400">
                <a:solidFill>
                  <a:srgbClr val="00FF00"/>
                </a:solidFill>
                <a:latin typeface=".VnArial" panose="020B7200000000000000" pitchFamily="34" charset="0"/>
              </a:defRPr>
            </a:lvl8pPr>
            <a:lvl9pPr marL="3886200" indent="-228600" eaLnBrk="0" fontAlgn="base" hangingPunct="0">
              <a:spcBef>
                <a:spcPct val="0"/>
              </a:spcBef>
              <a:spcAft>
                <a:spcPct val="0"/>
              </a:spcAft>
              <a:defRPr sz="2400">
                <a:solidFill>
                  <a:srgbClr val="00FF00"/>
                </a:solidFill>
                <a:latin typeface=".VnArial" panose="020B7200000000000000" pitchFamily="34" charset="0"/>
              </a:defRPr>
            </a:lvl9pPr>
          </a:lstStyle>
          <a:p>
            <a:pPr eaLnBrk="1" hangingPunct="1">
              <a:spcBef>
                <a:spcPct val="50000"/>
              </a:spcBef>
            </a:pPr>
            <a:r>
              <a:rPr lang="en-US" altLang="en-US" sz="2800">
                <a:solidFill>
                  <a:schemeClr val="tx1"/>
                </a:solidFill>
                <a:latin typeface="Times New Roman" panose="02020603050405020304" pitchFamily="18" charset="0"/>
                <a:cs typeface="Times New Roman" panose="02020603050405020304" pitchFamily="18" charset="0"/>
              </a:rPr>
              <a:t>+ Định luật bảo toàn và chuyển hoá năng lượng </a:t>
            </a:r>
            <a:r>
              <a:rPr lang="en-US" altLang="en-US">
                <a:solidFill>
                  <a:schemeClr val="tx1"/>
                </a:solidFill>
                <a:latin typeface="Times New Roman" panose="02020603050405020304" pitchFamily="18" charset="0"/>
                <a:cs typeface="Times New Roman" panose="02020603050405020304" pitchFamily="18" charset="0"/>
                <a:hlinkClick r:id="rId3" action="ppaction://hlinkpres?slideindex=1&amp;slidetitle="/>
              </a:rPr>
              <a:t>@</a:t>
            </a:r>
            <a:endParaRPr lang="en-US" altLang="en-US">
              <a:solidFill>
                <a:schemeClr val="tx1"/>
              </a:solidFill>
              <a:latin typeface="Times New Roman" panose="02020603050405020304" pitchFamily="18" charset="0"/>
              <a:cs typeface="Times New Roman" panose="02020603050405020304" pitchFamily="18" charset="0"/>
            </a:endParaRPr>
          </a:p>
        </p:txBody>
      </p:sp>
      <p:sp>
        <p:nvSpPr>
          <p:cNvPr id="311303" name="AutoShape 7"/>
          <p:cNvSpPr>
            <a:spLocks noChangeArrowheads="1"/>
          </p:cNvSpPr>
          <p:nvPr/>
        </p:nvSpPr>
        <p:spPr bwMode="auto">
          <a:xfrm>
            <a:off x="5486400" y="2133600"/>
            <a:ext cx="457200" cy="381000"/>
          </a:xfrm>
          <a:prstGeom prst="rightArrow">
            <a:avLst>
              <a:gd name="adj1" fmla="val 50000"/>
              <a:gd name="adj2" fmla="val 30000"/>
            </a:avLst>
          </a:prstGeom>
          <a:solidFill>
            <a:schemeClr val="hlink"/>
          </a:solidFill>
          <a:ln w="9525">
            <a:solidFill>
              <a:schemeClr val="folHlink"/>
            </a:solidFill>
            <a:miter lim="800000"/>
            <a:headEnd/>
            <a:tailEnd/>
          </a:ln>
        </p:spPr>
        <p:txBody>
          <a:bodyPr wrap="none" anchor="ctr"/>
          <a:lstStyle>
            <a:lvl1pPr eaLnBrk="0" hangingPunct="0">
              <a:defRPr sz="2400">
                <a:solidFill>
                  <a:srgbClr val="00FF00"/>
                </a:solidFill>
                <a:latin typeface=".VnArial" panose="020B7200000000000000" pitchFamily="34" charset="0"/>
              </a:defRPr>
            </a:lvl1pPr>
            <a:lvl2pPr marL="742950" indent="-285750" eaLnBrk="0" hangingPunct="0">
              <a:defRPr sz="2400">
                <a:solidFill>
                  <a:srgbClr val="00FF00"/>
                </a:solidFill>
                <a:latin typeface=".VnArial" panose="020B7200000000000000" pitchFamily="34" charset="0"/>
              </a:defRPr>
            </a:lvl2pPr>
            <a:lvl3pPr marL="1143000" indent="-228600" eaLnBrk="0" hangingPunct="0">
              <a:defRPr sz="2400">
                <a:solidFill>
                  <a:srgbClr val="00FF00"/>
                </a:solidFill>
                <a:latin typeface=".VnArial" panose="020B7200000000000000" pitchFamily="34" charset="0"/>
              </a:defRPr>
            </a:lvl3pPr>
            <a:lvl4pPr marL="1600200" indent="-228600" eaLnBrk="0" hangingPunct="0">
              <a:defRPr sz="2400">
                <a:solidFill>
                  <a:srgbClr val="00FF00"/>
                </a:solidFill>
                <a:latin typeface=".VnArial" panose="020B7200000000000000" pitchFamily="34" charset="0"/>
              </a:defRPr>
            </a:lvl4pPr>
            <a:lvl5pPr marL="2057400" indent="-228600" eaLnBrk="0" hangingPunct="0">
              <a:defRPr sz="2400">
                <a:solidFill>
                  <a:srgbClr val="00FF00"/>
                </a:solidFill>
                <a:latin typeface=".VnArial" panose="020B7200000000000000" pitchFamily="34" charset="0"/>
              </a:defRPr>
            </a:lvl5pPr>
            <a:lvl6pPr marL="2514600" indent="-228600" eaLnBrk="0" fontAlgn="base" hangingPunct="0">
              <a:spcBef>
                <a:spcPct val="0"/>
              </a:spcBef>
              <a:spcAft>
                <a:spcPct val="0"/>
              </a:spcAft>
              <a:defRPr sz="2400">
                <a:solidFill>
                  <a:srgbClr val="00FF00"/>
                </a:solidFill>
                <a:latin typeface=".VnArial" panose="020B7200000000000000" pitchFamily="34" charset="0"/>
              </a:defRPr>
            </a:lvl6pPr>
            <a:lvl7pPr marL="2971800" indent="-228600" eaLnBrk="0" fontAlgn="base" hangingPunct="0">
              <a:spcBef>
                <a:spcPct val="0"/>
              </a:spcBef>
              <a:spcAft>
                <a:spcPct val="0"/>
              </a:spcAft>
              <a:defRPr sz="2400">
                <a:solidFill>
                  <a:srgbClr val="00FF00"/>
                </a:solidFill>
                <a:latin typeface=".VnArial" panose="020B7200000000000000" pitchFamily="34" charset="0"/>
              </a:defRPr>
            </a:lvl7pPr>
            <a:lvl8pPr marL="3429000" indent="-228600" eaLnBrk="0" fontAlgn="base" hangingPunct="0">
              <a:spcBef>
                <a:spcPct val="0"/>
              </a:spcBef>
              <a:spcAft>
                <a:spcPct val="0"/>
              </a:spcAft>
              <a:defRPr sz="2400">
                <a:solidFill>
                  <a:srgbClr val="00FF00"/>
                </a:solidFill>
                <a:latin typeface=".VnArial" panose="020B7200000000000000" pitchFamily="34" charset="0"/>
              </a:defRPr>
            </a:lvl8pPr>
            <a:lvl9pPr marL="3886200" indent="-228600" eaLnBrk="0" fontAlgn="base" hangingPunct="0">
              <a:spcBef>
                <a:spcPct val="0"/>
              </a:spcBef>
              <a:spcAft>
                <a:spcPct val="0"/>
              </a:spcAft>
              <a:defRPr sz="2400">
                <a:solidFill>
                  <a:srgbClr val="00FF00"/>
                </a:solidFill>
                <a:latin typeface=".VnArial" panose="020B7200000000000000" pitchFamily="34" charset="0"/>
              </a:defRPr>
            </a:lvl9pPr>
          </a:lstStyle>
          <a:p>
            <a:pPr eaLnBrk="1" hangingPunct="1"/>
            <a:endParaRPr lang="en-US" altLang="en-US" sz="1800">
              <a:solidFill>
                <a:schemeClr val="tx1"/>
              </a:solidFill>
              <a:latin typeface="Arial" panose="020B0604020202020204" pitchFamily="34" charset="0"/>
            </a:endParaRPr>
          </a:p>
        </p:txBody>
      </p:sp>
      <p:sp>
        <p:nvSpPr>
          <p:cNvPr id="311304" name="AutoShape 8"/>
          <p:cNvSpPr>
            <a:spLocks/>
          </p:cNvSpPr>
          <p:nvPr/>
        </p:nvSpPr>
        <p:spPr bwMode="auto">
          <a:xfrm>
            <a:off x="1952626" y="1371600"/>
            <a:ext cx="257175" cy="1981200"/>
          </a:xfrm>
          <a:prstGeom prst="leftBrace">
            <a:avLst>
              <a:gd name="adj1" fmla="val 64198"/>
              <a:gd name="adj2" fmla="val 50000"/>
            </a:avLst>
          </a:prstGeom>
          <a:noFill/>
          <a:ln w="9525">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rgbClr val="00FF00"/>
                </a:solidFill>
                <a:latin typeface=".VnArial" panose="020B7200000000000000" pitchFamily="34" charset="0"/>
              </a:defRPr>
            </a:lvl1pPr>
            <a:lvl2pPr marL="742950" indent="-285750" eaLnBrk="0" hangingPunct="0">
              <a:defRPr sz="2400">
                <a:solidFill>
                  <a:srgbClr val="00FF00"/>
                </a:solidFill>
                <a:latin typeface=".VnArial" panose="020B7200000000000000" pitchFamily="34" charset="0"/>
              </a:defRPr>
            </a:lvl2pPr>
            <a:lvl3pPr marL="1143000" indent="-228600" eaLnBrk="0" hangingPunct="0">
              <a:defRPr sz="2400">
                <a:solidFill>
                  <a:srgbClr val="00FF00"/>
                </a:solidFill>
                <a:latin typeface=".VnArial" panose="020B7200000000000000" pitchFamily="34" charset="0"/>
              </a:defRPr>
            </a:lvl3pPr>
            <a:lvl4pPr marL="1600200" indent="-228600" eaLnBrk="0" hangingPunct="0">
              <a:defRPr sz="2400">
                <a:solidFill>
                  <a:srgbClr val="00FF00"/>
                </a:solidFill>
                <a:latin typeface=".VnArial" panose="020B7200000000000000" pitchFamily="34" charset="0"/>
              </a:defRPr>
            </a:lvl4pPr>
            <a:lvl5pPr marL="2057400" indent="-228600" eaLnBrk="0" hangingPunct="0">
              <a:defRPr sz="2400">
                <a:solidFill>
                  <a:srgbClr val="00FF00"/>
                </a:solidFill>
                <a:latin typeface=".VnArial" panose="020B7200000000000000" pitchFamily="34" charset="0"/>
              </a:defRPr>
            </a:lvl5pPr>
            <a:lvl6pPr marL="2514600" indent="-228600" eaLnBrk="0" fontAlgn="base" hangingPunct="0">
              <a:spcBef>
                <a:spcPct val="0"/>
              </a:spcBef>
              <a:spcAft>
                <a:spcPct val="0"/>
              </a:spcAft>
              <a:defRPr sz="2400">
                <a:solidFill>
                  <a:srgbClr val="00FF00"/>
                </a:solidFill>
                <a:latin typeface=".VnArial" panose="020B7200000000000000" pitchFamily="34" charset="0"/>
              </a:defRPr>
            </a:lvl6pPr>
            <a:lvl7pPr marL="2971800" indent="-228600" eaLnBrk="0" fontAlgn="base" hangingPunct="0">
              <a:spcBef>
                <a:spcPct val="0"/>
              </a:spcBef>
              <a:spcAft>
                <a:spcPct val="0"/>
              </a:spcAft>
              <a:defRPr sz="2400">
                <a:solidFill>
                  <a:srgbClr val="00FF00"/>
                </a:solidFill>
                <a:latin typeface=".VnArial" panose="020B7200000000000000" pitchFamily="34" charset="0"/>
              </a:defRPr>
            </a:lvl7pPr>
            <a:lvl8pPr marL="3429000" indent="-228600" eaLnBrk="0" fontAlgn="base" hangingPunct="0">
              <a:spcBef>
                <a:spcPct val="0"/>
              </a:spcBef>
              <a:spcAft>
                <a:spcPct val="0"/>
              </a:spcAft>
              <a:defRPr sz="2400">
                <a:solidFill>
                  <a:srgbClr val="00FF00"/>
                </a:solidFill>
                <a:latin typeface=".VnArial" panose="020B7200000000000000" pitchFamily="34" charset="0"/>
              </a:defRPr>
            </a:lvl8pPr>
            <a:lvl9pPr marL="3886200" indent="-228600" eaLnBrk="0" fontAlgn="base" hangingPunct="0">
              <a:spcBef>
                <a:spcPct val="0"/>
              </a:spcBef>
              <a:spcAft>
                <a:spcPct val="0"/>
              </a:spcAft>
              <a:defRPr sz="2400">
                <a:solidFill>
                  <a:srgbClr val="00FF00"/>
                </a:solidFill>
                <a:latin typeface=".VnArial" panose="020B7200000000000000" pitchFamily="34" charset="0"/>
              </a:defRPr>
            </a:lvl9pPr>
          </a:lstStyle>
          <a:p>
            <a:pPr eaLnBrk="1" hangingPunct="1"/>
            <a:endParaRPr lang="en-US" altLang="en-US" sz="1800">
              <a:solidFill>
                <a:schemeClr val="tx1"/>
              </a:solidFill>
              <a:latin typeface="Arial" panose="020B0604020202020204" pitchFamily="34" charset="0"/>
            </a:endParaRPr>
          </a:p>
        </p:txBody>
      </p:sp>
      <p:sp>
        <p:nvSpPr>
          <p:cNvPr id="311305" name="AutoShape 9"/>
          <p:cNvSpPr>
            <a:spLocks/>
          </p:cNvSpPr>
          <p:nvPr/>
        </p:nvSpPr>
        <p:spPr bwMode="auto">
          <a:xfrm>
            <a:off x="6172201" y="1371600"/>
            <a:ext cx="257175" cy="1981200"/>
          </a:xfrm>
          <a:prstGeom prst="leftBrace">
            <a:avLst>
              <a:gd name="adj1" fmla="val 64198"/>
              <a:gd name="adj2" fmla="val 50000"/>
            </a:avLst>
          </a:prstGeom>
          <a:noFill/>
          <a:ln w="9525">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rgbClr val="00FF00"/>
                </a:solidFill>
                <a:latin typeface=".VnArial" panose="020B7200000000000000" pitchFamily="34" charset="0"/>
              </a:defRPr>
            </a:lvl1pPr>
            <a:lvl2pPr marL="742950" indent="-285750" eaLnBrk="0" hangingPunct="0">
              <a:defRPr sz="2400">
                <a:solidFill>
                  <a:srgbClr val="00FF00"/>
                </a:solidFill>
                <a:latin typeface=".VnArial" panose="020B7200000000000000" pitchFamily="34" charset="0"/>
              </a:defRPr>
            </a:lvl2pPr>
            <a:lvl3pPr marL="1143000" indent="-228600" eaLnBrk="0" hangingPunct="0">
              <a:defRPr sz="2400">
                <a:solidFill>
                  <a:srgbClr val="00FF00"/>
                </a:solidFill>
                <a:latin typeface=".VnArial" panose="020B7200000000000000" pitchFamily="34" charset="0"/>
              </a:defRPr>
            </a:lvl3pPr>
            <a:lvl4pPr marL="1600200" indent="-228600" eaLnBrk="0" hangingPunct="0">
              <a:defRPr sz="2400">
                <a:solidFill>
                  <a:srgbClr val="00FF00"/>
                </a:solidFill>
                <a:latin typeface=".VnArial" panose="020B7200000000000000" pitchFamily="34" charset="0"/>
              </a:defRPr>
            </a:lvl4pPr>
            <a:lvl5pPr marL="2057400" indent="-228600" eaLnBrk="0" hangingPunct="0">
              <a:defRPr sz="2400">
                <a:solidFill>
                  <a:srgbClr val="00FF00"/>
                </a:solidFill>
                <a:latin typeface=".VnArial" panose="020B7200000000000000" pitchFamily="34" charset="0"/>
              </a:defRPr>
            </a:lvl5pPr>
            <a:lvl6pPr marL="2514600" indent="-228600" eaLnBrk="0" fontAlgn="base" hangingPunct="0">
              <a:spcBef>
                <a:spcPct val="0"/>
              </a:spcBef>
              <a:spcAft>
                <a:spcPct val="0"/>
              </a:spcAft>
              <a:defRPr sz="2400">
                <a:solidFill>
                  <a:srgbClr val="00FF00"/>
                </a:solidFill>
                <a:latin typeface=".VnArial" panose="020B7200000000000000" pitchFamily="34" charset="0"/>
              </a:defRPr>
            </a:lvl6pPr>
            <a:lvl7pPr marL="2971800" indent="-228600" eaLnBrk="0" fontAlgn="base" hangingPunct="0">
              <a:spcBef>
                <a:spcPct val="0"/>
              </a:spcBef>
              <a:spcAft>
                <a:spcPct val="0"/>
              </a:spcAft>
              <a:defRPr sz="2400">
                <a:solidFill>
                  <a:srgbClr val="00FF00"/>
                </a:solidFill>
                <a:latin typeface=".VnArial" panose="020B7200000000000000" pitchFamily="34" charset="0"/>
              </a:defRPr>
            </a:lvl7pPr>
            <a:lvl8pPr marL="3429000" indent="-228600" eaLnBrk="0" fontAlgn="base" hangingPunct="0">
              <a:spcBef>
                <a:spcPct val="0"/>
              </a:spcBef>
              <a:spcAft>
                <a:spcPct val="0"/>
              </a:spcAft>
              <a:defRPr sz="2400">
                <a:solidFill>
                  <a:srgbClr val="00FF00"/>
                </a:solidFill>
                <a:latin typeface=".VnArial" panose="020B7200000000000000" pitchFamily="34" charset="0"/>
              </a:defRPr>
            </a:lvl8pPr>
            <a:lvl9pPr marL="3886200" indent="-228600" eaLnBrk="0" fontAlgn="base" hangingPunct="0">
              <a:spcBef>
                <a:spcPct val="0"/>
              </a:spcBef>
              <a:spcAft>
                <a:spcPct val="0"/>
              </a:spcAft>
              <a:defRPr sz="2400">
                <a:solidFill>
                  <a:srgbClr val="00FF00"/>
                </a:solidFill>
                <a:latin typeface=".VnArial" panose="020B7200000000000000" pitchFamily="34" charset="0"/>
              </a:defRPr>
            </a:lvl9pPr>
          </a:lstStyle>
          <a:p>
            <a:pPr eaLnBrk="1" hangingPunct="1"/>
            <a:endParaRPr lang="en-US" altLang="en-US" sz="1800">
              <a:solidFill>
                <a:schemeClr val="tx1"/>
              </a:solidFill>
              <a:latin typeface="Arial" panose="020B0604020202020204" pitchFamily="34" charset="0"/>
            </a:endParaRPr>
          </a:p>
        </p:txBody>
      </p:sp>
      <p:sp>
        <p:nvSpPr>
          <p:cNvPr id="311306" name="Text Box 10"/>
          <p:cNvSpPr txBox="1">
            <a:spLocks noChangeArrowheads="1"/>
          </p:cNvSpPr>
          <p:nvPr/>
        </p:nvSpPr>
        <p:spPr bwMode="auto">
          <a:xfrm>
            <a:off x="6400800" y="1371601"/>
            <a:ext cx="38862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FF00"/>
                </a:solidFill>
                <a:latin typeface=".VnArial" panose="020B7200000000000000" pitchFamily="34" charset="0"/>
              </a:defRPr>
            </a:lvl1pPr>
            <a:lvl2pPr marL="742950" indent="-285750" eaLnBrk="0" hangingPunct="0">
              <a:defRPr sz="2400">
                <a:solidFill>
                  <a:srgbClr val="00FF00"/>
                </a:solidFill>
                <a:latin typeface=".VnArial" panose="020B7200000000000000" pitchFamily="34" charset="0"/>
              </a:defRPr>
            </a:lvl2pPr>
            <a:lvl3pPr marL="1143000" indent="-228600" eaLnBrk="0" hangingPunct="0">
              <a:defRPr sz="2400">
                <a:solidFill>
                  <a:srgbClr val="00FF00"/>
                </a:solidFill>
                <a:latin typeface=".VnArial" panose="020B7200000000000000" pitchFamily="34" charset="0"/>
              </a:defRPr>
            </a:lvl3pPr>
            <a:lvl4pPr marL="1600200" indent="-228600" eaLnBrk="0" hangingPunct="0">
              <a:defRPr sz="2400">
                <a:solidFill>
                  <a:srgbClr val="00FF00"/>
                </a:solidFill>
                <a:latin typeface=".VnArial" panose="020B7200000000000000" pitchFamily="34" charset="0"/>
              </a:defRPr>
            </a:lvl4pPr>
            <a:lvl5pPr marL="2057400" indent="-228600" eaLnBrk="0" hangingPunct="0">
              <a:defRPr sz="2400">
                <a:solidFill>
                  <a:srgbClr val="00FF00"/>
                </a:solidFill>
                <a:latin typeface=".VnArial" panose="020B7200000000000000" pitchFamily="34" charset="0"/>
              </a:defRPr>
            </a:lvl5pPr>
            <a:lvl6pPr marL="2514600" indent="-228600" eaLnBrk="0" fontAlgn="base" hangingPunct="0">
              <a:spcBef>
                <a:spcPct val="0"/>
              </a:spcBef>
              <a:spcAft>
                <a:spcPct val="0"/>
              </a:spcAft>
              <a:defRPr sz="2400">
                <a:solidFill>
                  <a:srgbClr val="00FF00"/>
                </a:solidFill>
                <a:latin typeface=".VnArial" panose="020B7200000000000000" pitchFamily="34" charset="0"/>
              </a:defRPr>
            </a:lvl6pPr>
            <a:lvl7pPr marL="2971800" indent="-228600" eaLnBrk="0" fontAlgn="base" hangingPunct="0">
              <a:spcBef>
                <a:spcPct val="0"/>
              </a:spcBef>
              <a:spcAft>
                <a:spcPct val="0"/>
              </a:spcAft>
              <a:defRPr sz="2400">
                <a:solidFill>
                  <a:srgbClr val="00FF00"/>
                </a:solidFill>
                <a:latin typeface=".VnArial" panose="020B7200000000000000" pitchFamily="34" charset="0"/>
              </a:defRPr>
            </a:lvl7pPr>
            <a:lvl8pPr marL="3429000" indent="-228600" eaLnBrk="0" fontAlgn="base" hangingPunct="0">
              <a:spcBef>
                <a:spcPct val="0"/>
              </a:spcBef>
              <a:spcAft>
                <a:spcPct val="0"/>
              </a:spcAft>
              <a:defRPr sz="2400">
                <a:solidFill>
                  <a:srgbClr val="00FF00"/>
                </a:solidFill>
                <a:latin typeface=".VnArial" panose="020B7200000000000000" pitchFamily="34" charset="0"/>
              </a:defRPr>
            </a:lvl8pPr>
            <a:lvl9pPr marL="3886200" indent="-228600" eaLnBrk="0" fontAlgn="base" hangingPunct="0">
              <a:spcBef>
                <a:spcPct val="0"/>
              </a:spcBef>
              <a:spcAft>
                <a:spcPct val="0"/>
              </a:spcAft>
              <a:defRPr sz="2400">
                <a:solidFill>
                  <a:srgbClr val="00FF00"/>
                </a:solidFill>
                <a:latin typeface=".VnArial" panose="020B7200000000000000" pitchFamily="34" charset="0"/>
              </a:defRPr>
            </a:lvl9pPr>
          </a:lstStyle>
          <a:p>
            <a:pPr eaLnBrk="1" hangingPunct="1">
              <a:spcBef>
                <a:spcPct val="50000"/>
              </a:spcBef>
            </a:pPr>
            <a:r>
              <a:rPr lang="en-US" altLang="en-US">
                <a:solidFill>
                  <a:schemeClr val="tx1"/>
                </a:solidFill>
                <a:latin typeface="Times New Roman" panose="02020603050405020304" pitchFamily="18" charset="0"/>
                <a:cs typeface="Times New Roman" panose="02020603050405020304" pitchFamily="18" charset="0"/>
              </a:rPr>
              <a:t>+ Khẳng định tính đúng đắn của CNDVBC và CNDVLS</a:t>
            </a:r>
          </a:p>
        </p:txBody>
      </p:sp>
      <p:sp>
        <p:nvSpPr>
          <p:cNvPr id="311307" name="Text Box 11"/>
          <p:cNvSpPr txBox="1">
            <a:spLocks noChangeArrowheads="1"/>
          </p:cNvSpPr>
          <p:nvPr/>
        </p:nvSpPr>
        <p:spPr bwMode="auto">
          <a:xfrm>
            <a:off x="6477000" y="2438401"/>
            <a:ext cx="41910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FF00"/>
                </a:solidFill>
                <a:latin typeface=".VnArial" panose="020B7200000000000000" pitchFamily="34" charset="0"/>
              </a:defRPr>
            </a:lvl1pPr>
            <a:lvl2pPr marL="742950" indent="-285750" eaLnBrk="0" hangingPunct="0">
              <a:defRPr sz="2400">
                <a:solidFill>
                  <a:srgbClr val="00FF00"/>
                </a:solidFill>
                <a:latin typeface=".VnArial" panose="020B7200000000000000" pitchFamily="34" charset="0"/>
              </a:defRPr>
            </a:lvl2pPr>
            <a:lvl3pPr marL="1143000" indent="-228600" eaLnBrk="0" hangingPunct="0">
              <a:defRPr sz="2400">
                <a:solidFill>
                  <a:srgbClr val="00FF00"/>
                </a:solidFill>
                <a:latin typeface=".VnArial" panose="020B7200000000000000" pitchFamily="34" charset="0"/>
              </a:defRPr>
            </a:lvl3pPr>
            <a:lvl4pPr marL="1600200" indent="-228600" eaLnBrk="0" hangingPunct="0">
              <a:defRPr sz="2400">
                <a:solidFill>
                  <a:srgbClr val="00FF00"/>
                </a:solidFill>
                <a:latin typeface=".VnArial" panose="020B7200000000000000" pitchFamily="34" charset="0"/>
              </a:defRPr>
            </a:lvl4pPr>
            <a:lvl5pPr marL="2057400" indent="-228600" eaLnBrk="0" hangingPunct="0">
              <a:defRPr sz="2400">
                <a:solidFill>
                  <a:srgbClr val="00FF00"/>
                </a:solidFill>
                <a:latin typeface=".VnArial" panose="020B7200000000000000" pitchFamily="34" charset="0"/>
              </a:defRPr>
            </a:lvl5pPr>
            <a:lvl6pPr marL="2514600" indent="-228600" eaLnBrk="0" fontAlgn="base" hangingPunct="0">
              <a:spcBef>
                <a:spcPct val="0"/>
              </a:spcBef>
              <a:spcAft>
                <a:spcPct val="0"/>
              </a:spcAft>
              <a:defRPr sz="2400">
                <a:solidFill>
                  <a:srgbClr val="00FF00"/>
                </a:solidFill>
                <a:latin typeface=".VnArial" panose="020B7200000000000000" pitchFamily="34" charset="0"/>
              </a:defRPr>
            </a:lvl6pPr>
            <a:lvl7pPr marL="2971800" indent="-228600" eaLnBrk="0" fontAlgn="base" hangingPunct="0">
              <a:spcBef>
                <a:spcPct val="0"/>
              </a:spcBef>
              <a:spcAft>
                <a:spcPct val="0"/>
              </a:spcAft>
              <a:defRPr sz="2400">
                <a:solidFill>
                  <a:srgbClr val="00FF00"/>
                </a:solidFill>
                <a:latin typeface=".VnArial" panose="020B7200000000000000" pitchFamily="34" charset="0"/>
              </a:defRPr>
            </a:lvl7pPr>
            <a:lvl8pPr marL="3429000" indent="-228600" eaLnBrk="0" fontAlgn="base" hangingPunct="0">
              <a:spcBef>
                <a:spcPct val="0"/>
              </a:spcBef>
              <a:spcAft>
                <a:spcPct val="0"/>
              </a:spcAft>
              <a:defRPr sz="2400">
                <a:solidFill>
                  <a:srgbClr val="00FF00"/>
                </a:solidFill>
                <a:latin typeface=".VnArial" panose="020B7200000000000000" pitchFamily="34" charset="0"/>
              </a:defRPr>
            </a:lvl8pPr>
            <a:lvl9pPr marL="3886200" indent="-228600" eaLnBrk="0" fontAlgn="base" hangingPunct="0">
              <a:spcBef>
                <a:spcPct val="0"/>
              </a:spcBef>
              <a:spcAft>
                <a:spcPct val="0"/>
              </a:spcAft>
              <a:defRPr sz="2400">
                <a:solidFill>
                  <a:srgbClr val="00FF00"/>
                </a:solidFill>
                <a:latin typeface=".VnArial" panose="020B7200000000000000" pitchFamily="34" charset="0"/>
              </a:defRPr>
            </a:lvl9pPr>
          </a:lstStyle>
          <a:p>
            <a:pPr eaLnBrk="1" hangingPunct="1">
              <a:spcBef>
                <a:spcPct val="50000"/>
              </a:spcBef>
            </a:pPr>
            <a:r>
              <a:rPr lang="en-US" altLang="en-US">
                <a:solidFill>
                  <a:schemeClr val="tx1"/>
                </a:solidFill>
                <a:latin typeface="Times New Roman" panose="02020603050405020304" pitchFamily="18" charset="0"/>
                <a:cs typeface="Times New Roman" panose="02020603050405020304" pitchFamily="18" charset="0"/>
              </a:rPr>
              <a:t>+ Làm cơ sở lý luận và phương pháp luận cho CNXHKH</a:t>
            </a:r>
          </a:p>
        </p:txBody>
      </p:sp>
      <p:sp>
        <p:nvSpPr>
          <p:cNvPr id="311308" name="Text Box 12"/>
          <p:cNvSpPr txBox="1">
            <a:spLocks noChangeArrowheads="1"/>
          </p:cNvSpPr>
          <p:nvPr/>
        </p:nvSpPr>
        <p:spPr bwMode="auto">
          <a:xfrm>
            <a:off x="1676400" y="3657601"/>
            <a:ext cx="304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FF00"/>
                </a:solidFill>
                <a:latin typeface=".VnArial" panose="020B7200000000000000" pitchFamily="34" charset="0"/>
              </a:defRPr>
            </a:lvl1pPr>
            <a:lvl2pPr marL="742950" indent="-285750" eaLnBrk="0" hangingPunct="0">
              <a:defRPr sz="2400">
                <a:solidFill>
                  <a:srgbClr val="00FF00"/>
                </a:solidFill>
                <a:latin typeface=".VnArial" panose="020B7200000000000000" pitchFamily="34" charset="0"/>
              </a:defRPr>
            </a:lvl2pPr>
            <a:lvl3pPr marL="1143000" indent="-228600" eaLnBrk="0" hangingPunct="0">
              <a:defRPr sz="2400">
                <a:solidFill>
                  <a:srgbClr val="00FF00"/>
                </a:solidFill>
                <a:latin typeface=".VnArial" panose="020B7200000000000000" pitchFamily="34" charset="0"/>
              </a:defRPr>
            </a:lvl3pPr>
            <a:lvl4pPr marL="1600200" indent="-228600" eaLnBrk="0" hangingPunct="0">
              <a:defRPr sz="2400">
                <a:solidFill>
                  <a:srgbClr val="00FF00"/>
                </a:solidFill>
                <a:latin typeface=".VnArial" panose="020B7200000000000000" pitchFamily="34" charset="0"/>
              </a:defRPr>
            </a:lvl4pPr>
            <a:lvl5pPr marL="2057400" indent="-228600" eaLnBrk="0" hangingPunct="0">
              <a:defRPr sz="2400">
                <a:solidFill>
                  <a:srgbClr val="00FF00"/>
                </a:solidFill>
                <a:latin typeface=".VnArial" panose="020B7200000000000000" pitchFamily="34" charset="0"/>
              </a:defRPr>
            </a:lvl5pPr>
            <a:lvl6pPr marL="2514600" indent="-228600" eaLnBrk="0" fontAlgn="base" hangingPunct="0">
              <a:spcBef>
                <a:spcPct val="0"/>
              </a:spcBef>
              <a:spcAft>
                <a:spcPct val="0"/>
              </a:spcAft>
              <a:defRPr sz="2400">
                <a:solidFill>
                  <a:srgbClr val="00FF00"/>
                </a:solidFill>
                <a:latin typeface=".VnArial" panose="020B7200000000000000" pitchFamily="34" charset="0"/>
              </a:defRPr>
            </a:lvl6pPr>
            <a:lvl7pPr marL="2971800" indent="-228600" eaLnBrk="0" fontAlgn="base" hangingPunct="0">
              <a:spcBef>
                <a:spcPct val="0"/>
              </a:spcBef>
              <a:spcAft>
                <a:spcPct val="0"/>
              </a:spcAft>
              <a:defRPr sz="2400">
                <a:solidFill>
                  <a:srgbClr val="00FF00"/>
                </a:solidFill>
                <a:latin typeface=".VnArial" panose="020B7200000000000000" pitchFamily="34" charset="0"/>
              </a:defRPr>
            </a:lvl7pPr>
            <a:lvl8pPr marL="3429000" indent="-228600" eaLnBrk="0" fontAlgn="base" hangingPunct="0">
              <a:spcBef>
                <a:spcPct val="0"/>
              </a:spcBef>
              <a:spcAft>
                <a:spcPct val="0"/>
              </a:spcAft>
              <a:defRPr sz="2400">
                <a:solidFill>
                  <a:srgbClr val="00FF00"/>
                </a:solidFill>
                <a:latin typeface=".VnArial" panose="020B7200000000000000" pitchFamily="34" charset="0"/>
              </a:defRPr>
            </a:lvl8pPr>
            <a:lvl9pPr marL="3886200" indent="-228600" eaLnBrk="0" fontAlgn="base" hangingPunct="0">
              <a:spcBef>
                <a:spcPct val="0"/>
              </a:spcBef>
              <a:spcAft>
                <a:spcPct val="0"/>
              </a:spcAft>
              <a:defRPr sz="2400">
                <a:solidFill>
                  <a:srgbClr val="00FF00"/>
                </a:solidFill>
                <a:latin typeface=".VnArial" panose="020B7200000000000000" pitchFamily="34" charset="0"/>
              </a:defRPr>
            </a:lvl9pPr>
          </a:lstStyle>
          <a:p>
            <a:pPr eaLnBrk="1" hangingPunct="1">
              <a:spcBef>
                <a:spcPct val="50000"/>
              </a:spcBef>
            </a:pPr>
            <a:r>
              <a:rPr lang="en-US" altLang="en-US" sz="2800" b="1" dirty="0">
                <a:solidFill>
                  <a:schemeClr val="tx1"/>
                </a:solidFill>
                <a:latin typeface="Times New Roman" panose="02020603050405020304" pitchFamily="18" charset="0"/>
                <a:cs typeface="Times New Roman" panose="02020603050405020304" pitchFamily="18" charset="0"/>
              </a:rPr>
              <a:t>- </a:t>
            </a:r>
            <a:r>
              <a:rPr lang="en-US" altLang="en-US" sz="2800" b="1" dirty="0" err="1" smtClean="0">
                <a:solidFill>
                  <a:schemeClr val="tx1"/>
                </a:solidFill>
                <a:latin typeface="Times New Roman" panose="02020603050405020304" pitchFamily="18" charset="0"/>
                <a:cs typeface="Times New Roman" panose="02020603050405020304" pitchFamily="18" charset="0"/>
              </a:rPr>
              <a:t>Lý</a:t>
            </a:r>
            <a:r>
              <a:rPr lang="en-US" altLang="en-US" sz="2800" b="1" dirty="0" smtClean="0">
                <a:solidFill>
                  <a:schemeClr val="tx1"/>
                </a:solidFill>
                <a:latin typeface="Times New Roman" panose="02020603050405020304" pitchFamily="18" charset="0"/>
                <a:cs typeface="Times New Roman" panose="02020603050405020304" pitchFamily="18" charset="0"/>
              </a:rPr>
              <a:t> </a:t>
            </a:r>
            <a:r>
              <a:rPr lang="en-US" altLang="en-US" sz="2800" b="1" dirty="0" err="1" smtClean="0">
                <a:solidFill>
                  <a:schemeClr val="tx1"/>
                </a:solidFill>
                <a:latin typeface="Times New Roman" panose="02020603050405020304" pitchFamily="18" charset="0"/>
                <a:cs typeface="Times New Roman" panose="02020603050405020304" pitchFamily="18" charset="0"/>
              </a:rPr>
              <a:t>luận</a:t>
            </a:r>
            <a:r>
              <a:rPr lang="en-US" altLang="en-US" sz="2800" b="1" dirty="0" smtClean="0">
                <a:solidFill>
                  <a:schemeClr val="tx1"/>
                </a:solidFill>
                <a:latin typeface="Times New Roman" panose="02020603050405020304" pitchFamily="18" charset="0"/>
                <a:cs typeface="Times New Roman" panose="02020603050405020304" pitchFamily="18" charset="0"/>
              </a:rPr>
              <a:t>:</a:t>
            </a:r>
            <a:endParaRPr lang="en-US" altLang="en-US" sz="2800" b="1" dirty="0">
              <a:solidFill>
                <a:schemeClr val="tx1"/>
              </a:solidFill>
              <a:latin typeface="Times New Roman" panose="02020603050405020304" pitchFamily="18" charset="0"/>
              <a:cs typeface="Times New Roman" panose="02020603050405020304" pitchFamily="18" charset="0"/>
            </a:endParaRPr>
          </a:p>
        </p:txBody>
      </p:sp>
      <p:sp>
        <p:nvSpPr>
          <p:cNvPr id="311309" name="AutoShape 13"/>
          <p:cNvSpPr>
            <a:spLocks/>
          </p:cNvSpPr>
          <p:nvPr/>
        </p:nvSpPr>
        <p:spPr bwMode="auto">
          <a:xfrm>
            <a:off x="1981201" y="4191000"/>
            <a:ext cx="257175" cy="1981200"/>
          </a:xfrm>
          <a:prstGeom prst="leftBrace">
            <a:avLst>
              <a:gd name="adj1" fmla="val 64198"/>
              <a:gd name="adj2" fmla="val 50000"/>
            </a:avLst>
          </a:prstGeom>
          <a:noFill/>
          <a:ln w="9525">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rgbClr val="00FF00"/>
                </a:solidFill>
                <a:latin typeface=".VnArial" panose="020B7200000000000000" pitchFamily="34" charset="0"/>
              </a:defRPr>
            </a:lvl1pPr>
            <a:lvl2pPr marL="742950" indent="-285750" eaLnBrk="0" hangingPunct="0">
              <a:defRPr sz="2400">
                <a:solidFill>
                  <a:srgbClr val="00FF00"/>
                </a:solidFill>
                <a:latin typeface=".VnArial" panose="020B7200000000000000" pitchFamily="34" charset="0"/>
              </a:defRPr>
            </a:lvl2pPr>
            <a:lvl3pPr marL="1143000" indent="-228600" eaLnBrk="0" hangingPunct="0">
              <a:defRPr sz="2400">
                <a:solidFill>
                  <a:srgbClr val="00FF00"/>
                </a:solidFill>
                <a:latin typeface=".VnArial" panose="020B7200000000000000" pitchFamily="34" charset="0"/>
              </a:defRPr>
            </a:lvl3pPr>
            <a:lvl4pPr marL="1600200" indent="-228600" eaLnBrk="0" hangingPunct="0">
              <a:defRPr sz="2400">
                <a:solidFill>
                  <a:srgbClr val="00FF00"/>
                </a:solidFill>
                <a:latin typeface=".VnArial" panose="020B7200000000000000" pitchFamily="34" charset="0"/>
              </a:defRPr>
            </a:lvl4pPr>
            <a:lvl5pPr marL="2057400" indent="-228600" eaLnBrk="0" hangingPunct="0">
              <a:defRPr sz="2400">
                <a:solidFill>
                  <a:srgbClr val="00FF00"/>
                </a:solidFill>
                <a:latin typeface=".VnArial" panose="020B7200000000000000" pitchFamily="34" charset="0"/>
              </a:defRPr>
            </a:lvl5pPr>
            <a:lvl6pPr marL="2514600" indent="-228600" eaLnBrk="0" fontAlgn="base" hangingPunct="0">
              <a:spcBef>
                <a:spcPct val="0"/>
              </a:spcBef>
              <a:spcAft>
                <a:spcPct val="0"/>
              </a:spcAft>
              <a:defRPr sz="2400">
                <a:solidFill>
                  <a:srgbClr val="00FF00"/>
                </a:solidFill>
                <a:latin typeface=".VnArial" panose="020B7200000000000000" pitchFamily="34" charset="0"/>
              </a:defRPr>
            </a:lvl6pPr>
            <a:lvl7pPr marL="2971800" indent="-228600" eaLnBrk="0" fontAlgn="base" hangingPunct="0">
              <a:spcBef>
                <a:spcPct val="0"/>
              </a:spcBef>
              <a:spcAft>
                <a:spcPct val="0"/>
              </a:spcAft>
              <a:defRPr sz="2400">
                <a:solidFill>
                  <a:srgbClr val="00FF00"/>
                </a:solidFill>
                <a:latin typeface=".VnArial" panose="020B7200000000000000" pitchFamily="34" charset="0"/>
              </a:defRPr>
            </a:lvl7pPr>
            <a:lvl8pPr marL="3429000" indent="-228600" eaLnBrk="0" fontAlgn="base" hangingPunct="0">
              <a:spcBef>
                <a:spcPct val="0"/>
              </a:spcBef>
              <a:spcAft>
                <a:spcPct val="0"/>
              </a:spcAft>
              <a:defRPr sz="2400">
                <a:solidFill>
                  <a:srgbClr val="00FF00"/>
                </a:solidFill>
                <a:latin typeface=".VnArial" panose="020B7200000000000000" pitchFamily="34" charset="0"/>
              </a:defRPr>
            </a:lvl8pPr>
            <a:lvl9pPr marL="3886200" indent="-228600" eaLnBrk="0" fontAlgn="base" hangingPunct="0">
              <a:spcBef>
                <a:spcPct val="0"/>
              </a:spcBef>
              <a:spcAft>
                <a:spcPct val="0"/>
              </a:spcAft>
              <a:defRPr sz="2400">
                <a:solidFill>
                  <a:srgbClr val="00FF00"/>
                </a:solidFill>
                <a:latin typeface=".VnArial" panose="020B7200000000000000" pitchFamily="34" charset="0"/>
              </a:defRPr>
            </a:lvl9pPr>
          </a:lstStyle>
          <a:p>
            <a:pPr eaLnBrk="1" hangingPunct="1"/>
            <a:endParaRPr lang="en-US" altLang="en-US" sz="1800">
              <a:solidFill>
                <a:schemeClr val="tx1"/>
              </a:solidFill>
              <a:latin typeface="Arial" panose="020B0604020202020204" pitchFamily="34" charset="0"/>
            </a:endParaRPr>
          </a:p>
        </p:txBody>
      </p:sp>
      <p:sp>
        <p:nvSpPr>
          <p:cNvPr id="311310" name="Text Box 14"/>
          <p:cNvSpPr txBox="1">
            <a:spLocks noChangeArrowheads="1"/>
          </p:cNvSpPr>
          <p:nvPr/>
        </p:nvSpPr>
        <p:spPr bwMode="auto">
          <a:xfrm>
            <a:off x="2209800" y="4129088"/>
            <a:ext cx="36576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FF00"/>
                </a:solidFill>
                <a:latin typeface=".VnArial" panose="020B7200000000000000" pitchFamily="34" charset="0"/>
              </a:defRPr>
            </a:lvl1pPr>
            <a:lvl2pPr marL="742950" indent="-285750" eaLnBrk="0" hangingPunct="0">
              <a:defRPr sz="2400">
                <a:solidFill>
                  <a:srgbClr val="00FF00"/>
                </a:solidFill>
                <a:latin typeface=".VnArial" panose="020B7200000000000000" pitchFamily="34" charset="0"/>
              </a:defRPr>
            </a:lvl2pPr>
            <a:lvl3pPr marL="1143000" indent="-228600" eaLnBrk="0" hangingPunct="0">
              <a:defRPr sz="2400">
                <a:solidFill>
                  <a:srgbClr val="00FF00"/>
                </a:solidFill>
                <a:latin typeface=".VnArial" panose="020B7200000000000000" pitchFamily="34" charset="0"/>
              </a:defRPr>
            </a:lvl3pPr>
            <a:lvl4pPr marL="1600200" indent="-228600" eaLnBrk="0" hangingPunct="0">
              <a:defRPr sz="2400">
                <a:solidFill>
                  <a:srgbClr val="00FF00"/>
                </a:solidFill>
                <a:latin typeface=".VnArial" panose="020B7200000000000000" pitchFamily="34" charset="0"/>
              </a:defRPr>
            </a:lvl4pPr>
            <a:lvl5pPr marL="2057400" indent="-228600" eaLnBrk="0" hangingPunct="0">
              <a:defRPr sz="2400">
                <a:solidFill>
                  <a:srgbClr val="00FF00"/>
                </a:solidFill>
                <a:latin typeface=".VnArial" panose="020B7200000000000000" pitchFamily="34" charset="0"/>
              </a:defRPr>
            </a:lvl5pPr>
            <a:lvl6pPr marL="2514600" indent="-228600" eaLnBrk="0" fontAlgn="base" hangingPunct="0">
              <a:spcBef>
                <a:spcPct val="0"/>
              </a:spcBef>
              <a:spcAft>
                <a:spcPct val="0"/>
              </a:spcAft>
              <a:defRPr sz="2400">
                <a:solidFill>
                  <a:srgbClr val="00FF00"/>
                </a:solidFill>
                <a:latin typeface=".VnArial" panose="020B7200000000000000" pitchFamily="34" charset="0"/>
              </a:defRPr>
            </a:lvl6pPr>
            <a:lvl7pPr marL="2971800" indent="-228600" eaLnBrk="0" fontAlgn="base" hangingPunct="0">
              <a:spcBef>
                <a:spcPct val="0"/>
              </a:spcBef>
              <a:spcAft>
                <a:spcPct val="0"/>
              </a:spcAft>
              <a:defRPr sz="2400">
                <a:solidFill>
                  <a:srgbClr val="00FF00"/>
                </a:solidFill>
                <a:latin typeface=".VnArial" panose="020B7200000000000000" pitchFamily="34" charset="0"/>
              </a:defRPr>
            </a:lvl7pPr>
            <a:lvl8pPr marL="3429000" indent="-228600" eaLnBrk="0" fontAlgn="base" hangingPunct="0">
              <a:spcBef>
                <a:spcPct val="0"/>
              </a:spcBef>
              <a:spcAft>
                <a:spcPct val="0"/>
              </a:spcAft>
              <a:defRPr sz="2400">
                <a:solidFill>
                  <a:srgbClr val="00FF00"/>
                </a:solidFill>
                <a:latin typeface=".VnArial" panose="020B7200000000000000" pitchFamily="34" charset="0"/>
              </a:defRPr>
            </a:lvl8pPr>
            <a:lvl9pPr marL="3886200" indent="-228600" eaLnBrk="0" fontAlgn="base" hangingPunct="0">
              <a:spcBef>
                <a:spcPct val="0"/>
              </a:spcBef>
              <a:spcAft>
                <a:spcPct val="0"/>
              </a:spcAft>
              <a:defRPr sz="2400">
                <a:solidFill>
                  <a:srgbClr val="00FF00"/>
                </a:solidFill>
                <a:latin typeface=".VnArial" panose="020B7200000000000000" pitchFamily="34" charset="0"/>
              </a:defRPr>
            </a:lvl9pPr>
          </a:lstStyle>
          <a:p>
            <a:pPr eaLnBrk="1" hangingPunct="1">
              <a:spcBef>
                <a:spcPct val="50000"/>
              </a:spcBef>
            </a:pPr>
            <a:r>
              <a:rPr lang="en-US" altLang="en-US">
                <a:solidFill>
                  <a:schemeClr val="tx1"/>
                </a:solidFill>
                <a:latin typeface="Times New Roman" panose="02020603050405020304" pitchFamily="18" charset="0"/>
                <a:cs typeface="Times New Roman" panose="02020603050405020304" pitchFamily="18" charset="0"/>
              </a:rPr>
              <a:t>+ Triết học cổ điển Đức </a:t>
            </a:r>
            <a:r>
              <a:rPr lang="en-US" altLang="en-US" sz="2200">
                <a:solidFill>
                  <a:schemeClr val="tx1"/>
                </a:solidFill>
                <a:latin typeface="Times New Roman" panose="02020603050405020304" pitchFamily="18" charset="0"/>
                <a:cs typeface="Times New Roman" panose="02020603050405020304" pitchFamily="18" charset="0"/>
                <a:hlinkClick r:id="rId4" action="ppaction://hlinkpres?slideindex=1&amp;slidetitle="/>
              </a:rPr>
              <a:t>@</a:t>
            </a:r>
            <a:r>
              <a:rPr lang="en-US" altLang="en-US">
                <a:solidFill>
                  <a:schemeClr val="tx1"/>
                </a:solidFill>
                <a:latin typeface="Times New Roman" panose="02020603050405020304" pitchFamily="18" charset="0"/>
                <a:cs typeface="Times New Roman" panose="02020603050405020304" pitchFamily="18" charset="0"/>
              </a:rPr>
              <a:t>  </a:t>
            </a:r>
          </a:p>
        </p:txBody>
      </p:sp>
      <p:sp>
        <p:nvSpPr>
          <p:cNvPr id="311311" name="Text Box 15"/>
          <p:cNvSpPr txBox="1">
            <a:spLocks noChangeArrowheads="1"/>
          </p:cNvSpPr>
          <p:nvPr/>
        </p:nvSpPr>
        <p:spPr bwMode="auto">
          <a:xfrm>
            <a:off x="2209800" y="4545013"/>
            <a:ext cx="312420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FF00"/>
                </a:solidFill>
                <a:latin typeface=".VnArial" panose="020B7200000000000000" pitchFamily="34" charset="0"/>
              </a:defRPr>
            </a:lvl1pPr>
            <a:lvl2pPr marL="742950" indent="-285750" eaLnBrk="0" hangingPunct="0">
              <a:defRPr sz="2400">
                <a:solidFill>
                  <a:srgbClr val="00FF00"/>
                </a:solidFill>
                <a:latin typeface=".VnArial" panose="020B7200000000000000" pitchFamily="34" charset="0"/>
              </a:defRPr>
            </a:lvl2pPr>
            <a:lvl3pPr marL="1143000" indent="-228600" eaLnBrk="0" hangingPunct="0">
              <a:defRPr sz="2400">
                <a:solidFill>
                  <a:srgbClr val="00FF00"/>
                </a:solidFill>
                <a:latin typeface=".VnArial" panose="020B7200000000000000" pitchFamily="34" charset="0"/>
              </a:defRPr>
            </a:lvl3pPr>
            <a:lvl4pPr marL="1600200" indent="-228600" eaLnBrk="0" hangingPunct="0">
              <a:defRPr sz="2400">
                <a:solidFill>
                  <a:srgbClr val="00FF00"/>
                </a:solidFill>
                <a:latin typeface=".VnArial" panose="020B7200000000000000" pitchFamily="34" charset="0"/>
              </a:defRPr>
            </a:lvl4pPr>
            <a:lvl5pPr marL="2057400" indent="-228600" eaLnBrk="0" hangingPunct="0">
              <a:defRPr sz="2400">
                <a:solidFill>
                  <a:srgbClr val="00FF00"/>
                </a:solidFill>
                <a:latin typeface=".VnArial" panose="020B7200000000000000" pitchFamily="34" charset="0"/>
              </a:defRPr>
            </a:lvl5pPr>
            <a:lvl6pPr marL="2514600" indent="-228600" eaLnBrk="0" fontAlgn="base" hangingPunct="0">
              <a:spcBef>
                <a:spcPct val="0"/>
              </a:spcBef>
              <a:spcAft>
                <a:spcPct val="0"/>
              </a:spcAft>
              <a:defRPr sz="2400">
                <a:solidFill>
                  <a:srgbClr val="00FF00"/>
                </a:solidFill>
                <a:latin typeface=".VnArial" panose="020B7200000000000000" pitchFamily="34" charset="0"/>
              </a:defRPr>
            </a:lvl6pPr>
            <a:lvl7pPr marL="2971800" indent="-228600" eaLnBrk="0" fontAlgn="base" hangingPunct="0">
              <a:spcBef>
                <a:spcPct val="0"/>
              </a:spcBef>
              <a:spcAft>
                <a:spcPct val="0"/>
              </a:spcAft>
              <a:defRPr sz="2400">
                <a:solidFill>
                  <a:srgbClr val="00FF00"/>
                </a:solidFill>
                <a:latin typeface=".VnArial" panose="020B7200000000000000" pitchFamily="34" charset="0"/>
              </a:defRPr>
            </a:lvl7pPr>
            <a:lvl8pPr marL="3429000" indent="-228600" eaLnBrk="0" fontAlgn="base" hangingPunct="0">
              <a:spcBef>
                <a:spcPct val="0"/>
              </a:spcBef>
              <a:spcAft>
                <a:spcPct val="0"/>
              </a:spcAft>
              <a:defRPr sz="2400">
                <a:solidFill>
                  <a:srgbClr val="00FF00"/>
                </a:solidFill>
                <a:latin typeface=".VnArial" panose="020B7200000000000000" pitchFamily="34" charset="0"/>
              </a:defRPr>
            </a:lvl8pPr>
            <a:lvl9pPr marL="3886200" indent="-228600" eaLnBrk="0" fontAlgn="base" hangingPunct="0">
              <a:spcBef>
                <a:spcPct val="0"/>
              </a:spcBef>
              <a:spcAft>
                <a:spcPct val="0"/>
              </a:spcAft>
              <a:defRPr sz="2400">
                <a:solidFill>
                  <a:srgbClr val="00FF00"/>
                </a:solidFill>
                <a:latin typeface=".VnArial" panose="020B7200000000000000" pitchFamily="34" charset="0"/>
              </a:defRPr>
            </a:lvl9pPr>
          </a:lstStyle>
          <a:p>
            <a:pPr eaLnBrk="1" hangingPunct="1">
              <a:spcBef>
                <a:spcPct val="50000"/>
              </a:spcBef>
            </a:pPr>
            <a:r>
              <a:rPr lang="en-US" altLang="en-US">
                <a:solidFill>
                  <a:schemeClr val="tx1"/>
                </a:solidFill>
                <a:latin typeface="Times New Roman" panose="02020603050405020304" pitchFamily="18" charset="0"/>
                <a:cs typeface="Times New Roman" panose="02020603050405020304" pitchFamily="18" charset="0"/>
              </a:rPr>
              <a:t>+ Kinh tế chính trị học cổ điển Anh </a:t>
            </a:r>
            <a:r>
              <a:rPr lang="en-US" altLang="en-US" sz="2200">
                <a:solidFill>
                  <a:schemeClr val="tx1"/>
                </a:solidFill>
                <a:latin typeface="Times New Roman" panose="02020603050405020304" pitchFamily="18" charset="0"/>
                <a:cs typeface="Times New Roman" panose="02020603050405020304" pitchFamily="18" charset="0"/>
                <a:hlinkClick r:id="rId5" action="ppaction://hlinkpres?slideindex=1&amp;slidetitle="/>
              </a:rPr>
              <a:t>@</a:t>
            </a:r>
            <a:endParaRPr lang="en-US" altLang="en-US" sz="2200">
              <a:solidFill>
                <a:schemeClr val="tx1"/>
              </a:solidFill>
              <a:latin typeface="Times New Roman" panose="02020603050405020304" pitchFamily="18" charset="0"/>
              <a:cs typeface="Times New Roman" panose="02020603050405020304" pitchFamily="18" charset="0"/>
            </a:endParaRPr>
          </a:p>
        </p:txBody>
      </p:sp>
      <p:sp>
        <p:nvSpPr>
          <p:cNvPr id="311312" name="Text Box 16"/>
          <p:cNvSpPr txBox="1">
            <a:spLocks noChangeArrowheads="1"/>
          </p:cNvSpPr>
          <p:nvPr/>
        </p:nvSpPr>
        <p:spPr bwMode="auto">
          <a:xfrm>
            <a:off x="2209800" y="5349876"/>
            <a:ext cx="31242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FF00"/>
                </a:solidFill>
                <a:latin typeface=".VnArial" panose="020B7200000000000000" pitchFamily="34" charset="0"/>
              </a:defRPr>
            </a:lvl1pPr>
            <a:lvl2pPr marL="742950" indent="-285750" eaLnBrk="0" hangingPunct="0">
              <a:defRPr sz="2400">
                <a:solidFill>
                  <a:srgbClr val="00FF00"/>
                </a:solidFill>
                <a:latin typeface=".VnArial" panose="020B7200000000000000" pitchFamily="34" charset="0"/>
              </a:defRPr>
            </a:lvl2pPr>
            <a:lvl3pPr marL="1143000" indent="-228600" eaLnBrk="0" hangingPunct="0">
              <a:defRPr sz="2400">
                <a:solidFill>
                  <a:srgbClr val="00FF00"/>
                </a:solidFill>
                <a:latin typeface=".VnArial" panose="020B7200000000000000" pitchFamily="34" charset="0"/>
              </a:defRPr>
            </a:lvl3pPr>
            <a:lvl4pPr marL="1600200" indent="-228600" eaLnBrk="0" hangingPunct="0">
              <a:defRPr sz="2400">
                <a:solidFill>
                  <a:srgbClr val="00FF00"/>
                </a:solidFill>
                <a:latin typeface=".VnArial" panose="020B7200000000000000" pitchFamily="34" charset="0"/>
              </a:defRPr>
            </a:lvl4pPr>
            <a:lvl5pPr marL="2057400" indent="-228600" eaLnBrk="0" hangingPunct="0">
              <a:defRPr sz="2400">
                <a:solidFill>
                  <a:srgbClr val="00FF00"/>
                </a:solidFill>
                <a:latin typeface=".VnArial" panose="020B7200000000000000" pitchFamily="34" charset="0"/>
              </a:defRPr>
            </a:lvl5pPr>
            <a:lvl6pPr marL="2514600" indent="-228600" eaLnBrk="0" fontAlgn="base" hangingPunct="0">
              <a:spcBef>
                <a:spcPct val="0"/>
              </a:spcBef>
              <a:spcAft>
                <a:spcPct val="0"/>
              </a:spcAft>
              <a:defRPr sz="2400">
                <a:solidFill>
                  <a:srgbClr val="00FF00"/>
                </a:solidFill>
                <a:latin typeface=".VnArial" panose="020B7200000000000000" pitchFamily="34" charset="0"/>
              </a:defRPr>
            </a:lvl6pPr>
            <a:lvl7pPr marL="2971800" indent="-228600" eaLnBrk="0" fontAlgn="base" hangingPunct="0">
              <a:spcBef>
                <a:spcPct val="0"/>
              </a:spcBef>
              <a:spcAft>
                <a:spcPct val="0"/>
              </a:spcAft>
              <a:defRPr sz="2400">
                <a:solidFill>
                  <a:srgbClr val="00FF00"/>
                </a:solidFill>
                <a:latin typeface=".VnArial" panose="020B7200000000000000" pitchFamily="34" charset="0"/>
              </a:defRPr>
            </a:lvl7pPr>
            <a:lvl8pPr marL="3429000" indent="-228600" eaLnBrk="0" fontAlgn="base" hangingPunct="0">
              <a:spcBef>
                <a:spcPct val="0"/>
              </a:spcBef>
              <a:spcAft>
                <a:spcPct val="0"/>
              </a:spcAft>
              <a:defRPr sz="2400">
                <a:solidFill>
                  <a:srgbClr val="00FF00"/>
                </a:solidFill>
                <a:latin typeface=".VnArial" panose="020B7200000000000000" pitchFamily="34" charset="0"/>
              </a:defRPr>
            </a:lvl8pPr>
            <a:lvl9pPr marL="3886200" indent="-228600" eaLnBrk="0" fontAlgn="base" hangingPunct="0">
              <a:spcBef>
                <a:spcPct val="0"/>
              </a:spcBef>
              <a:spcAft>
                <a:spcPct val="0"/>
              </a:spcAft>
              <a:defRPr sz="2400">
                <a:solidFill>
                  <a:srgbClr val="00FF00"/>
                </a:solidFill>
                <a:latin typeface=".VnArial" panose="020B7200000000000000" pitchFamily="34" charset="0"/>
              </a:defRPr>
            </a:lvl9pPr>
          </a:lstStyle>
          <a:p>
            <a:pPr eaLnBrk="1" hangingPunct="1">
              <a:spcBef>
                <a:spcPct val="50000"/>
              </a:spcBef>
            </a:pPr>
            <a:r>
              <a:rPr lang="en-US" altLang="en-US">
                <a:solidFill>
                  <a:schemeClr val="tx1"/>
                </a:solidFill>
                <a:latin typeface="Times New Roman" panose="02020603050405020304" pitchFamily="18" charset="0"/>
                <a:cs typeface="Times New Roman" panose="02020603050405020304" pitchFamily="18" charset="0"/>
              </a:rPr>
              <a:t>+ CNXH không tưởng - phê phán Pháp, Anh </a:t>
            </a:r>
          </a:p>
        </p:txBody>
      </p:sp>
      <p:sp>
        <p:nvSpPr>
          <p:cNvPr id="311313" name="AutoShape 17"/>
          <p:cNvSpPr>
            <a:spLocks noChangeArrowheads="1"/>
          </p:cNvSpPr>
          <p:nvPr/>
        </p:nvSpPr>
        <p:spPr bwMode="auto">
          <a:xfrm>
            <a:off x="5486400" y="4981575"/>
            <a:ext cx="457200" cy="381000"/>
          </a:xfrm>
          <a:prstGeom prst="rightArrow">
            <a:avLst>
              <a:gd name="adj1" fmla="val 50000"/>
              <a:gd name="adj2" fmla="val 30000"/>
            </a:avLst>
          </a:prstGeom>
          <a:solidFill>
            <a:schemeClr val="hlink"/>
          </a:solidFill>
          <a:ln w="9525">
            <a:solidFill>
              <a:schemeClr val="folHlink"/>
            </a:solidFill>
            <a:miter lim="800000"/>
            <a:headEnd/>
            <a:tailEnd/>
          </a:ln>
        </p:spPr>
        <p:txBody>
          <a:bodyPr wrap="none" anchor="ctr"/>
          <a:lstStyle>
            <a:lvl1pPr eaLnBrk="0" hangingPunct="0">
              <a:defRPr sz="2400">
                <a:solidFill>
                  <a:srgbClr val="00FF00"/>
                </a:solidFill>
                <a:latin typeface=".VnArial" panose="020B7200000000000000" pitchFamily="34" charset="0"/>
              </a:defRPr>
            </a:lvl1pPr>
            <a:lvl2pPr marL="742950" indent="-285750" eaLnBrk="0" hangingPunct="0">
              <a:defRPr sz="2400">
                <a:solidFill>
                  <a:srgbClr val="00FF00"/>
                </a:solidFill>
                <a:latin typeface=".VnArial" panose="020B7200000000000000" pitchFamily="34" charset="0"/>
              </a:defRPr>
            </a:lvl2pPr>
            <a:lvl3pPr marL="1143000" indent="-228600" eaLnBrk="0" hangingPunct="0">
              <a:defRPr sz="2400">
                <a:solidFill>
                  <a:srgbClr val="00FF00"/>
                </a:solidFill>
                <a:latin typeface=".VnArial" panose="020B7200000000000000" pitchFamily="34" charset="0"/>
              </a:defRPr>
            </a:lvl3pPr>
            <a:lvl4pPr marL="1600200" indent="-228600" eaLnBrk="0" hangingPunct="0">
              <a:defRPr sz="2400">
                <a:solidFill>
                  <a:srgbClr val="00FF00"/>
                </a:solidFill>
                <a:latin typeface=".VnArial" panose="020B7200000000000000" pitchFamily="34" charset="0"/>
              </a:defRPr>
            </a:lvl4pPr>
            <a:lvl5pPr marL="2057400" indent="-228600" eaLnBrk="0" hangingPunct="0">
              <a:defRPr sz="2400">
                <a:solidFill>
                  <a:srgbClr val="00FF00"/>
                </a:solidFill>
                <a:latin typeface=".VnArial" panose="020B7200000000000000" pitchFamily="34" charset="0"/>
              </a:defRPr>
            </a:lvl5pPr>
            <a:lvl6pPr marL="2514600" indent="-228600" eaLnBrk="0" fontAlgn="base" hangingPunct="0">
              <a:spcBef>
                <a:spcPct val="0"/>
              </a:spcBef>
              <a:spcAft>
                <a:spcPct val="0"/>
              </a:spcAft>
              <a:defRPr sz="2400">
                <a:solidFill>
                  <a:srgbClr val="00FF00"/>
                </a:solidFill>
                <a:latin typeface=".VnArial" panose="020B7200000000000000" pitchFamily="34" charset="0"/>
              </a:defRPr>
            </a:lvl6pPr>
            <a:lvl7pPr marL="2971800" indent="-228600" eaLnBrk="0" fontAlgn="base" hangingPunct="0">
              <a:spcBef>
                <a:spcPct val="0"/>
              </a:spcBef>
              <a:spcAft>
                <a:spcPct val="0"/>
              </a:spcAft>
              <a:defRPr sz="2400">
                <a:solidFill>
                  <a:srgbClr val="00FF00"/>
                </a:solidFill>
                <a:latin typeface=".VnArial" panose="020B7200000000000000" pitchFamily="34" charset="0"/>
              </a:defRPr>
            </a:lvl7pPr>
            <a:lvl8pPr marL="3429000" indent="-228600" eaLnBrk="0" fontAlgn="base" hangingPunct="0">
              <a:spcBef>
                <a:spcPct val="0"/>
              </a:spcBef>
              <a:spcAft>
                <a:spcPct val="0"/>
              </a:spcAft>
              <a:defRPr sz="2400">
                <a:solidFill>
                  <a:srgbClr val="00FF00"/>
                </a:solidFill>
                <a:latin typeface=".VnArial" panose="020B7200000000000000" pitchFamily="34" charset="0"/>
              </a:defRPr>
            </a:lvl8pPr>
            <a:lvl9pPr marL="3886200" indent="-228600" eaLnBrk="0" fontAlgn="base" hangingPunct="0">
              <a:spcBef>
                <a:spcPct val="0"/>
              </a:spcBef>
              <a:spcAft>
                <a:spcPct val="0"/>
              </a:spcAft>
              <a:defRPr sz="2400">
                <a:solidFill>
                  <a:srgbClr val="00FF00"/>
                </a:solidFill>
                <a:latin typeface=".VnArial" panose="020B7200000000000000" pitchFamily="34" charset="0"/>
              </a:defRPr>
            </a:lvl9pPr>
          </a:lstStyle>
          <a:p>
            <a:pPr eaLnBrk="1" hangingPunct="1"/>
            <a:endParaRPr lang="en-US" altLang="en-US" sz="1800">
              <a:solidFill>
                <a:schemeClr val="tx1"/>
              </a:solidFill>
              <a:latin typeface="Arial" panose="020B0604020202020204" pitchFamily="34" charset="0"/>
            </a:endParaRPr>
          </a:p>
        </p:txBody>
      </p:sp>
      <p:sp>
        <p:nvSpPr>
          <p:cNvPr id="311314" name="AutoShape 18"/>
          <p:cNvSpPr>
            <a:spLocks/>
          </p:cNvSpPr>
          <p:nvPr/>
        </p:nvSpPr>
        <p:spPr bwMode="auto">
          <a:xfrm>
            <a:off x="6172201" y="4191000"/>
            <a:ext cx="257175" cy="1981200"/>
          </a:xfrm>
          <a:prstGeom prst="leftBrace">
            <a:avLst>
              <a:gd name="adj1" fmla="val 64198"/>
              <a:gd name="adj2" fmla="val 50000"/>
            </a:avLst>
          </a:prstGeom>
          <a:noFill/>
          <a:ln w="9525">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rgbClr val="00FF00"/>
                </a:solidFill>
                <a:latin typeface=".VnArial" panose="020B7200000000000000" pitchFamily="34" charset="0"/>
              </a:defRPr>
            </a:lvl1pPr>
            <a:lvl2pPr marL="742950" indent="-285750" eaLnBrk="0" hangingPunct="0">
              <a:defRPr sz="2400">
                <a:solidFill>
                  <a:srgbClr val="00FF00"/>
                </a:solidFill>
                <a:latin typeface=".VnArial" panose="020B7200000000000000" pitchFamily="34" charset="0"/>
              </a:defRPr>
            </a:lvl2pPr>
            <a:lvl3pPr marL="1143000" indent="-228600" eaLnBrk="0" hangingPunct="0">
              <a:defRPr sz="2400">
                <a:solidFill>
                  <a:srgbClr val="00FF00"/>
                </a:solidFill>
                <a:latin typeface=".VnArial" panose="020B7200000000000000" pitchFamily="34" charset="0"/>
              </a:defRPr>
            </a:lvl3pPr>
            <a:lvl4pPr marL="1600200" indent="-228600" eaLnBrk="0" hangingPunct="0">
              <a:defRPr sz="2400">
                <a:solidFill>
                  <a:srgbClr val="00FF00"/>
                </a:solidFill>
                <a:latin typeface=".VnArial" panose="020B7200000000000000" pitchFamily="34" charset="0"/>
              </a:defRPr>
            </a:lvl4pPr>
            <a:lvl5pPr marL="2057400" indent="-228600" eaLnBrk="0" hangingPunct="0">
              <a:defRPr sz="2400">
                <a:solidFill>
                  <a:srgbClr val="00FF00"/>
                </a:solidFill>
                <a:latin typeface=".VnArial" panose="020B7200000000000000" pitchFamily="34" charset="0"/>
              </a:defRPr>
            </a:lvl5pPr>
            <a:lvl6pPr marL="2514600" indent="-228600" eaLnBrk="0" fontAlgn="base" hangingPunct="0">
              <a:spcBef>
                <a:spcPct val="0"/>
              </a:spcBef>
              <a:spcAft>
                <a:spcPct val="0"/>
              </a:spcAft>
              <a:defRPr sz="2400">
                <a:solidFill>
                  <a:srgbClr val="00FF00"/>
                </a:solidFill>
                <a:latin typeface=".VnArial" panose="020B7200000000000000" pitchFamily="34" charset="0"/>
              </a:defRPr>
            </a:lvl6pPr>
            <a:lvl7pPr marL="2971800" indent="-228600" eaLnBrk="0" fontAlgn="base" hangingPunct="0">
              <a:spcBef>
                <a:spcPct val="0"/>
              </a:spcBef>
              <a:spcAft>
                <a:spcPct val="0"/>
              </a:spcAft>
              <a:defRPr sz="2400">
                <a:solidFill>
                  <a:srgbClr val="00FF00"/>
                </a:solidFill>
                <a:latin typeface=".VnArial" panose="020B7200000000000000" pitchFamily="34" charset="0"/>
              </a:defRPr>
            </a:lvl7pPr>
            <a:lvl8pPr marL="3429000" indent="-228600" eaLnBrk="0" fontAlgn="base" hangingPunct="0">
              <a:spcBef>
                <a:spcPct val="0"/>
              </a:spcBef>
              <a:spcAft>
                <a:spcPct val="0"/>
              </a:spcAft>
              <a:defRPr sz="2400">
                <a:solidFill>
                  <a:srgbClr val="00FF00"/>
                </a:solidFill>
                <a:latin typeface=".VnArial" panose="020B7200000000000000" pitchFamily="34" charset="0"/>
              </a:defRPr>
            </a:lvl8pPr>
            <a:lvl9pPr marL="3886200" indent="-228600" eaLnBrk="0" fontAlgn="base" hangingPunct="0">
              <a:spcBef>
                <a:spcPct val="0"/>
              </a:spcBef>
              <a:spcAft>
                <a:spcPct val="0"/>
              </a:spcAft>
              <a:defRPr sz="2400">
                <a:solidFill>
                  <a:srgbClr val="00FF00"/>
                </a:solidFill>
                <a:latin typeface=".VnArial" panose="020B7200000000000000" pitchFamily="34" charset="0"/>
              </a:defRPr>
            </a:lvl9pPr>
          </a:lstStyle>
          <a:p>
            <a:pPr eaLnBrk="1" hangingPunct="1"/>
            <a:endParaRPr lang="en-US" altLang="en-US" sz="1800">
              <a:solidFill>
                <a:schemeClr val="tx1"/>
              </a:solidFill>
              <a:latin typeface="Arial" panose="020B0604020202020204" pitchFamily="34" charset="0"/>
            </a:endParaRPr>
          </a:p>
        </p:txBody>
      </p:sp>
      <p:sp>
        <p:nvSpPr>
          <p:cNvPr id="311315" name="Text Box 19"/>
          <p:cNvSpPr txBox="1">
            <a:spLocks noChangeArrowheads="1"/>
          </p:cNvSpPr>
          <p:nvPr/>
        </p:nvSpPr>
        <p:spPr bwMode="auto">
          <a:xfrm>
            <a:off x="6477000" y="4191000"/>
            <a:ext cx="38862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FF00"/>
                </a:solidFill>
                <a:latin typeface=".VnArial" panose="020B7200000000000000" pitchFamily="34" charset="0"/>
              </a:defRPr>
            </a:lvl1pPr>
            <a:lvl2pPr marL="742950" indent="-285750" eaLnBrk="0" hangingPunct="0">
              <a:defRPr sz="2400">
                <a:solidFill>
                  <a:srgbClr val="00FF00"/>
                </a:solidFill>
                <a:latin typeface=".VnArial" panose="020B7200000000000000" pitchFamily="34" charset="0"/>
              </a:defRPr>
            </a:lvl2pPr>
            <a:lvl3pPr marL="1143000" indent="-228600" eaLnBrk="0" hangingPunct="0">
              <a:defRPr sz="2400">
                <a:solidFill>
                  <a:srgbClr val="00FF00"/>
                </a:solidFill>
                <a:latin typeface=".VnArial" panose="020B7200000000000000" pitchFamily="34" charset="0"/>
              </a:defRPr>
            </a:lvl3pPr>
            <a:lvl4pPr marL="1600200" indent="-228600" eaLnBrk="0" hangingPunct="0">
              <a:defRPr sz="2400">
                <a:solidFill>
                  <a:srgbClr val="00FF00"/>
                </a:solidFill>
                <a:latin typeface=".VnArial" panose="020B7200000000000000" pitchFamily="34" charset="0"/>
              </a:defRPr>
            </a:lvl4pPr>
            <a:lvl5pPr marL="2057400" indent="-228600" eaLnBrk="0" hangingPunct="0">
              <a:defRPr sz="2400">
                <a:solidFill>
                  <a:srgbClr val="00FF00"/>
                </a:solidFill>
                <a:latin typeface=".VnArial" panose="020B7200000000000000" pitchFamily="34" charset="0"/>
              </a:defRPr>
            </a:lvl5pPr>
            <a:lvl6pPr marL="2514600" indent="-228600" eaLnBrk="0" fontAlgn="base" hangingPunct="0">
              <a:spcBef>
                <a:spcPct val="0"/>
              </a:spcBef>
              <a:spcAft>
                <a:spcPct val="0"/>
              </a:spcAft>
              <a:defRPr sz="2400">
                <a:solidFill>
                  <a:srgbClr val="00FF00"/>
                </a:solidFill>
                <a:latin typeface=".VnArial" panose="020B7200000000000000" pitchFamily="34" charset="0"/>
              </a:defRPr>
            </a:lvl6pPr>
            <a:lvl7pPr marL="2971800" indent="-228600" eaLnBrk="0" fontAlgn="base" hangingPunct="0">
              <a:spcBef>
                <a:spcPct val="0"/>
              </a:spcBef>
              <a:spcAft>
                <a:spcPct val="0"/>
              </a:spcAft>
              <a:defRPr sz="2400">
                <a:solidFill>
                  <a:srgbClr val="00FF00"/>
                </a:solidFill>
                <a:latin typeface=".VnArial" panose="020B7200000000000000" pitchFamily="34" charset="0"/>
              </a:defRPr>
            </a:lvl7pPr>
            <a:lvl8pPr marL="3429000" indent="-228600" eaLnBrk="0" fontAlgn="base" hangingPunct="0">
              <a:spcBef>
                <a:spcPct val="0"/>
              </a:spcBef>
              <a:spcAft>
                <a:spcPct val="0"/>
              </a:spcAft>
              <a:defRPr sz="2400">
                <a:solidFill>
                  <a:srgbClr val="00FF00"/>
                </a:solidFill>
                <a:latin typeface=".VnArial" panose="020B7200000000000000" pitchFamily="34" charset="0"/>
              </a:defRPr>
            </a:lvl8pPr>
            <a:lvl9pPr marL="3886200" indent="-228600" eaLnBrk="0" fontAlgn="base" hangingPunct="0">
              <a:spcBef>
                <a:spcPct val="0"/>
              </a:spcBef>
              <a:spcAft>
                <a:spcPct val="0"/>
              </a:spcAft>
              <a:defRPr sz="2400">
                <a:solidFill>
                  <a:srgbClr val="00FF00"/>
                </a:solidFill>
                <a:latin typeface=".VnArial" panose="020B7200000000000000" pitchFamily="34" charset="0"/>
              </a:defRPr>
            </a:lvl9pPr>
          </a:lstStyle>
          <a:p>
            <a:pPr eaLnBrk="1" hangingPunct="1">
              <a:spcBef>
                <a:spcPct val="50000"/>
              </a:spcBef>
            </a:pPr>
            <a:r>
              <a:rPr lang="en-US" altLang="en-US">
                <a:solidFill>
                  <a:schemeClr val="tx1"/>
                </a:solidFill>
                <a:latin typeface="Times New Roman" panose="02020603050405020304" pitchFamily="18" charset="0"/>
                <a:cs typeface="Times New Roman" panose="02020603050405020304" pitchFamily="18" charset="0"/>
              </a:rPr>
              <a:t>+ Cung cấp tiền đề lý luận và tư tưởng trực tiếp đưa đến sự ra đời của </a:t>
            </a:r>
            <a:r>
              <a:rPr lang="en-US" altLang="en-US">
                <a:solidFill>
                  <a:schemeClr val="tx1"/>
                </a:solidFill>
                <a:latin typeface="Times New Roman" panose="02020603050405020304" pitchFamily="18" charset="0"/>
                <a:cs typeface="Times New Roman" panose="02020603050405020304" pitchFamily="18" charset="0"/>
                <a:hlinkClick r:id="rId6" action="ppaction://hlinkpres?slideindex=1&amp;slidetitle="/>
              </a:rPr>
              <a:t>CNXHKH</a:t>
            </a:r>
            <a:endParaRPr lang="en-US" altLang="en-US">
              <a:solidFill>
                <a:schemeClr val="tx1"/>
              </a:solidFill>
              <a:latin typeface="Times New Roman" panose="02020603050405020304" pitchFamily="18" charset="0"/>
              <a:cs typeface="Times New Roman" panose="02020603050405020304" pitchFamily="18" charset="0"/>
            </a:endParaRPr>
          </a:p>
        </p:txBody>
      </p:sp>
      <p:sp>
        <p:nvSpPr>
          <p:cNvPr id="311316" name="Text Box 20"/>
          <p:cNvSpPr txBox="1">
            <a:spLocks noChangeArrowheads="1"/>
          </p:cNvSpPr>
          <p:nvPr/>
        </p:nvSpPr>
        <p:spPr bwMode="auto">
          <a:xfrm>
            <a:off x="6477000" y="5349876"/>
            <a:ext cx="41910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FF00"/>
                </a:solidFill>
                <a:latin typeface=".VnArial" panose="020B7200000000000000" pitchFamily="34" charset="0"/>
              </a:defRPr>
            </a:lvl1pPr>
            <a:lvl2pPr marL="742950" indent="-285750" eaLnBrk="0" hangingPunct="0">
              <a:defRPr sz="2400">
                <a:solidFill>
                  <a:srgbClr val="00FF00"/>
                </a:solidFill>
                <a:latin typeface=".VnArial" panose="020B7200000000000000" pitchFamily="34" charset="0"/>
              </a:defRPr>
            </a:lvl2pPr>
            <a:lvl3pPr marL="1143000" indent="-228600" eaLnBrk="0" hangingPunct="0">
              <a:defRPr sz="2400">
                <a:solidFill>
                  <a:srgbClr val="00FF00"/>
                </a:solidFill>
                <a:latin typeface=".VnArial" panose="020B7200000000000000" pitchFamily="34" charset="0"/>
              </a:defRPr>
            </a:lvl3pPr>
            <a:lvl4pPr marL="1600200" indent="-228600" eaLnBrk="0" hangingPunct="0">
              <a:defRPr sz="2400">
                <a:solidFill>
                  <a:srgbClr val="00FF00"/>
                </a:solidFill>
                <a:latin typeface=".VnArial" panose="020B7200000000000000" pitchFamily="34" charset="0"/>
              </a:defRPr>
            </a:lvl4pPr>
            <a:lvl5pPr marL="2057400" indent="-228600" eaLnBrk="0" hangingPunct="0">
              <a:defRPr sz="2400">
                <a:solidFill>
                  <a:srgbClr val="00FF00"/>
                </a:solidFill>
                <a:latin typeface=".VnArial" panose="020B7200000000000000" pitchFamily="34" charset="0"/>
              </a:defRPr>
            </a:lvl5pPr>
            <a:lvl6pPr marL="2514600" indent="-228600" eaLnBrk="0" fontAlgn="base" hangingPunct="0">
              <a:spcBef>
                <a:spcPct val="0"/>
              </a:spcBef>
              <a:spcAft>
                <a:spcPct val="0"/>
              </a:spcAft>
              <a:defRPr sz="2400">
                <a:solidFill>
                  <a:srgbClr val="00FF00"/>
                </a:solidFill>
                <a:latin typeface=".VnArial" panose="020B7200000000000000" pitchFamily="34" charset="0"/>
              </a:defRPr>
            </a:lvl6pPr>
            <a:lvl7pPr marL="2971800" indent="-228600" eaLnBrk="0" fontAlgn="base" hangingPunct="0">
              <a:spcBef>
                <a:spcPct val="0"/>
              </a:spcBef>
              <a:spcAft>
                <a:spcPct val="0"/>
              </a:spcAft>
              <a:defRPr sz="2400">
                <a:solidFill>
                  <a:srgbClr val="00FF00"/>
                </a:solidFill>
                <a:latin typeface=".VnArial" panose="020B7200000000000000" pitchFamily="34" charset="0"/>
              </a:defRPr>
            </a:lvl7pPr>
            <a:lvl8pPr marL="3429000" indent="-228600" eaLnBrk="0" fontAlgn="base" hangingPunct="0">
              <a:spcBef>
                <a:spcPct val="0"/>
              </a:spcBef>
              <a:spcAft>
                <a:spcPct val="0"/>
              </a:spcAft>
              <a:defRPr sz="2400">
                <a:solidFill>
                  <a:srgbClr val="00FF00"/>
                </a:solidFill>
                <a:latin typeface=".VnArial" panose="020B7200000000000000" pitchFamily="34" charset="0"/>
              </a:defRPr>
            </a:lvl8pPr>
            <a:lvl9pPr marL="3886200" indent="-228600" eaLnBrk="0" fontAlgn="base" hangingPunct="0">
              <a:spcBef>
                <a:spcPct val="0"/>
              </a:spcBef>
              <a:spcAft>
                <a:spcPct val="0"/>
              </a:spcAft>
              <a:defRPr sz="2400">
                <a:solidFill>
                  <a:srgbClr val="00FF00"/>
                </a:solidFill>
                <a:latin typeface=".VnArial" panose="020B7200000000000000" pitchFamily="34" charset="0"/>
              </a:defRPr>
            </a:lvl9pPr>
          </a:lstStyle>
          <a:p>
            <a:pPr eaLnBrk="1" hangingPunct="1">
              <a:spcBef>
                <a:spcPct val="50000"/>
              </a:spcBef>
            </a:pPr>
            <a:r>
              <a:rPr lang="en-US" altLang="en-US">
                <a:solidFill>
                  <a:schemeClr val="tx1"/>
                </a:solidFill>
                <a:latin typeface="Times New Roman" panose="02020603050405020304" pitchFamily="18" charset="0"/>
                <a:cs typeface="Times New Roman" panose="02020603050405020304" pitchFamily="18" charset="0"/>
              </a:rPr>
              <a:t>+ Là 3 nguồn gốc lý luận của chủ nghĩa Mác - Lênin</a:t>
            </a:r>
          </a:p>
        </p:txBody>
      </p:sp>
    </p:spTree>
    <p:extLst>
      <p:ext uri="{BB962C8B-B14F-4D97-AF65-F5344CB8AC3E}">
        <p14:creationId xmlns:p14="http://schemas.microsoft.com/office/powerpoint/2010/main" val="297719293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311298"/>
                                        </p:tgtEl>
                                        <p:attrNameLst>
                                          <p:attrName>style.visibility</p:attrName>
                                        </p:attrNameLst>
                                      </p:cBhvr>
                                      <p:to>
                                        <p:strVal val="visible"/>
                                      </p:to>
                                    </p:set>
                                    <p:animEffect transition="in" filter="box(in)">
                                      <p:cBhvr>
                                        <p:cTn id="7" dur="500"/>
                                        <p:tgtEl>
                                          <p:spTgt spid="31129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311299"/>
                                        </p:tgtEl>
                                        <p:attrNameLst>
                                          <p:attrName>style.visibility</p:attrName>
                                        </p:attrNameLst>
                                      </p:cBhvr>
                                      <p:to>
                                        <p:strVal val="visible"/>
                                      </p:to>
                                    </p:set>
                                    <p:animEffect transition="in" filter="box(in)">
                                      <p:cBhvr>
                                        <p:cTn id="12" dur="500"/>
                                        <p:tgtEl>
                                          <p:spTgt spid="31129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311304"/>
                                        </p:tgtEl>
                                        <p:attrNameLst>
                                          <p:attrName>style.visibility</p:attrName>
                                        </p:attrNameLst>
                                      </p:cBhvr>
                                      <p:to>
                                        <p:strVal val="visible"/>
                                      </p:to>
                                    </p:set>
                                    <p:animEffect transition="in" filter="box(in)">
                                      <p:cBhvr>
                                        <p:cTn id="17" dur="500"/>
                                        <p:tgtEl>
                                          <p:spTgt spid="31130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311300"/>
                                        </p:tgtEl>
                                        <p:attrNameLst>
                                          <p:attrName>style.visibility</p:attrName>
                                        </p:attrNameLst>
                                      </p:cBhvr>
                                      <p:to>
                                        <p:strVal val="visible"/>
                                      </p:to>
                                    </p:set>
                                    <p:animEffect transition="in" filter="box(in)">
                                      <p:cBhvr>
                                        <p:cTn id="22" dur="500"/>
                                        <p:tgtEl>
                                          <p:spTgt spid="31130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311301"/>
                                        </p:tgtEl>
                                        <p:attrNameLst>
                                          <p:attrName>style.visibility</p:attrName>
                                        </p:attrNameLst>
                                      </p:cBhvr>
                                      <p:to>
                                        <p:strVal val="visible"/>
                                      </p:to>
                                    </p:set>
                                    <p:animEffect transition="in" filter="box(in)">
                                      <p:cBhvr>
                                        <p:cTn id="27" dur="500"/>
                                        <p:tgtEl>
                                          <p:spTgt spid="31130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311302"/>
                                        </p:tgtEl>
                                        <p:attrNameLst>
                                          <p:attrName>style.visibility</p:attrName>
                                        </p:attrNameLst>
                                      </p:cBhvr>
                                      <p:to>
                                        <p:strVal val="visible"/>
                                      </p:to>
                                    </p:set>
                                    <p:animEffect transition="in" filter="box(in)">
                                      <p:cBhvr>
                                        <p:cTn id="32" dur="500"/>
                                        <p:tgtEl>
                                          <p:spTgt spid="311302"/>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16" fill="hold" grpId="0" nodeType="clickEffect">
                                  <p:stCondLst>
                                    <p:cond delay="0"/>
                                  </p:stCondLst>
                                  <p:childTnLst>
                                    <p:set>
                                      <p:cBhvr>
                                        <p:cTn id="36" dur="1" fill="hold">
                                          <p:stCondLst>
                                            <p:cond delay="0"/>
                                          </p:stCondLst>
                                        </p:cTn>
                                        <p:tgtEl>
                                          <p:spTgt spid="311303"/>
                                        </p:tgtEl>
                                        <p:attrNameLst>
                                          <p:attrName>style.visibility</p:attrName>
                                        </p:attrNameLst>
                                      </p:cBhvr>
                                      <p:to>
                                        <p:strVal val="visible"/>
                                      </p:to>
                                    </p:set>
                                    <p:animEffect transition="in" filter="box(in)">
                                      <p:cBhvr>
                                        <p:cTn id="37" dur="500"/>
                                        <p:tgtEl>
                                          <p:spTgt spid="311303"/>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4" presetClass="entr" presetSubtype="16" fill="hold" grpId="0" nodeType="clickEffect">
                                  <p:stCondLst>
                                    <p:cond delay="0"/>
                                  </p:stCondLst>
                                  <p:childTnLst>
                                    <p:set>
                                      <p:cBhvr>
                                        <p:cTn id="41" dur="1" fill="hold">
                                          <p:stCondLst>
                                            <p:cond delay="0"/>
                                          </p:stCondLst>
                                        </p:cTn>
                                        <p:tgtEl>
                                          <p:spTgt spid="311305"/>
                                        </p:tgtEl>
                                        <p:attrNameLst>
                                          <p:attrName>style.visibility</p:attrName>
                                        </p:attrNameLst>
                                      </p:cBhvr>
                                      <p:to>
                                        <p:strVal val="visible"/>
                                      </p:to>
                                    </p:set>
                                    <p:animEffect transition="in" filter="box(in)">
                                      <p:cBhvr>
                                        <p:cTn id="42" dur="500"/>
                                        <p:tgtEl>
                                          <p:spTgt spid="311305"/>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4" presetClass="entr" presetSubtype="16" fill="hold" grpId="0" nodeType="clickEffect">
                                  <p:stCondLst>
                                    <p:cond delay="0"/>
                                  </p:stCondLst>
                                  <p:childTnLst>
                                    <p:set>
                                      <p:cBhvr>
                                        <p:cTn id="46" dur="1" fill="hold">
                                          <p:stCondLst>
                                            <p:cond delay="0"/>
                                          </p:stCondLst>
                                        </p:cTn>
                                        <p:tgtEl>
                                          <p:spTgt spid="311306"/>
                                        </p:tgtEl>
                                        <p:attrNameLst>
                                          <p:attrName>style.visibility</p:attrName>
                                        </p:attrNameLst>
                                      </p:cBhvr>
                                      <p:to>
                                        <p:strVal val="visible"/>
                                      </p:to>
                                    </p:set>
                                    <p:animEffect transition="in" filter="box(in)">
                                      <p:cBhvr>
                                        <p:cTn id="47" dur="500"/>
                                        <p:tgtEl>
                                          <p:spTgt spid="311306"/>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4" presetClass="entr" presetSubtype="16" fill="hold" grpId="0" nodeType="clickEffect">
                                  <p:stCondLst>
                                    <p:cond delay="0"/>
                                  </p:stCondLst>
                                  <p:childTnLst>
                                    <p:set>
                                      <p:cBhvr>
                                        <p:cTn id="51" dur="1" fill="hold">
                                          <p:stCondLst>
                                            <p:cond delay="0"/>
                                          </p:stCondLst>
                                        </p:cTn>
                                        <p:tgtEl>
                                          <p:spTgt spid="311307"/>
                                        </p:tgtEl>
                                        <p:attrNameLst>
                                          <p:attrName>style.visibility</p:attrName>
                                        </p:attrNameLst>
                                      </p:cBhvr>
                                      <p:to>
                                        <p:strVal val="visible"/>
                                      </p:to>
                                    </p:set>
                                    <p:animEffect transition="in" filter="box(in)">
                                      <p:cBhvr>
                                        <p:cTn id="52" dur="500"/>
                                        <p:tgtEl>
                                          <p:spTgt spid="311307"/>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4" presetClass="entr" presetSubtype="16" fill="hold" nodeType="clickEffect">
                                  <p:stCondLst>
                                    <p:cond delay="0"/>
                                  </p:stCondLst>
                                  <p:childTnLst>
                                    <p:set>
                                      <p:cBhvr>
                                        <p:cTn id="56" dur="1" fill="hold">
                                          <p:stCondLst>
                                            <p:cond delay="0"/>
                                          </p:stCondLst>
                                        </p:cTn>
                                        <p:tgtEl>
                                          <p:spTgt spid="311308">
                                            <p:txEl>
                                              <p:pRg st="0" end="0"/>
                                            </p:txEl>
                                          </p:spTgt>
                                        </p:tgtEl>
                                        <p:attrNameLst>
                                          <p:attrName>style.visibility</p:attrName>
                                        </p:attrNameLst>
                                      </p:cBhvr>
                                      <p:to>
                                        <p:strVal val="visible"/>
                                      </p:to>
                                    </p:set>
                                    <p:animEffect transition="in" filter="box(in)">
                                      <p:cBhvr>
                                        <p:cTn id="57" dur="500"/>
                                        <p:tgtEl>
                                          <p:spTgt spid="311308">
                                            <p:txEl>
                                              <p:pRg st="0" end="0"/>
                                            </p:txEl>
                                          </p:spTgt>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4" presetClass="entr" presetSubtype="16" fill="hold" grpId="0" nodeType="clickEffect">
                                  <p:stCondLst>
                                    <p:cond delay="0"/>
                                  </p:stCondLst>
                                  <p:childTnLst>
                                    <p:set>
                                      <p:cBhvr>
                                        <p:cTn id="61" dur="1" fill="hold">
                                          <p:stCondLst>
                                            <p:cond delay="0"/>
                                          </p:stCondLst>
                                        </p:cTn>
                                        <p:tgtEl>
                                          <p:spTgt spid="311309"/>
                                        </p:tgtEl>
                                        <p:attrNameLst>
                                          <p:attrName>style.visibility</p:attrName>
                                        </p:attrNameLst>
                                      </p:cBhvr>
                                      <p:to>
                                        <p:strVal val="visible"/>
                                      </p:to>
                                    </p:set>
                                    <p:animEffect transition="in" filter="box(in)">
                                      <p:cBhvr>
                                        <p:cTn id="62" dur="500"/>
                                        <p:tgtEl>
                                          <p:spTgt spid="311309"/>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4" presetClass="entr" presetSubtype="16" fill="hold" grpId="0" nodeType="clickEffect">
                                  <p:stCondLst>
                                    <p:cond delay="0"/>
                                  </p:stCondLst>
                                  <p:childTnLst>
                                    <p:set>
                                      <p:cBhvr>
                                        <p:cTn id="66" dur="1" fill="hold">
                                          <p:stCondLst>
                                            <p:cond delay="0"/>
                                          </p:stCondLst>
                                        </p:cTn>
                                        <p:tgtEl>
                                          <p:spTgt spid="311310"/>
                                        </p:tgtEl>
                                        <p:attrNameLst>
                                          <p:attrName>style.visibility</p:attrName>
                                        </p:attrNameLst>
                                      </p:cBhvr>
                                      <p:to>
                                        <p:strVal val="visible"/>
                                      </p:to>
                                    </p:set>
                                    <p:animEffect transition="in" filter="box(in)">
                                      <p:cBhvr>
                                        <p:cTn id="67" dur="500"/>
                                        <p:tgtEl>
                                          <p:spTgt spid="311310"/>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4" presetClass="entr" presetSubtype="16" fill="hold" grpId="0" nodeType="clickEffect">
                                  <p:stCondLst>
                                    <p:cond delay="0"/>
                                  </p:stCondLst>
                                  <p:childTnLst>
                                    <p:set>
                                      <p:cBhvr>
                                        <p:cTn id="71" dur="1" fill="hold">
                                          <p:stCondLst>
                                            <p:cond delay="0"/>
                                          </p:stCondLst>
                                        </p:cTn>
                                        <p:tgtEl>
                                          <p:spTgt spid="311311"/>
                                        </p:tgtEl>
                                        <p:attrNameLst>
                                          <p:attrName>style.visibility</p:attrName>
                                        </p:attrNameLst>
                                      </p:cBhvr>
                                      <p:to>
                                        <p:strVal val="visible"/>
                                      </p:to>
                                    </p:set>
                                    <p:animEffect transition="in" filter="box(in)">
                                      <p:cBhvr>
                                        <p:cTn id="72" dur="500"/>
                                        <p:tgtEl>
                                          <p:spTgt spid="311311"/>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4" presetClass="entr" presetSubtype="16" fill="hold" grpId="0" nodeType="clickEffect">
                                  <p:stCondLst>
                                    <p:cond delay="0"/>
                                  </p:stCondLst>
                                  <p:childTnLst>
                                    <p:set>
                                      <p:cBhvr>
                                        <p:cTn id="76" dur="1" fill="hold">
                                          <p:stCondLst>
                                            <p:cond delay="0"/>
                                          </p:stCondLst>
                                        </p:cTn>
                                        <p:tgtEl>
                                          <p:spTgt spid="311312"/>
                                        </p:tgtEl>
                                        <p:attrNameLst>
                                          <p:attrName>style.visibility</p:attrName>
                                        </p:attrNameLst>
                                      </p:cBhvr>
                                      <p:to>
                                        <p:strVal val="visible"/>
                                      </p:to>
                                    </p:set>
                                    <p:animEffect transition="in" filter="box(in)">
                                      <p:cBhvr>
                                        <p:cTn id="77" dur="500"/>
                                        <p:tgtEl>
                                          <p:spTgt spid="311312"/>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4" presetClass="entr" presetSubtype="16" fill="hold" grpId="0" nodeType="clickEffect">
                                  <p:stCondLst>
                                    <p:cond delay="0"/>
                                  </p:stCondLst>
                                  <p:childTnLst>
                                    <p:set>
                                      <p:cBhvr>
                                        <p:cTn id="81" dur="1" fill="hold">
                                          <p:stCondLst>
                                            <p:cond delay="0"/>
                                          </p:stCondLst>
                                        </p:cTn>
                                        <p:tgtEl>
                                          <p:spTgt spid="311313"/>
                                        </p:tgtEl>
                                        <p:attrNameLst>
                                          <p:attrName>style.visibility</p:attrName>
                                        </p:attrNameLst>
                                      </p:cBhvr>
                                      <p:to>
                                        <p:strVal val="visible"/>
                                      </p:to>
                                    </p:set>
                                    <p:animEffect transition="in" filter="box(in)">
                                      <p:cBhvr>
                                        <p:cTn id="82" dur="500"/>
                                        <p:tgtEl>
                                          <p:spTgt spid="311313"/>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4" presetClass="entr" presetSubtype="16" fill="hold" grpId="0" nodeType="clickEffect">
                                  <p:stCondLst>
                                    <p:cond delay="0"/>
                                  </p:stCondLst>
                                  <p:childTnLst>
                                    <p:set>
                                      <p:cBhvr>
                                        <p:cTn id="86" dur="1" fill="hold">
                                          <p:stCondLst>
                                            <p:cond delay="0"/>
                                          </p:stCondLst>
                                        </p:cTn>
                                        <p:tgtEl>
                                          <p:spTgt spid="311314"/>
                                        </p:tgtEl>
                                        <p:attrNameLst>
                                          <p:attrName>style.visibility</p:attrName>
                                        </p:attrNameLst>
                                      </p:cBhvr>
                                      <p:to>
                                        <p:strVal val="visible"/>
                                      </p:to>
                                    </p:set>
                                    <p:animEffect transition="in" filter="box(in)">
                                      <p:cBhvr>
                                        <p:cTn id="87" dur="500"/>
                                        <p:tgtEl>
                                          <p:spTgt spid="311314"/>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4" presetClass="entr" presetSubtype="16" fill="hold" grpId="0" nodeType="clickEffect">
                                  <p:stCondLst>
                                    <p:cond delay="0"/>
                                  </p:stCondLst>
                                  <p:childTnLst>
                                    <p:set>
                                      <p:cBhvr>
                                        <p:cTn id="91" dur="1" fill="hold">
                                          <p:stCondLst>
                                            <p:cond delay="0"/>
                                          </p:stCondLst>
                                        </p:cTn>
                                        <p:tgtEl>
                                          <p:spTgt spid="311315"/>
                                        </p:tgtEl>
                                        <p:attrNameLst>
                                          <p:attrName>style.visibility</p:attrName>
                                        </p:attrNameLst>
                                      </p:cBhvr>
                                      <p:to>
                                        <p:strVal val="visible"/>
                                      </p:to>
                                    </p:set>
                                    <p:animEffect transition="in" filter="box(in)">
                                      <p:cBhvr>
                                        <p:cTn id="92" dur="500"/>
                                        <p:tgtEl>
                                          <p:spTgt spid="311315"/>
                                        </p:tgtEl>
                                      </p:cBhvr>
                                    </p:animEffect>
                                  </p:childTnLst>
                                </p:cTn>
                              </p:par>
                            </p:childTnLst>
                          </p:cTn>
                        </p:par>
                      </p:childTnLst>
                    </p:cTn>
                  </p:par>
                  <p:par>
                    <p:cTn id="93" fill="hold" nodeType="clickPar">
                      <p:stCondLst>
                        <p:cond delay="indefinite"/>
                      </p:stCondLst>
                      <p:childTnLst>
                        <p:par>
                          <p:cTn id="94" fill="hold" nodeType="withGroup">
                            <p:stCondLst>
                              <p:cond delay="0"/>
                            </p:stCondLst>
                            <p:childTnLst>
                              <p:par>
                                <p:cTn id="95" presetID="4" presetClass="entr" presetSubtype="16" fill="hold" grpId="0" nodeType="clickEffect">
                                  <p:stCondLst>
                                    <p:cond delay="0"/>
                                  </p:stCondLst>
                                  <p:childTnLst>
                                    <p:set>
                                      <p:cBhvr>
                                        <p:cTn id="96" dur="1" fill="hold">
                                          <p:stCondLst>
                                            <p:cond delay="0"/>
                                          </p:stCondLst>
                                        </p:cTn>
                                        <p:tgtEl>
                                          <p:spTgt spid="311316"/>
                                        </p:tgtEl>
                                        <p:attrNameLst>
                                          <p:attrName>style.visibility</p:attrName>
                                        </p:attrNameLst>
                                      </p:cBhvr>
                                      <p:to>
                                        <p:strVal val="visible"/>
                                      </p:to>
                                    </p:set>
                                    <p:animEffect transition="in" filter="box(in)">
                                      <p:cBhvr>
                                        <p:cTn id="97" dur="500"/>
                                        <p:tgtEl>
                                          <p:spTgt spid="3113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1298" grpId="0"/>
      <p:bldP spid="311299" grpId="0"/>
      <p:bldP spid="311300" grpId="0"/>
      <p:bldP spid="311301" grpId="0"/>
      <p:bldP spid="311302" grpId="0"/>
      <p:bldP spid="311303" grpId="0" animBg="1"/>
      <p:bldP spid="311304" grpId="0" animBg="1"/>
      <p:bldP spid="311305" grpId="0" animBg="1"/>
      <p:bldP spid="311306" grpId="0"/>
      <p:bldP spid="311307" grpId="0"/>
      <p:bldP spid="311309" grpId="0" animBg="1"/>
      <p:bldP spid="311310" grpId="0"/>
      <p:bldP spid="311311" grpId="0"/>
      <p:bldP spid="311312" grpId="0"/>
      <p:bldP spid="311313" grpId="0" animBg="1"/>
      <p:bldP spid="311314" grpId="0" animBg="1"/>
      <p:bldP spid="311315" grpId="0"/>
      <p:bldP spid="31131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Number Placeholder 3"/>
          <p:cNvSpPr>
            <a:spLocks noGrp="1"/>
          </p:cNvSpPr>
          <p:nvPr>
            <p:ph type="sldNum" sz="quarter" idx="12"/>
          </p:nvPr>
        </p:nvSpPr>
        <p:spPr/>
        <p:txBody>
          <a:bodyPr/>
          <a:lstStyle>
            <a:lvl1pPr eaLnBrk="0" hangingPunct="0">
              <a:defRPr sz="2400">
                <a:solidFill>
                  <a:srgbClr val="00FF00"/>
                </a:solidFill>
                <a:latin typeface=".VnArial" panose="020B7200000000000000" pitchFamily="34" charset="0"/>
              </a:defRPr>
            </a:lvl1pPr>
            <a:lvl2pPr marL="742950" indent="-285750" eaLnBrk="0" hangingPunct="0">
              <a:defRPr sz="2400">
                <a:solidFill>
                  <a:srgbClr val="00FF00"/>
                </a:solidFill>
                <a:latin typeface=".VnArial" panose="020B7200000000000000" pitchFamily="34" charset="0"/>
              </a:defRPr>
            </a:lvl2pPr>
            <a:lvl3pPr marL="1143000" indent="-228600" eaLnBrk="0" hangingPunct="0">
              <a:defRPr sz="2400">
                <a:solidFill>
                  <a:srgbClr val="00FF00"/>
                </a:solidFill>
                <a:latin typeface=".VnArial" panose="020B7200000000000000" pitchFamily="34" charset="0"/>
              </a:defRPr>
            </a:lvl3pPr>
            <a:lvl4pPr marL="1600200" indent="-228600" eaLnBrk="0" hangingPunct="0">
              <a:defRPr sz="2400">
                <a:solidFill>
                  <a:srgbClr val="00FF00"/>
                </a:solidFill>
                <a:latin typeface=".VnArial" panose="020B7200000000000000" pitchFamily="34" charset="0"/>
              </a:defRPr>
            </a:lvl4pPr>
            <a:lvl5pPr marL="2057400" indent="-228600" eaLnBrk="0" hangingPunct="0">
              <a:defRPr sz="2400">
                <a:solidFill>
                  <a:srgbClr val="00FF00"/>
                </a:solidFill>
                <a:latin typeface=".VnArial" panose="020B7200000000000000" pitchFamily="34" charset="0"/>
              </a:defRPr>
            </a:lvl5pPr>
            <a:lvl6pPr marL="2514600" indent="-228600" eaLnBrk="0" fontAlgn="base" hangingPunct="0">
              <a:spcBef>
                <a:spcPct val="0"/>
              </a:spcBef>
              <a:spcAft>
                <a:spcPct val="0"/>
              </a:spcAft>
              <a:defRPr sz="2400">
                <a:solidFill>
                  <a:srgbClr val="00FF00"/>
                </a:solidFill>
                <a:latin typeface=".VnArial" panose="020B7200000000000000" pitchFamily="34" charset="0"/>
              </a:defRPr>
            </a:lvl6pPr>
            <a:lvl7pPr marL="2971800" indent="-228600" eaLnBrk="0" fontAlgn="base" hangingPunct="0">
              <a:spcBef>
                <a:spcPct val="0"/>
              </a:spcBef>
              <a:spcAft>
                <a:spcPct val="0"/>
              </a:spcAft>
              <a:defRPr sz="2400">
                <a:solidFill>
                  <a:srgbClr val="00FF00"/>
                </a:solidFill>
                <a:latin typeface=".VnArial" panose="020B7200000000000000" pitchFamily="34" charset="0"/>
              </a:defRPr>
            </a:lvl7pPr>
            <a:lvl8pPr marL="3429000" indent="-228600" eaLnBrk="0" fontAlgn="base" hangingPunct="0">
              <a:spcBef>
                <a:spcPct val="0"/>
              </a:spcBef>
              <a:spcAft>
                <a:spcPct val="0"/>
              </a:spcAft>
              <a:defRPr sz="2400">
                <a:solidFill>
                  <a:srgbClr val="00FF00"/>
                </a:solidFill>
                <a:latin typeface=".VnArial" panose="020B7200000000000000" pitchFamily="34" charset="0"/>
              </a:defRPr>
            </a:lvl8pPr>
            <a:lvl9pPr marL="3886200" indent="-228600" eaLnBrk="0" fontAlgn="base" hangingPunct="0">
              <a:spcBef>
                <a:spcPct val="0"/>
              </a:spcBef>
              <a:spcAft>
                <a:spcPct val="0"/>
              </a:spcAft>
              <a:defRPr sz="2400">
                <a:solidFill>
                  <a:srgbClr val="00FF00"/>
                </a:solidFill>
                <a:latin typeface=".VnArial" panose="020B7200000000000000" pitchFamily="34" charset="0"/>
              </a:defRPr>
            </a:lvl9pPr>
          </a:lstStyle>
          <a:p>
            <a:pPr eaLnBrk="1" hangingPunct="1"/>
            <a:fld id="{58BE3A11-A2DA-4A91-AC4E-FEC8AC90A6D2}" type="slidenum">
              <a:rPr lang="en-US" sz="1200">
                <a:solidFill>
                  <a:srgbClr val="898989"/>
                </a:solidFill>
              </a:rPr>
              <a:pPr eaLnBrk="1" hangingPunct="1"/>
              <a:t>13</a:t>
            </a:fld>
            <a:endParaRPr lang="en-US" sz="1200">
              <a:solidFill>
                <a:srgbClr val="898989"/>
              </a:solidFill>
            </a:endParaRPr>
          </a:p>
        </p:txBody>
      </p:sp>
      <p:sp>
        <p:nvSpPr>
          <p:cNvPr id="308226" name="Rectangle 2"/>
          <p:cNvSpPr>
            <a:spLocks noChangeArrowheads="1"/>
          </p:cNvSpPr>
          <p:nvPr/>
        </p:nvSpPr>
        <p:spPr bwMode="auto">
          <a:xfrm>
            <a:off x="1295400" y="304800"/>
            <a:ext cx="9372600" cy="570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FF00"/>
                </a:solidFill>
                <a:latin typeface=".VnArial" panose="020B7200000000000000" pitchFamily="34" charset="0"/>
              </a:defRPr>
            </a:lvl1pPr>
            <a:lvl2pPr marL="742950" indent="-285750" eaLnBrk="0" hangingPunct="0">
              <a:defRPr sz="2400">
                <a:solidFill>
                  <a:srgbClr val="00FF00"/>
                </a:solidFill>
                <a:latin typeface=".VnArial" panose="020B7200000000000000" pitchFamily="34" charset="0"/>
              </a:defRPr>
            </a:lvl2pPr>
            <a:lvl3pPr marL="1143000" indent="-228600" eaLnBrk="0" hangingPunct="0">
              <a:defRPr sz="2400">
                <a:solidFill>
                  <a:srgbClr val="00FF00"/>
                </a:solidFill>
                <a:latin typeface=".VnArial" panose="020B7200000000000000" pitchFamily="34" charset="0"/>
              </a:defRPr>
            </a:lvl3pPr>
            <a:lvl4pPr marL="1600200" indent="-228600" eaLnBrk="0" hangingPunct="0">
              <a:defRPr sz="2400">
                <a:solidFill>
                  <a:srgbClr val="00FF00"/>
                </a:solidFill>
                <a:latin typeface=".VnArial" panose="020B7200000000000000" pitchFamily="34" charset="0"/>
              </a:defRPr>
            </a:lvl4pPr>
            <a:lvl5pPr marL="2057400" indent="-228600" eaLnBrk="0" hangingPunct="0">
              <a:defRPr sz="2400">
                <a:solidFill>
                  <a:srgbClr val="00FF00"/>
                </a:solidFill>
                <a:latin typeface=".VnArial" panose="020B7200000000000000" pitchFamily="34" charset="0"/>
              </a:defRPr>
            </a:lvl5pPr>
            <a:lvl6pPr marL="2514600" indent="-228600" eaLnBrk="0" fontAlgn="base" hangingPunct="0">
              <a:spcBef>
                <a:spcPct val="0"/>
              </a:spcBef>
              <a:spcAft>
                <a:spcPct val="0"/>
              </a:spcAft>
              <a:defRPr sz="2400">
                <a:solidFill>
                  <a:srgbClr val="00FF00"/>
                </a:solidFill>
                <a:latin typeface=".VnArial" panose="020B7200000000000000" pitchFamily="34" charset="0"/>
              </a:defRPr>
            </a:lvl6pPr>
            <a:lvl7pPr marL="2971800" indent="-228600" eaLnBrk="0" fontAlgn="base" hangingPunct="0">
              <a:spcBef>
                <a:spcPct val="0"/>
              </a:spcBef>
              <a:spcAft>
                <a:spcPct val="0"/>
              </a:spcAft>
              <a:defRPr sz="2400">
                <a:solidFill>
                  <a:srgbClr val="00FF00"/>
                </a:solidFill>
                <a:latin typeface=".VnArial" panose="020B7200000000000000" pitchFamily="34" charset="0"/>
              </a:defRPr>
            </a:lvl7pPr>
            <a:lvl8pPr marL="3429000" indent="-228600" eaLnBrk="0" fontAlgn="base" hangingPunct="0">
              <a:spcBef>
                <a:spcPct val="0"/>
              </a:spcBef>
              <a:spcAft>
                <a:spcPct val="0"/>
              </a:spcAft>
              <a:defRPr sz="2400">
                <a:solidFill>
                  <a:srgbClr val="00FF00"/>
                </a:solidFill>
                <a:latin typeface=".VnArial" panose="020B7200000000000000" pitchFamily="34" charset="0"/>
              </a:defRPr>
            </a:lvl8pPr>
            <a:lvl9pPr marL="3886200" indent="-228600" eaLnBrk="0" fontAlgn="base" hangingPunct="0">
              <a:spcBef>
                <a:spcPct val="0"/>
              </a:spcBef>
              <a:spcAft>
                <a:spcPct val="0"/>
              </a:spcAft>
              <a:defRPr sz="2400">
                <a:solidFill>
                  <a:srgbClr val="00FF00"/>
                </a:solidFill>
                <a:latin typeface=".VnArial" panose="020B7200000000000000" pitchFamily="34" charset="0"/>
              </a:defRPr>
            </a:lvl9pPr>
          </a:lstStyle>
          <a:p>
            <a:pPr algn="ctr" eaLnBrk="1" hangingPunct="1">
              <a:lnSpc>
                <a:spcPct val="120000"/>
              </a:lnSpc>
              <a:buFont typeface="Wingdings" panose="05000000000000000000" pitchFamily="2" charset="2"/>
              <a:buNone/>
            </a:pPr>
            <a:r>
              <a:rPr lang="en-US" altLang="en-US" sz="2800" b="1" dirty="0">
                <a:solidFill>
                  <a:srgbClr val="FF0000"/>
                </a:solidFill>
                <a:latin typeface="Calibri" panose="020F0502020204030204" pitchFamily="34" charset="0"/>
              </a:rPr>
              <a:t> </a:t>
            </a:r>
            <a:r>
              <a:rPr lang="en-US" altLang="en-US" sz="2800" b="1" dirty="0" smtClean="0">
                <a:solidFill>
                  <a:srgbClr val="FF0000"/>
                </a:solidFill>
                <a:latin typeface="Times New Roman" panose="02020603050405020304" pitchFamily="18" charset="0"/>
                <a:cs typeface="Times New Roman" panose="02020603050405020304" pitchFamily="18" charset="0"/>
              </a:rPr>
              <a:t>1.1.2</a:t>
            </a:r>
            <a:r>
              <a:rPr lang="en-US" altLang="en-US" sz="2800" b="1" dirty="0">
                <a:solidFill>
                  <a:srgbClr val="FF0000"/>
                </a:solidFill>
                <a:latin typeface="Times New Roman" panose="02020603050405020304" pitchFamily="18" charset="0"/>
                <a:cs typeface="Times New Roman" panose="02020603050405020304" pitchFamily="18" charset="0"/>
              </a:rPr>
              <a:t>. </a:t>
            </a:r>
            <a:r>
              <a:rPr lang="en-US" altLang="en-US" sz="2800" b="1" dirty="0" smtClean="0">
                <a:solidFill>
                  <a:srgbClr val="FF0000"/>
                </a:solidFill>
                <a:latin typeface="Times New Roman" panose="02020603050405020304" pitchFamily="18" charset="0"/>
                <a:cs typeface="Times New Roman" panose="02020603050405020304" pitchFamily="18" charset="0"/>
              </a:rPr>
              <a:t>VAI </a:t>
            </a:r>
            <a:r>
              <a:rPr lang="en-US" altLang="en-US" sz="2800" b="1" dirty="0">
                <a:solidFill>
                  <a:srgbClr val="FF0000"/>
                </a:solidFill>
                <a:latin typeface="Times New Roman" panose="02020603050405020304" pitchFamily="18" charset="0"/>
                <a:cs typeface="Times New Roman" panose="02020603050405020304" pitchFamily="18" charset="0"/>
              </a:rPr>
              <a:t>TRÒ CỦA MÁC VÀ </a:t>
            </a:r>
            <a:r>
              <a:rPr lang="en-US" altLang="en-US" sz="2800" b="1" dirty="0" smtClean="0">
                <a:solidFill>
                  <a:srgbClr val="FF0000"/>
                </a:solidFill>
                <a:latin typeface="Times New Roman" panose="02020603050405020304" pitchFamily="18" charset="0"/>
                <a:cs typeface="Times New Roman" panose="02020603050405020304" pitchFamily="18" charset="0"/>
              </a:rPr>
              <a:t>ĂNGGHEN</a:t>
            </a:r>
            <a:r>
              <a:rPr lang="en-US" altLang="en-US" sz="2800" b="1" dirty="0" smtClean="0">
                <a:solidFill>
                  <a:srgbClr val="FF0000"/>
                </a:solidFill>
                <a:latin typeface=".VnAvantH" panose="020B7200000000000000" pitchFamily="34" charset="0"/>
              </a:rPr>
              <a:t> </a:t>
            </a:r>
            <a:r>
              <a:rPr lang="en-US" altLang="en-US" sz="2800" b="1" dirty="0">
                <a:solidFill>
                  <a:srgbClr val="FF0000"/>
                </a:solidFill>
                <a:latin typeface=".VnAvantH" panose="020B7200000000000000" pitchFamily="34" charset="0"/>
              </a:rPr>
              <a:t>	</a:t>
            </a:r>
            <a:endParaRPr lang="en-US" altLang="en-US" sz="2800" b="1" dirty="0">
              <a:solidFill>
                <a:srgbClr val="FF0000"/>
              </a:solidFill>
            </a:endParaRPr>
          </a:p>
        </p:txBody>
      </p:sp>
      <p:pic>
        <p:nvPicPr>
          <p:cNvPr id="308227" name="Picture 3" descr="marx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1200" y="1600200"/>
            <a:ext cx="3709988"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8228" name="Picture 4" descr="engel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00800" y="1600200"/>
            <a:ext cx="35814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WordArt 14">
            <a:hlinkClick r:id="rId4" action="ppaction://hlinkfile"/>
          </p:cNvPr>
          <p:cNvSpPr>
            <a:spLocks noChangeArrowheads="1" noChangeShapeType="1" noTextEdit="1"/>
          </p:cNvSpPr>
          <p:nvPr/>
        </p:nvSpPr>
        <p:spPr bwMode="auto">
          <a:xfrm>
            <a:off x="1600200" y="6332538"/>
            <a:ext cx="9067800" cy="525462"/>
          </a:xfrm>
          <a:prstGeom prst="rect">
            <a:avLst/>
          </a:prstGeom>
        </p:spPr>
        <p:txBody>
          <a:bodyPr wrap="none" fromWordArt="1">
            <a:prstTxWarp prst="textPlain">
              <a:avLst>
                <a:gd name="adj" fmla="val 50000"/>
              </a:avLst>
            </a:prstTxWarp>
          </a:bodyPr>
          <a:lstStyle/>
          <a:p>
            <a:pPr algn="ctr"/>
            <a:r>
              <a:rPr lang="vi-VN" sz="3600" b="1" kern="10">
                <a:ln w="9525">
                  <a:solidFill>
                    <a:srgbClr val="FFFF00"/>
                  </a:solidFill>
                  <a:round/>
                  <a:headEnd/>
                  <a:tailEnd/>
                </a:ln>
                <a:solidFill>
                  <a:srgbClr val="FF0000"/>
                </a:solidFill>
                <a:latin typeface="Arial Đen"/>
              </a:rPr>
              <a:t>NHỮNG NGƯỜI LAO ĐỘNG TOÀN TRÁI ĐẤT LIÊN HIỆP LẠI</a:t>
            </a:r>
            <a:endParaRPr lang="en-US" sz="3600" b="1" kern="10">
              <a:ln w="9525">
                <a:solidFill>
                  <a:srgbClr val="FFFF00"/>
                </a:solidFill>
                <a:round/>
                <a:headEnd/>
                <a:tailEnd/>
              </a:ln>
              <a:solidFill>
                <a:srgbClr val="FF0000"/>
              </a:solidFill>
              <a:latin typeface="Arial Đen"/>
            </a:endParaRPr>
          </a:p>
        </p:txBody>
      </p:sp>
    </p:spTree>
    <p:extLst>
      <p:ext uri="{BB962C8B-B14F-4D97-AF65-F5344CB8AC3E}">
        <p14:creationId xmlns:p14="http://schemas.microsoft.com/office/powerpoint/2010/main" val="164756686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08226">
                                            <p:txEl>
                                              <p:pRg st="0" end="0"/>
                                            </p:txEl>
                                          </p:spTgt>
                                        </p:tgtEl>
                                        <p:attrNameLst>
                                          <p:attrName>style.visibility</p:attrName>
                                        </p:attrNameLst>
                                      </p:cBhvr>
                                      <p:to>
                                        <p:strVal val="visible"/>
                                      </p:to>
                                    </p:set>
                                    <p:anim calcmode="lin" valueType="num">
                                      <p:cBhvr additive="base">
                                        <p:cTn id="7" dur="500" fill="hold"/>
                                        <p:tgtEl>
                                          <p:spTgt spid="30822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0822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308227"/>
                                        </p:tgtEl>
                                        <p:attrNameLst>
                                          <p:attrName>style.visibility</p:attrName>
                                        </p:attrNameLst>
                                      </p:cBhvr>
                                      <p:to>
                                        <p:strVal val="visible"/>
                                      </p:to>
                                    </p:set>
                                    <p:anim calcmode="lin" valueType="num">
                                      <p:cBhvr additive="base">
                                        <p:cTn id="13" dur="500" fill="hold"/>
                                        <p:tgtEl>
                                          <p:spTgt spid="308227"/>
                                        </p:tgtEl>
                                        <p:attrNameLst>
                                          <p:attrName>ppt_x</p:attrName>
                                        </p:attrNameLst>
                                      </p:cBhvr>
                                      <p:tavLst>
                                        <p:tav tm="0">
                                          <p:val>
                                            <p:strVal val="#ppt_x"/>
                                          </p:val>
                                        </p:tav>
                                        <p:tav tm="100000">
                                          <p:val>
                                            <p:strVal val="#ppt_x"/>
                                          </p:val>
                                        </p:tav>
                                      </p:tavLst>
                                    </p:anim>
                                    <p:anim calcmode="lin" valueType="num">
                                      <p:cBhvr additive="base">
                                        <p:cTn id="14" dur="500" fill="hold"/>
                                        <p:tgtEl>
                                          <p:spTgt spid="308227"/>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308228"/>
                                        </p:tgtEl>
                                        <p:attrNameLst>
                                          <p:attrName>style.visibility</p:attrName>
                                        </p:attrNameLst>
                                      </p:cBhvr>
                                      <p:to>
                                        <p:strVal val="visible"/>
                                      </p:to>
                                    </p:set>
                                    <p:anim calcmode="lin" valueType="num">
                                      <p:cBhvr additive="base">
                                        <p:cTn id="19" dur="500" fill="hold"/>
                                        <p:tgtEl>
                                          <p:spTgt spid="308228"/>
                                        </p:tgtEl>
                                        <p:attrNameLst>
                                          <p:attrName>ppt_x</p:attrName>
                                        </p:attrNameLst>
                                      </p:cBhvr>
                                      <p:tavLst>
                                        <p:tav tm="0">
                                          <p:val>
                                            <p:strVal val="#ppt_x"/>
                                          </p:val>
                                        </p:tav>
                                        <p:tav tm="100000">
                                          <p:val>
                                            <p:strVal val="#ppt_x"/>
                                          </p:val>
                                        </p:tav>
                                      </p:tavLst>
                                    </p:anim>
                                    <p:anim calcmode="lin" valueType="num">
                                      <p:cBhvr additive="base">
                                        <p:cTn id="20" dur="500" fill="hold"/>
                                        <p:tgtEl>
                                          <p:spTgt spid="308228"/>
                                        </p:tgtEl>
                                        <p:attrNameLst>
                                          <p:attrName>ppt_y</p:attrName>
                                        </p:attrNameLst>
                                      </p:cBhvr>
                                      <p:tavLst>
                                        <p:tav tm="0">
                                          <p:val>
                                            <p:strVal val="1+#ppt_h/2"/>
                                          </p:val>
                                        </p:tav>
                                        <p:tav tm="100000">
                                          <p:val>
                                            <p:strVal val="#ppt_y"/>
                                          </p:val>
                                        </p:tav>
                                      </p:tavLst>
                                    </p:anim>
                                  </p:childTnLst>
                                </p:cTn>
                              </p:par>
                            </p:childTnLst>
                          </p:cTn>
                        </p:par>
                        <p:par>
                          <p:cTn id="21" fill="hold" nodeType="afterGroup">
                            <p:stCondLst>
                              <p:cond delay="500"/>
                            </p:stCondLst>
                            <p:childTnLst>
                              <p:par>
                                <p:cTn id="22" presetID="29" presetClass="entr" presetSubtype="0" fill="hold" grpId="0" nodeType="afterEffect">
                                  <p:stCondLst>
                                    <p:cond delay="0"/>
                                  </p:stCondLst>
                                  <p:childTnLst>
                                    <p:set>
                                      <p:cBhvr>
                                        <p:cTn id="23" dur="1" fill="hold">
                                          <p:stCondLst>
                                            <p:cond delay="0"/>
                                          </p:stCondLst>
                                        </p:cTn>
                                        <p:tgtEl>
                                          <p:spTgt spid="6"/>
                                        </p:tgtEl>
                                        <p:attrNameLst>
                                          <p:attrName>style.visibility</p:attrName>
                                        </p:attrNameLst>
                                      </p:cBhvr>
                                      <p:to>
                                        <p:strVal val="visible"/>
                                      </p:to>
                                    </p:set>
                                    <p:anim calcmode="lin" valueType="num">
                                      <p:cBhvr>
                                        <p:cTn id="24" dur="1000" fill="hold"/>
                                        <p:tgtEl>
                                          <p:spTgt spid="6"/>
                                        </p:tgtEl>
                                        <p:attrNameLst>
                                          <p:attrName>ppt_x</p:attrName>
                                        </p:attrNameLst>
                                      </p:cBhvr>
                                      <p:tavLst>
                                        <p:tav tm="0">
                                          <p:val>
                                            <p:strVal val="#ppt_x-.2"/>
                                          </p:val>
                                        </p:tav>
                                        <p:tav tm="100000">
                                          <p:val>
                                            <p:strVal val="#ppt_x"/>
                                          </p:val>
                                        </p:tav>
                                      </p:tavLst>
                                    </p:anim>
                                    <p:anim calcmode="lin" valueType="num">
                                      <p:cBhvr>
                                        <p:cTn id="25" dur="1000" fill="hold"/>
                                        <p:tgtEl>
                                          <p:spTgt spid="6"/>
                                        </p:tgtEl>
                                        <p:attrNameLst>
                                          <p:attrName>ppt_y</p:attrName>
                                        </p:attrNameLst>
                                      </p:cBhvr>
                                      <p:tavLst>
                                        <p:tav tm="0">
                                          <p:val>
                                            <p:strVal val="#ppt_y"/>
                                          </p:val>
                                        </p:tav>
                                        <p:tav tm="100000">
                                          <p:val>
                                            <p:strVal val="#ppt_y"/>
                                          </p:val>
                                        </p:tav>
                                      </p:tavLst>
                                    </p:anim>
                                    <p:animEffect transition="in" filter="wipe(right)" prLst="gradientSize: 0.1">
                                      <p:cBhvr>
                                        <p:cTn id="26"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Number Placeholder 3"/>
          <p:cNvSpPr>
            <a:spLocks noGrp="1"/>
          </p:cNvSpPr>
          <p:nvPr>
            <p:ph type="sldNum" sz="quarter" idx="12"/>
          </p:nvPr>
        </p:nvSpPr>
        <p:spPr/>
        <p:txBody>
          <a:bodyPr/>
          <a:lstStyle>
            <a:lvl1pPr eaLnBrk="0" hangingPunct="0">
              <a:defRPr sz="2400">
                <a:solidFill>
                  <a:srgbClr val="00FF00"/>
                </a:solidFill>
                <a:latin typeface=".VnArial" panose="020B7200000000000000" pitchFamily="34" charset="0"/>
              </a:defRPr>
            </a:lvl1pPr>
            <a:lvl2pPr marL="742950" indent="-285750" eaLnBrk="0" hangingPunct="0">
              <a:defRPr sz="2400">
                <a:solidFill>
                  <a:srgbClr val="00FF00"/>
                </a:solidFill>
                <a:latin typeface=".VnArial" panose="020B7200000000000000" pitchFamily="34" charset="0"/>
              </a:defRPr>
            </a:lvl2pPr>
            <a:lvl3pPr marL="1143000" indent="-228600" eaLnBrk="0" hangingPunct="0">
              <a:defRPr sz="2400">
                <a:solidFill>
                  <a:srgbClr val="00FF00"/>
                </a:solidFill>
                <a:latin typeface=".VnArial" panose="020B7200000000000000" pitchFamily="34" charset="0"/>
              </a:defRPr>
            </a:lvl3pPr>
            <a:lvl4pPr marL="1600200" indent="-228600" eaLnBrk="0" hangingPunct="0">
              <a:defRPr sz="2400">
                <a:solidFill>
                  <a:srgbClr val="00FF00"/>
                </a:solidFill>
                <a:latin typeface=".VnArial" panose="020B7200000000000000" pitchFamily="34" charset="0"/>
              </a:defRPr>
            </a:lvl4pPr>
            <a:lvl5pPr marL="2057400" indent="-228600" eaLnBrk="0" hangingPunct="0">
              <a:defRPr sz="2400">
                <a:solidFill>
                  <a:srgbClr val="00FF00"/>
                </a:solidFill>
                <a:latin typeface=".VnArial" panose="020B7200000000000000" pitchFamily="34" charset="0"/>
              </a:defRPr>
            </a:lvl5pPr>
            <a:lvl6pPr marL="2514600" indent="-228600" eaLnBrk="0" fontAlgn="base" hangingPunct="0">
              <a:spcBef>
                <a:spcPct val="0"/>
              </a:spcBef>
              <a:spcAft>
                <a:spcPct val="0"/>
              </a:spcAft>
              <a:defRPr sz="2400">
                <a:solidFill>
                  <a:srgbClr val="00FF00"/>
                </a:solidFill>
                <a:latin typeface=".VnArial" panose="020B7200000000000000" pitchFamily="34" charset="0"/>
              </a:defRPr>
            </a:lvl6pPr>
            <a:lvl7pPr marL="2971800" indent="-228600" eaLnBrk="0" fontAlgn="base" hangingPunct="0">
              <a:spcBef>
                <a:spcPct val="0"/>
              </a:spcBef>
              <a:spcAft>
                <a:spcPct val="0"/>
              </a:spcAft>
              <a:defRPr sz="2400">
                <a:solidFill>
                  <a:srgbClr val="00FF00"/>
                </a:solidFill>
                <a:latin typeface=".VnArial" panose="020B7200000000000000" pitchFamily="34" charset="0"/>
              </a:defRPr>
            </a:lvl7pPr>
            <a:lvl8pPr marL="3429000" indent="-228600" eaLnBrk="0" fontAlgn="base" hangingPunct="0">
              <a:spcBef>
                <a:spcPct val="0"/>
              </a:spcBef>
              <a:spcAft>
                <a:spcPct val="0"/>
              </a:spcAft>
              <a:defRPr sz="2400">
                <a:solidFill>
                  <a:srgbClr val="00FF00"/>
                </a:solidFill>
                <a:latin typeface=".VnArial" panose="020B7200000000000000" pitchFamily="34" charset="0"/>
              </a:defRPr>
            </a:lvl8pPr>
            <a:lvl9pPr marL="3886200" indent="-228600" eaLnBrk="0" fontAlgn="base" hangingPunct="0">
              <a:spcBef>
                <a:spcPct val="0"/>
              </a:spcBef>
              <a:spcAft>
                <a:spcPct val="0"/>
              </a:spcAft>
              <a:defRPr sz="2400">
                <a:solidFill>
                  <a:srgbClr val="00FF00"/>
                </a:solidFill>
                <a:latin typeface=".VnArial" panose="020B7200000000000000" pitchFamily="34" charset="0"/>
              </a:defRPr>
            </a:lvl9pPr>
          </a:lstStyle>
          <a:p>
            <a:pPr eaLnBrk="1" hangingPunct="1"/>
            <a:fld id="{39A9A582-DE1C-4F10-A842-95DF8D269BBC}" type="slidenum">
              <a:rPr lang="en-US" sz="1200">
                <a:solidFill>
                  <a:srgbClr val="898989"/>
                </a:solidFill>
              </a:rPr>
              <a:pPr eaLnBrk="1" hangingPunct="1"/>
              <a:t>14</a:t>
            </a:fld>
            <a:endParaRPr lang="en-US" sz="1200">
              <a:solidFill>
                <a:srgbClr val="898989"/>
              </a:solidFill>
            </a:endParaRPr>
          </a:p>
        </p:txBody>
      </p:sp>
      <p:sp>
        <p:nvSpPr>
          <p:cNvPr id="327682" name="Rectangle 2"/>
          <p:cNvSpPr>
            <a:spLocks noChangeArrowheads="1"/>
          </p:cNvSpPr>
          <p:nvPr/>
        </p:nvSpPr>
        <p:spPr bwMode="auto">
          <a:xfrm>
            <a:off x="599089" y="1868214"/>
            <a:ext cx="11130455" cy="3108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rgbClr val="00FF00"/>
                </a:solidFill>
                <a:latin typeface=".VnArial" panose="020B7200000000000000" pitchFamily="34" charset="0"/>
              </a:defRPr>
            </a:lvl1pPr>
            <a:lvl2pPr marL="742950" indent="-285750" eaLnBrk="0" hangingPunct="0">
              <a:defRPr sz="2400">
                <a:solidFill>
                  <a:srgbClr val="00FF00"/>
                </a:solidFill>
                <a:latin typeface=".VnArial" panose="020B7200000000000000" pitchFamily="34" charset="0"/>
              </a:defRPr>
            </a:lvl2pPr>
            <a:lvl3pPr marL="1143000" indent="-228600" eaLnBrk="0" hangingPunct="0">
              <a:defRPr sz="2400">
                <a:solidFill>
                  <a:srgbClr val="00FF00"/>
                </a:solidFill>
                <a:latin typeface=".VnArial" panose="020B7200000000000000" pitchFamily="34" charset="0"/>
              </a:defRPr>
            </a:lvl3pPr>
            <a:lvl4pPr marL="1600200" indent="-228600" eaLnBrk="0" hangingPunct="0">
              <a:defRPr sz="2400">
                <a:solidFill>
                  <a:srgbClr val="00FF00"/>
                </a:solidFill>
                <a:latin typeface=".VnArial" panose="020B7200000000000000" pitchFamily="34" charset="0"/>
              </a:defRPr>
            </a:lvl4pPr>
            <a:lvl5pPr marL="2057400" indent="-228600" eaLnBrk="0" hangingPunct="0">
              <a:defRPr sz="2400">
                <a:solidFill>
                  <a:srgbClr val="00FF00"/>
                </a:solidFill>
                <a:latin typeface=".VnArial" panose="020B7200000000000000" pitchFamily="34" charset="0"/>
              </a:defRPr>
            </a:lvl5pPr>
            <a:lvl6pPr marL="2514600" indent="-228600" eaLnBrk="0" fontAlgn="base" hangingPunct="0">
              <a:spcBef>
                <a:spcPct val="0"/>
              </a:spcBef>
              <a:spcAft>
                <a:spcPct val="0"/>
              </a:spcAft>
              <a:defRPr sz="2400">
                <a:solidFill>
                  <a:srgbClr val="00FF00"/>
                </a:solidFill>
                <a:latin typeface=".VnArial" panose="020B7200000000000000" pitchFamily="34" charset="0"/>
              </a:defRPr>
            </a:lvl6pPr>
            <a:lvl7pPr marL="2971800" indent="-228600" eaLnBrk="0" fontAlgn="base" hangingPunct="0">
              <a:spcBef>
                <a:spcPct val="0"/>
              </a:spcBef>
              <a:spcAft>
                <a:spcPct val="0"/>
              </a:spcAft>
              <a:defRPr sz="2400">
                <a:solidFill>
                  <a:srgbClr val="00FF00"/>
                </a:solidFill>
                <a:latin typeface=".VnArial" panose="020B7200000000000000" pitchFamily="34" charset="0"/>
              </a:defRPr>
            </a:lvl7pPr>
            <a:lvl8pPr marL="3429000" indent="-228600" eaLnBrk="0" fontAlgn="base" hangingPunct="0">
              <a:spcBef>
                <a:spcPct val="0"/>
              </a:spcBef>
              <a:spcAft>
                <a:spcPct val="0"/>
              </a:spcAft>
              <a:defRPr sz="2400">
                <a:solidFill>
                  <a:srgbClr val="00FF00"/>
                </a:solidFill>
                <a:latin typeface=".VnArial" panose="020B7200000000000000" pitchFamily="34" charset="0"/>
              </a:defRPr>
            </a:lvl8pPr>
            <a:lvl9pPr marL="3886200" indent="-228600" eaLnBrk="0" fontAlgn="base" hangingPunct="0">
              <a:spcBef>
                <a:spcPct val="0"/>
              </a:spcBef>
              <a:spcAft>
                <a:spcPct val="0"/>
              </a:spcAft>
              <a:defRPr sz="2400">
                <a:solidFill>
                  <a:srgbClr val="00FF00"/>
                </a:solidFill>
                <a:latin typeface=".VnArial" panose="020B7200000000000000" pitchFamily="34" charset="0"/>
              </a:defRPr>
            </a:lvl9pPr>
          </a:lstStyle>
          <a:p>
            <a:pPr marL="457200" indent="-457200" eaLnBrk="1" hangingPunct="1">
              <a:lnSpc>
                <a:spcPct val="125000"/>
              </a:lnSpc>
              <a:spcBef>
                <a:spcPct val="25000"/>
              </a:spcBef>
              <a:buFont typeface="Wingdings" panose="05000000000000000000" pitchFamily="2" charset="2"/>
              <a:buChar char="Ø"/>
            </a:pPr>
            <a:r>
              <a:rPr lang="en-US" sz="2800" b="1" i="1" dirty="0" err="1" smtClean="0">
                <a:solidFill>
                  <a:srgbClr val="002060"/>
                </a:solidFill>
                <a:latin typeface="Times New Roman" panose="02020603050405020304" pitchFamily="18" charset="0"/>
                <a:cs typeface="Times New Roman" panose="02020603050405020304" pitchFamily="18" charset="0"/>
              </a:rPr>
              <a:t>Sự</a:t>
            </a:r>
            <a:r>
              <a:rPr lang="en-US" sz="2800" b="1" i="1" dirty="0" smtClean="0">
                <a:solidFill>
                  <a:srgbClr val="002060"/>
                </a:solidFill>
                <a:latin typeface="Times New Roman" panose="02020603050405020304" pitchFamily="18" charset="0"/>
                <a:cs typeface="Times New Roman" panose="02020603050405020304" pitchFamily="18" charset="0"/>
              </a:rPr>
              <a:t> </a:t>
            </a:r>
            <a:r>
              <a:rPr lang="en-US" sz="2800" b="1" i="1" dirty="0" err="1">
                <a:solidFill>
                  <a:srgbClr val="002060"/>
                </a:solidFill>
                <a:latin typeface="Times New Roman" panose="02020603050405020304" pitchFamily="18" charset="0"/>
                <a:cs typeface="Times New Roman" panose="02020603050405020304" pitchFamily="18" charset="0"/>
              </a:rPr>
              <a:t>chuyển</a:t>
            </a:r>
            <a:r>
              <a:rPr lang="en-US" sz="2800" b="1" i="1" dirty="0">
                <a:solidFill>
                  <a:srgbClr val="002060"/>
                </a:solidFill>
                <a:latin typeface="Times New Roman" panose="02020603050405020304" pitchFamily="18" charset="0"/>
                <a:cs typeface="Times New Roman" panose="02020603050405020304" pitchFamily="18" charset="0"/>
              </a:rPr>
              <a:t> </a:t>
            </a:r>
            <a:r>
              <a:rPr lang="en-US" sz="2800" b="1" i="1" dirty="0" err="1">
                <a:solidFill>
                  <a:srgbClr val="002060"/>
                </a:solidFill>
                <a:latin typeface="Times New Roman" panose="02020603050405020304" pitchFamily="18" charset="0"/>
                <a:cs typeface="Times New Roman" panose="02020603050405020304" pitchFamily="18" charset="0"/>
              </a:rPr>
              <a:t>biến</a:t>
            </a:r>
            <a:r>
              <a:rPr lang="en-US" sz="2800" b="1" i="1" dirty="0">
                <a:solidFill>
                  <a:srgbClr val="002060"/>
                </a:solidFill>
                <a:latin typeface="Times New Roman" panose="02020603050405020304" pitchFamily="18" charset="0"/>
                <a:cs typeface="Times New Roman" panose="02020603050405020304" pitchFamily="18" charset="0"/>
              </a:rPr>
              <a:t> </a:t>
            </a:r>
            <a:r>
              <a:rPr lang="en-US" sz="2800" b="1" i="1" dirty="0" err="1">
                <a:solidFill>
                  <a:srgbClr val="002060"/>
                </a:solidFill>
                <a:latin typeface="Times New Roman" panose="02020603050405020304" pitchFamily="18" charset="0"/>
                <a:cs typeface="Times New Roman" panose="02020603050405020304" pitchFamily="18" charset="0"/>
              </a:rPr>
              <a:t>lập</a:t>
            </a:r>
            <a:r>
              <a:rPr lang="en-US" sz="2800" b="1" i="1" dirty="0">
                <a:solidFill>
                  <a:srgbClr val="002060"/>
                </a:solidFill>
                <a:latin typeface="Times New Roman" panose="02020603050405020304" pitchFamily="18" charset="0"/>
                <a:cs typeface="Times New Roman" panose="02020603050405020304" pitchFamily="18" charset="0"/>
              </a:rPr>
              <a:t> </a:t>
            </a:r>
            <a:r>
              <a:rPr lang="en-US" sz="2800" b="1" i="1" dirty="0" err="1">
                <a:solidFill>
                  <a:srgbClr val="002060"/>
                </a:solidFill>
                <a:latin typeface="Times New Roman" panose="02020603050405020304" pitchFamily="18" charset="0"/>
                <a:cs typeface="Times New Roman" panose="02020603050405020304" pitchFamily="18" charset="0"/>
              </a:rPr>
              <a:t>trường</a:t>
            </a:r>
            <a:r>
              <a:rPr lang="en-US" sz="2800" b="1" i="1" dirty="0">
                <a:solidFill>
                  <a:srgbClr val="002060"/>
                </a:solidFill>
                <a:latin typeface="Times New Roman" panose="02020603050405020304" pitchFamily="18" charset="0"/>
                <a:cs typeface="Times New Roman" panose="02020603050405020304" pitchFamily="18" charset="0"/>
              </a:rPr>
              <a:t> </a:t>
            </a:r>
            <a:r>
              <a:rPr lang="en-US" sz="2800" b="1" i="1" dirty="0" err="1">
                <a:solidFill>
                  <a:srgbClr val="002060"/>
                </a:solidFill>
                <a:latin typeface="Times New Roman" panose="02020603050405020304" pitchFamily="18" charset="0"/>
                <a:cs typeface="Times New Roman" panose="02020603050405020304" pitchFamily="18" charset="0"/>
              </a:rPr>
              <a:t>triết</a:t>
            </a:r>
            <a:r>
              <a:rPr lang="en-US" sz="2800" b="1" i="1" dirty="0">
                <a:solidFill>
                  <a:srgbClr val="002060"/>
                </a:solidFill>
                <a:latin typeface="Times New Roman" panose="02020603050405020304" pitchFamily="18" charset="0"/>
                <a:cs typeface="Times New Roman" panose="02020603050405020304" pitchFamily="18" charset="0"/>
              </a:rPr>
              <a:t> </a:t>
            </a:r>
            <a:r>
              <a:rPr lang="en-US" sz="2800" b="1" i="1" dirty="0" err="1">
                <a:solidFill>
                  <a:srgbClr val="002060"/>
                </a:solidFill>
                <a:latin typeface="Times New Roman" panose="02020603050405020304" pitchFamily="18" charset="0"/>
                <a:cs typeface="Times New Roman" panose="02020603050405020304" pitchFamily="18" charset="0"/>
              </a:rPr>
              <a:t>học</a:t>
            </a:r>
            <a:r>
              <a:rPr lang="en-US" sz="2800" b="1" i="1" dirty="0">
                <a:solidFill>
                  <a:srgbClr val="002060"/>
                </a:solidFill>
                <a:latin typeface="Times New Roman" panose="02020603050405020304" pitchFamily="18" charset="0"/>
                <a:cs typeface="Times New Roman" panose="02020603050405020304" pitchFamily="18" charset="0"/>
              </a:rPr>
              <a:t> </a:t>
            </a:r>
            <a:r>
              <a:rPr lang="en-US" sz="2800" b="1" i="1" dirty="0" err="1">
                <a:solidFill>
                  <a:srgbClr val="002060"/>
                </a:solidFill>
                <a:latin typeface="Times New Roman" panose="02020603050405020304" pitchFamily="18" charset="0"/>
                <a:cs typeface="Times New Roman" panose="02020603050405020304" pitchFamily="18" charset="0"/>
              </a:rPr>
              <a:t>và</a:t>
            </a:r>
            <a:r>
              <a:rPr lang="en-US" sz="2800" b="1" i="1" dirty="0">
                <a:solidFill>
                  <a:srgbClr val="002060"/>
                </a:solidFill>
                <a:latin typeface="Times New Roman" panose="02020603050405020304" pitchFamily="18" charset="0"/>
                <a:cs typeface="Times New Roman" panose="02020603050405020304" pitchFamily="18" charset="0"/>
              </a:rPr>
              <a:t> </a:t>
            </a:r>
            <a:r>
              <a:rPr lang="en-US" sz="2800" b="1" i="1" dirty="0" err="1">
                <a:solidFill>
                  <a:srgbClr val="002060"/>
                </a:solidFill>
                <a:latin typeface="Times New Roman" panose="02020603050405020304" pitchFamily="18" charset="0"/>
                <a:cs typeface="Times New Roman" panose="02020603050405020304" pitchFamily="18" charset="0"/>
              </a:rPr>
              <a:t>lập</a:t>
            </a:r>
            <a:r>
              <a:rPr lang="en-US" sz="2800" b="1" i="1" dirty="0">
                <a:solidFill>
                  <a:srgbClr val="002060"/>
                </a:solidFill>
                <a:latin typeface="Times New Roman" panose="02020603050405020304" pitchFamily="18" charset="0"/>
                <a:cs typeface="Times New Roman" panose="02020603050405020304" pitchFamily="18" charset="0"/>
              </a:rPr>
              <a:t> </a:t>
            </a:r>
            <a:r>
              <a:rPr lang="en-US" sz="2800" b="1" i="1" dirty="0" err="1">
                <a:solidFill>
                  <a:srgbClr val="002060"/>
                </a:solidFill>
                <a:latin typeface="Times New Roman" panose="02020603050405020304" pitchFamily="18" charset="0"/>
                <a:cs typeface="Times New Roman" panose="02020603050405020304" pitchFamily="18" charset="0"/>
              </a:rPr>
              <a:t>trường</a:t>
            </a:r>
            <a:r>
              <a:rPr lang="en-US" sz="2800" b="1" i="1" dirty="0">
                <a:solidFill>
                  <a:srgbClr val="002060"/>
                </a:solidFill>
                <a:latin typeface="Times New Roman" panose="02020603050405020304" pitchFamily="18" charset="0"/>
                <a:cs typeface="Times New Roman" panose="02020603050405020304" pitchFamily="18" charset="0"/>
              </a:rPr>
              <a:t> </a:t>
            </a:r>
            <a:r>
              <a:rPr lang="en-US" sz="2800" b="1" i="1" dirty="0" err="1">
                <a:solidFill>
                  <a:srgbClr val="002060"/>
                </a:solidFill>
                <a:latin typeface="Times New Roman" panose="02020603050405020304" pitchFamily="18" charset="0"/>
                <a:cs typeface="Times New Roman" panose="02020603050405020304" pitchFamily="18" charset="0"/>
              </a:rPr>
              <a:t>chính</a:t>
            </a:r>
            <a:r>
              <a:rPr lang="en-US" sz="2800" b="1" i="1" dirty="0">
                <a:solidFill>
                  <a:srgbClr val="002060"/>
                </a:solidFill>
                <a:latin typeface="Times New Roman" panose="02020603050405020304" pitchFamily="18" charset="0"/>
                <a:cs typeface="Times New Roman" panose="02020603050405020304" pitchFamily="18" charset="0"/>
              </a:rPr>
              <a:t> </a:t>
            </a:r>
            <a:r>
              <a:rPr lang="en-US" sz="2800" b="1" i="1" dirty="0" err="1">
                <a:solidFill>
                  <a:srgbClr val="002060"/>
                </a:solidFill>
                <a:latin typeface="Times New Roman" panose="02020603050405020304" pitchFamily="18" charset="0"/>
                <a:cs typeface="Times New Roman" panose="02020603050405020304" pitchFamily="18" charset="0"/>
              </a:rPr>
              <a:t>trị</a:t>
            </a:r>
            <a:r>
              <a:rPr lang="en-US" sz="2800" b="1" i="1" dirty="0">
                <a:solidFill>
                  <a:srgbClr val="002060"/>
                </a:solidFill>
                <a:latin typeface="Times New Roman" panose="02020603050405020304" pitchFamily="18" charset="0"/>
                <a:cs typeface="Times New Roman" panose="02020603050405020304" pitchFamily="18" charset="0"/>
              </a:rPr>
              <a:t> </a:t>
            </a:r>
            <a:r>
              <a:rPr lang="en-US" sz="2800" b="1" i="1" dirty="0" err="1">
                <a:solidFill>
                  <a:srgbClr val="002060"/>
                </a:solidFill>
                <a:latin typeface="Times New Roman" panose="02020603050405020304" pitchFamily="18" charset="0"/>
                <a:cs typeface="Times New Roman" panose="02020603050405020304" pitchFamily="18" charset="0"/>
              </a:rPr>
              <a:t>của</a:t>
            </a:r>
            <a:r>
              <a:rPr lang="en-US" sz="2800" b="1" i="1" dirty="0">
                <a:solidFill>
                  <a:srgbClr val="002060"/>
                </a:solidFill>
                <a:latin typeface="Times New Roman" panose="02020603050405020304" pitchFamily="18" charset="0"/>
                <a:cs typeface="Times New Roman" panose="02020603050405020304" pitchFamily="18" charset="0"/>
              </a:rPr>
              <a:t> </a:t>
            </a:r>
            <a:r>
              <a:rPr lang="en-US" sz="2800" b="1" i="1" dirty="0" err="1">
                <a:solidFill>
                  <a:srgbClr val="002060"/>
                </a:solidFill>
                <a:latin typeface="Times New Roman" panose="02020603050405020304" pitchFamily="18" charset="0"/>
                <a:cs typeface="Times New Roman" panose="02020603050405020304" pitchFamily="18" charset="0"/>
              </a:rPr>
              <a:t>hai</a:t>
            </a:r>
            <a:r>
              <a:rPr lang="en-US" sz="2800" b="1" i="1" dirty="0">
                <a:solidFill>
                  <a:srgbClr val="002060"/>
                </a:solidFill>
                <a:latin typeface="Times New Roman" panose="02020603050405020304" pitchFamily="18" charset="0"/>
                <a:cs typeface="Times New Roman" panose="02020603050405020304" pitchFamily="18" charset="0"/>
              </a:rPr>
              <a:t> </a:t>
            </a:r>
            <a:r>
              <a:rPr lang="en-US" sz="2800" b="1" i="1" dirty="0" err="1">
                <a:solidFill>
                  <a:srgbClr val="002060"/>
                </a:solidFill>
                <a:latin typeface="Times New Roman" panose="02020603050405020304" pitchFamily="18" charset="0"/>
                <a:cs typeface="Times New Roman" panose="02020603050405020304" pitchFamily="18" charset="0"/>
              </a:rPr>
              <a:t>ông</a:t>
            </a:r>
            <a:endParaRPr lang="en-US" sz="2800" b="1" i="1" dirty="0">
              <a:solidFill>
                <a:srgbClr val="002060"/>
              </a:solidFill>
              <a:latin typeface="Times New Roman" panose="02020603050405020304" pitchFamily="18" charset="0"/>
              <a:cs typeface="Times New Roman" panose="02020603050405020304" pitchFamily="18" charset="0"/>
            </a:endParaRPr>
          </a:p>
          <a:p>
            <a:pPr eaLnBrk="1" hangingPunct="1">
              <a:lnSpc>
                <a:spcPct val="125000"/>
              </a:lnSpc>
              <a:spcBef>
                <a:spcPct val="25000"/>
              </a:spcBef>
            </a:pPr>
            <a:r>
              <a:rPr lang="en-US" sz="2800" b="1" dirty="0" err="1">
                <a:solidFill>
                  <a:srgbClr val="002060"/>
                </a:solidFill>
                <a:latin typeface="Times New Roman" panose="02020603050405020304" pitchFamily="18" charset="0"/>
                <a:cs typeface="Times New Roman" panose="02020603050405020304" pitchFamily="18" charset="0"/>
              </a:rPr>
              <a:t>Từ</a:t>
            </a:r>
            <a:r>
              <a:rPr lang="en-US" sz="2800" b="1" dirty="0">
                <a:solidFill>
                  <a:srgbClr val="002060"/>
                </a:solidFill>
                <a:latin typeface="Times New Roman" panose="02020603050405020304" pitchFamily="18" charset="0"/>
                <a:cs typeface="Times New Roman" panose="02020603050405020304" pitchFamily="18" charset="0"/>
              </a:rPr>
              <a:t> </a:t>
            </a:r>
            <a:r>
              <a:rPr lang="en-US" sz="2800" b="1" dirty="0" err="1">
                <a:solidFill>
                  <a:srgbClr val="002060"/>
                </a:solidFill>
                <a:latin typeface="Times New Roman" panose="02020603050405020304" pitchFamily="18" charset="0"/>
                <a:cs typeface="Times New Roman" panose="02020603050405020304" pitchFamily="18" charset="0"/>
              </a:rPr>
              <a:t>năm</a:t>
            </a:r>
            <a:r>
              <a:rPr lang="en-US" sz="2800" b="1" dirty="0">
                <a:solidFill>
                  <a:srgbClr val="002060"/>
                </a:solidFill>
                <a:latin typeface="Times New Roman" panose="02020603050405020304" pitchFamily="18" charset="0"/>
                <a:cs typeface="Times New Roman" panose="02020603050405020304" pitchFamily="18" charset="0"/>
              </a:rPr>
              <a:t> 1843 – 1844 </a:t>
            </a:r>
            <a:r>
              <a:rPr lang="en-US" sz="2800" b="1" dirty="0" err="1">
                <a:solidFill>
                  <a:srgbClr val="002060"/>
                </a:solidFill>
                <a:latin typeface="Times New Roman" panose="02020603050405020304" pitchFamily="18" charset="0"/>
                <a:cs typeface="Times New Roman" panose="02020603050405020304" pitchFamily="18" charset="0"/>
              </a:rPr>
              <a:t>hai</a:t>
            </a:r>
            <a:r>
              <a:rPr lang="en-US" sz="2800" b="1" dirty="0">
                <a:solidFill>
                  <a:srgbClr val="002060"/>
                </a:solidFill>
                <a:latin typeface="Times New Roman" panose="02020603050405020304" pitchFamily="18" charset="0"/>
                <a:cs typeface="Times New Roman" panose="02020603050405020304" pitchFamily="18" charset="0"/>
              </a:rPr>
              <a:t> </a:t>
            </a:r>
            <a:r>
              <a:rPr lang="en-US" sz="2800" b="1" dirty="0" err="1">
                <a:solidFill>
                  <a:srgbClr val="002060"/>
                </a:solidFill>
                <a:latin typeface="Times New Roman" panose="02020603050405020304" pitchFamily="18" charset="0"/>
                <a:cs typeface="Times New Roman" panose="02020603050405020304" pitchFamily="18" charset="0"/>
              </a:rPr>
              <a:t>ông</a:t>
            </a:r>
            <a:r>
              <a:rPr lang="en-US" sz="2800" b="1" dirty="0">
                <a:solidFill>
                  <a:srgbClr val="002060"/>
                </a:solidFill>
                <a:latin typeface="Times New Roman" panose="02020603050405020304" pitchFamily="18" charset="0"/>
                <a:cs typeface="Times New Roman" panose="02020603050405020304" pitchFamily="18" charset="0"/>
              </a:rPr>
              <a:t> </a:t>
            </a:r>
            <a:r>
              <a:rPr lang="en-US" sz="2800" b="1" dirty="0" err="1">
                <a:solidFill>
                  <a:srgbClr val="002060"/>
                </a:solidFill>
                <a:latin typeface="Times New Roman" panose="02020603050405020304" pitchFamily="18" charset="0"/>
                <a:cs typeface="Times New Roman" panose="02020603050405020304" pitchFamily="18" charset="0"/>
              </a:rPr>
              <a:t>hoạt</a:t>
            </a:r>
            <a:r>
              <a:rPr lang="en-US" sz="2800" b="1" dirty="0">
                <a:solidFill>
                  <a:srgbClr val="002060"/>
                </a:solidFill>
                <a:latin typeface="Times New Roman" panose="02020603050405020304" pitchFamily="18" charset="0"/>
                <a:cs typeface="Times New Roman" panose="02020603050405020304" pitchFamily="18" charset="0"/>
              </a:rPr>
              <a:t> </a:t>
            </a:r>
            <a:r>
              <a:rPr lang="en-US" sz="2800" b="1" dirty="0" err="1">
                <a:solidFill>
                  <a:srgbClr val="002060"/>
                </a:solidFill>
                <a:latin typeface="Times New Roman" panose="02020603050405020304" pitchFamily="18" charset="0"/>
                <a:cs typeface="Times New Roman" panose="02020603050405020304" pitchFamily="18" charset="0"/>
              </a:rPr>
              <a:t>động</a:t>
            </a:r>
            <a:r>
              <a:rPr lang="en-US" sz="2800" b="1" dirty="0">
                <a:solidFill>
                  <a:srgbClr val="002060"/>
                </a:solidFill>
                <a:latin typeface="Times New Roman" panose="02020603050405020304" pitchFamily="18" charset="0"/>
                <a:cs typeface="Times New Roman" panose="02020603050405020304" pitchFamily="18" charset="0"/>
              </a:rPr>
              <a:t> </a:t>
            </a:r>
            <a:r>
              <a:rPr lang="en-US" sz="2800" b="1" dirty="0" err="1">
                <a:solidFill>
                  <a:srgbClr val="002060"/>
                </a:solidFill>
                <a:latin typeface="Times New Roman" panose="02020603050405020304" pitchFamily="18" charset="0"/>
                <a:cs typeface="Times New Roman" panose="02020603050405020304" pitchFamily="18" charset="0"/>
              </a:rPr>
              <a:t>chung</a:t>
            </a:r>
            <a:endParaRPr lang="en-US" sz="2800" b="1" dirty="0">
              <a:solidFill>
                <a:srgbClr val="002060"/>
              </a:solidFill>
              <a:latin typeface="Times New Roman" panose="02020603050405020304" pitchFamily="18" charset="0"/>
              <a:cs typeface="Times New Roman" panose="02020603050405020304" pitchFamily="18" charset="0"/>
            </a:endParaRPr>
          </a:p>
          <a:p>
            <a:pPr eaLnBrk="1" hangingPunct="1">
              <a:lnSpc>
                <a:spcPct val="125000"/>
              </a:lnSpc>
              <a:spcBef>
                <a:spcPct val="25000"/>
              </a:spcBef>
              <a:buFont typeface="Wingdings" panose="05000000000000000000" pitchFamily="2" charset="2"/>
              <a:buChar char="v"/>
            </a:pPr>
            <a:r>
              <a:rPr lang="en-US" b="1" dirty="0"/>
              <a:t> </a:t>
            </a:r>
            <a:r>
              <a:rPr lang="en-US" sz="2800" b="1" dirty="0" err="1">
                <a:latin typeface="Times New Roman" panose="02020603050405020304" pitchFamily="18" charset="0"/>
                <a:cs typeface="Times New Roman" panose="02020603050405020304" pitchFamily="18" charset="0"/>
              </a:rPr>
              <a:t>Từ</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lập</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trường</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triết</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học</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duy</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tâm</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chuyển</a:t>
            </a:r>
            <a:r>
              <a:rPr lang="en-US" sz="2800" b="1" dirty="0">
                <a:latin typeface="Times New Roman" panose="02020603050405020304" pitchFamily="18" charset="0"/>
                <a:cs typeface="Times New Roman" panose="02020603050405020304" pitchFamily="18" charset="0"/>
              </a:rPr>
              <a:t> sang </a:t>
            </a:r>
            <a:r>
              <a:rPr lang="en-US" sz="2800" b="1" dirty="0" err="1">
                <a:latin typeface="Times New Roman" panose="02020603050405020304" pitchFamily="18" charset="0"/>
                <a:cs typeface="Times New Roman" panose="02020603050405020304" pitchFamily="18" charset="0"/>
              </a:rPr>
              <a:t>duy</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vật</a:t>
            </a:r>
            <a:endParaRPr lang="en-US" sz="2800" b="1" dirty="0">
              <a:latin typeface="Times New Roman" panose="02020603050405020304" pitchFamily="18" charset="0"/>
              <a:cs typeface="Times New Roman" panose="02020603050405020304" pitchFamily="18" charset="0"/>
            </a:endParaRPr>
          </a:p>
          <a:p>
            <a:pPr eaLnBrk="1" hangingPunct="1">
              <a:lnSpc>
                <a:spcPct val="125000"/>
              </a:lnSpc>
              <a:spcBef>
                <a:spcPct val="25000"/>
              </a:spcBef>
              <a:buFont typeface="Wingdings" panose="05000000000000000000" pitchFamily="2" charset="2"/>
              <a:buChar char="v"/>
            </a:pPr>
            <a:r>
              <a:rPr lang="en-US" sz="2800" b="1" dirty="0">
                <a:solidFill>
                  <a:srgbClr val="FF0000"/>
                </a:solidFill>
                <a:latin typeface="Times New Roman" panose="02020603050405020304" pitchFamily="18" charset="0"/>
                <a:cs typeface="Times New Roman" panose="02020603050405020304" pitchFamily="18" charset="0"/>
              </a:rPr>
              <a:t> </a:t>
            </a:r>
            <a:r>
              <a:rPr lang="en-US" sz="2800" b="1" dirty="0" err="1">
                <a:solidFill>
                  <a:srgbClr val="FF0000"/>
                </a:solidFill>
                <a:latin typeface="Times New Roman" panose="02020603050405020304" pitchFamily="18" charset="0"/>
                <a:cs typeface="Times New Roman" panose="02020603050405020304" pitchFamily="18" charset="0"/>
              </a:rPr>
              <a:t>Từ</a:t>
            </a:r>
            <a:r>
              <a:rPr lang="en-US" sz="2800" b="1" dirty="0">
                <a:solidFill>
                  <a:srgbClr val="FF0000"/>
                </a:solidFill>
                <a:latin typeface="Times New Roman" panose="02020603050405020304" pitchFamily="18" charset="0"/>
                <a:cs typeface="Times New Roman" panose="02020603050405020304" pitchFamily="18" charset="0"/>
              </a:rPr>
              <a:t> </a:t>
            </a:r>
            <a:r>
              <a:rPr lang="en-US" sz="2800" b="1" dirty="0" err="1">
                <a:solidFill>
                  <a:srgbClr val="FF0000"/>
                </a:solidFill>
                <a:latin typeface="Times New Roman" panose="02020603050405020304" pitchFamily="18" charset="0"/>
                <a:cs typeface="Times New Roman" panose="02020603050405020304" pitchFamily="18" charset="0"/>
              </a:rPr>
              <a:t>lập</a:t>
            </a:r>
            <a:r>
              <a:rPr lang="en-US" sz="2800" b="1" dirty="0">
                <a:solidFill>
                  <a:srgbClr val="FF0000"/>
                </a:solidFill>
                <a:latin typeface="Times New Roman" panose="02020603050405020304" pitchFamily="18" charset="0"/>
                <a:cs typeface="Times New Roman" panose="02020603050405020304" pitchFamily="18" charset="0"/>
              </a:rPr>
              <a:t> </a:t>
            </a:r>
            <a:r>
              <a:rPr lang="en-US" sz="2800" b="1" dirty="0" err="1">
                <a:solidFill>
                  <a:srgbClr val="FF0000"/>
                </a:solidFill>
                <a:latin typeface="Times New Roman" panose="02020603050405020304" pitchFamily="18" charset="0"/>
                <a:cs typeface="Times New Roman" panose="02020603050405020304" pitchFamily="18" charset="0"/>
              </a:rPr>
              <a:t>trường</a:t>
            </a:r>
            <a:r>
              <a:rPr lang="en-US" sz="2800" b="1" dirty="0">
                <a:solidFill>
                  <a:srgbClr val="FF0000"/>
                </a:solidFill>
                <a:latin typeface="Times New Roman" panose="02020603050405020304" pitchFamily="18" charset="0"/>
                <a:cs typeface="Times New Roman" panose="02020603050405020304" pitchFamily="18" charset="0"/>
              </a:rPr>
              <a:t> </a:t>
            </a:r>
            <a:r>
              <a:rPr lang="en-US" sz="2800" b="1" dirty="0" err="1">
                <a:solidFill>
                  <a:srgbClr val="FF0000"/>
                </a:solidFill>
                <a:latin typeface="Times New Roman" panose="02020603050405020304" pitchFamily="18" charset="0"/>
                <a:cs typeface="Times New Roman" panose="02020603050405020304" pitchFamily="18" charset="0"/>
              </a:rPr>
              <a:t>cách</a:t>
            </a:r>
            <a:r>
              <a:rPr lang="en-US" sz="2800" b="1" dirty="0">
                <a:solidFill>
                  <a:srgbClr val="FF0000"/>
                </a:solidFill>
                <a:latin typeface="Times New Roman" panose="02020603050405020304" pitchFamily="18" charset="0"/>
                <a:cs typeface="Times New Roman" panose="02020603050405020304" pitchFamily="18" charset="0"/>
              </a:rPr>
              <a:t> </a:t>
            </a:r>
            <a:r>
              <a:rPr lang="en-US" sz="2800" b="1" dirty="0" err="1">
                <a:solidFill>
                  <a:srgbClr val="FF0000"/>
                </a:solidFill>
                <a:latin typeface="Times New Roman" panose="02020603050405020304" pitchFamily="18" charset="0"/>
                <a:cs typeface="Times New Roman" panose="02020603050405020304" pitchFamily="18" charset="0"/>
              </a:rPr>
              <a:t>mạng</a:t>
            </a:r>
            <a:r>
              <a:rPr lang="en-US" sz="2800" b="1" dirty="0">
                <a:solidFill>
                  <a:srgbClr val="FF0000"/>
                </a:solidFill>
                <a:latin typeface="Times New Roman" panose="02020603050405020304" pitchFamily="18" charset="0"/>
                <a:cs typeface="Times New Roman" panose="02020603050405020304" pitchFamily="18" charset="0"/>
              </a:rPr>
              <a:t> </a:t>
            </a:r>
            <a:r>
              <a:rPr lang="en-US" sz="2800" b="1" dirty="0" err="1">
                <a:solidFill>
                  <a:srgbClr val="FF0000"/>
                </a:solidFill>
                <a:latin typeface="Times New Roman" panose="02020603050405020304" pitchFamily="18" charset="0"/>
                <a:cs typeface="Times New Roman" panose="02020603050405020304" pitchFamily="18" charset="0"/>
              </a:rPr>
              <a:t>dân</a:t>
            </a:r>
            <a:r>
              <a:rPr lang="en-US" sz="2800" b="1" dirty="0">
                <a:solidFill>
                  <a:srgbClr val="FF0000"/>
                </a:solidFill>
                <a:latin typeface="Times New Roman" panose="02020603050405020304" pitchFamily="18" charset="0"/>
                <a:cs typeface="Times New Roman" panose="02020603050405020304" pitchFamily="18" charset="0"/>
              </a:rPr>
              <a:t> </a:t>
            </a:r>
            <a:r>
              <a:rPr lang="en-US" sz="2800" b="1" dirty="0" err="1">
                <a:solidFill>
                  <a:srgbClr val="FF0000"/>
                </a:solidFill>
                <a:latin typeface="Times New Roman" panose="02020603050405020304" pitchFamily="18" charset="0"/>
                <a:cs typeface="Times New Roman" panose="02020603050405020304" pitchFamily="18" charset="0"/>
              </a:rPr>
              <a:t>chủ</a:t>
            </a:r>
            <a:r>
              <a:rPr lang="en-US" sz="2800" b="1" dirty="0">
                <a:solidFill>
                  <a:srgbClr val="FF0000"/>
                </a:solidFill>
                <a:latin typeface="Times New Roman" panose="02020603050405020304" pitchFamily="18" charset="0"/>
                <a:cs typeface="Times New Roman" panose="02020603050405020304" pitchFamily="18" charset="0"/>
              </a:rPr>
              <a:t> </a:t>
            </a:r>
            <a:r>
              <a:rPr lang="en-US" sz="2800" b="1" dirty="0" err="1">
                <a:solidFill>
                  <a:srgbClr val="FF0000"/>
                </a:solidFill>
                <a:latin typeface="Times New Roman" panose="02020603050405020304" pitchFamily="18" charset="0"/>
                <a:cs typeface="Times New Roman" panose="02020603050405020304" pitchFamily="18" charset="0"/>
              </a:rPr>
              <a:t>chuyển</a:t>
            </a:r>
            <a:r>
              <a:rPr lang="en-US" sz="2800" b="1" dirty="0">
                <a:solidFill>
                  <a:srgbClr val="FF0000"/>
                </a:solidFill>
                <a:latin typeface="Times New Roman" panose="02020603050405020304" pitchFamily="18" charset="0"/>
                <a:cs typeface="Times New Roman" panose="02020603050405020304" pitchFamily="18" charset="0"/>
              </a:rPr>
              <a:t> sang </a:t>
            </a:r>
            <a:r>
              <a:rPr lang="en-US" sz="2800" b="1" dirty="0" err="1">
                <a:solidFill>
                  <a:srgbClr val="FF0000"/>
                </a:solidFill>
                <a:latin typeface="Times New Roman" panose="02020603050405020304" pitchFamily="18" charset="0"/>
                <a:cs typeface="Times New Roman" panose="02020603050405020304" pitchFamily="18" charset="0"/>
              </a:rPr>
              <a:t>lập</a:t>
            </a:r>
            <a:r>
              <a:rPr lang="en-US" sz="2800" b="1" dirty="0">
                <a:solidFill>
                  <a:srgbClr val="FF0000"/>
                </a:solidFill>
                <a:latin typeface="Times New Roman" panose="02020603050405020304" pitchFamily="18" charset="0"/>
                <a:cs typeface="Times New Roman" panose="02020603050405020304" pitchFamily="18" charset="0"/>
              </a:rPr>
              <a:t> </a:t>
            </a:r>
            <a:r>
              <a:rPr lang="en-US" sz="2800" b="1" dirty="0" err="1">
                <a:solidFill>
                  <a:srgbClr val="FF0000"/>
                </a:solidFill>
                <a:latin typeface="Times New Roman" panose="02020603050405020304" pitchFamily="18" charset="0"/>
                <a:cs typeface="Times New Roman" panose="02020603050405020304" pitchFamily="18" charset="0"/>
              </a:rPr>
              <a:t>trường</a:t>
            </a:r>
            <a:r>
              <a:rPr lang="en-US" sz="2800" b="1" dirty="0">
                <a:solidFill>
                  <a:srgbClr val="FF0000"/>
                </a:solidFill>
                <a:latin typeface="Times New Roman" panose="02020603050405020304" pitchFamily="18" charset="0"/>
                <a:cs typeface="Times New Roman" panose="02020603050405020304" pitchFamily="18" charset="0"/>
              </a:rPr>
              <a:t> CSCN</a:t>
            </a:r>
            <a:endParaRPr lang="en-US" sz="2800" b="1" dirty="0">
              <a:solidFill>
                <a:srgbClr val="FF0000"/>
              </a:solidFill>
            </a:endParaRPr>
          </a:p>
        </p:txBody>
      </p:sp>
    </p:spTree>
    <p:extLst>
      <p:ext uri="{BB962C8B-B14F-4D97-AF65-F5344CB8AC3E}">
        <p14:creationId xmlns:p14="http://schemas.microsoft.com/office/powerpoint/2010/main" val="47435676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27682">
                                            <p:txEl>
                                              <p:pRg st="0" end="0"/>
                                            </p:txEl>
                                          </p:spTgt>
                                        </p:tgtEl>
                                        <p:attrNameLst>
                                          <p:attrName>style.visibility</p:attrName>
                                        </p:attrNameLst>
                                      </p:cBhvr>
                                      <p:to>
                                        <p:strVal val="visible"/>
                                      </p:to>
                                    </p:set>
                                    <p:anim calcmode="lin" valueType="num">
                                      <p:cBhvr additive="base">
                                        <p:cTn id="7" dur="500" fill="hold"/>
                                        <p:tgtEl>
                                          <p:spTgt spid="32768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2768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0" presetClass="entr" presetSubtype="0" fill="hold" nodeType="clickEffect">
                                  <p:stCondLst>
                                    <p:cond delay="0"/>
                                  </p:stCondLst>
                                  <p:childTnLst>
                                    <p:set>
                                      <p:cBhvr>
                                        <p:cTn id="12" dur="1" fill="hold">
                                          <p:stCondLst>
                                            <p:cond delay="0"/>
                                          </p:stCondLst>
                                        </p:cTn>
                                        <p:tgtEl>
                                          <p:spTgt spid="327682">
                                            <p:txEl>
                                              <p:pRg st="1" end="1"/>
                                            </p:txEl>
                                          </p:spTgt>
                                        </p:tgtEl>
                                        <p:attrNameLst>
                                          <p:attrName>style.visibility</p:attrName>
                                        </p:attrNameLst>
                                      </p:cBhvr>
                                      <p:to>
                                        <p:strVal val="visible"/>
                                      </p:to>
                                    </p:set>
                                    <p:animEffect transition="in" filter="fade">
                                      <p:cBhvr>
                                        <p:cTn id="13" dur="500"/>
                                        <p:tgtEl>
                                          <p:spTgt spid="327682">
                                            <p:txEl>
                                              <p:pRg st="1" end="1"/>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4" fill="hold" nodeType="clickEffect">
                                  <p:stCondLst>
                                    <p:cond delay="0"/>
                                  </p:stCondLst>
                                  <p:childTnLst>
                                    <p:set>
                                      <p:cBhvr>
                                        <p:cTn id="17" dur="1" fill="hold">
                                          <p:stCondLst>
                                            <p:cond delay="0"/>
                                          </p:stCondLst>
                                        </p:cTn>
                                        <p:tgtEl>
                                          <p:spTgt spid="327682">
                                            <p:txEl>
                                              <p:pRg st="2" end="2"/>
                                            </p:txEl>
                                          </p:spTgt>
                                        </p:tgtEl>
                                        <p:attrNameLst>
                                          <p:attrName>style.visibility</p:attrName>
                                        </p:attrNameLst>
                                      </p:cBhvr>
                                      <p:to>
                                        <p:strVal val="visible"/>
                                      </p:to>
                                    </p:set>
                                    <p:anim calcmode="lin" valueType="num">
                                      <p:cBhvr additive="base">
                                        <p:cTn id="18" dur="500" fill="hold"/>
                                        <p:tgtEl>
                                          <p:spTgt spid="327682">
                                            <p:txEl>
                                              <p:pRg st="2" end="2"/>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2768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2" presetClass="entr" presetSubtype="4" fill="hold" nodeType="clickEffect">
                                  <p:stCondLst>
                                    <p:cond delay="0"/>
                                  </p:stCondLst>
                                  <p:childTnLst>
                                    <p:set>
                                      <p:cBhvr>
                                        <p:cTn id="23" dur="1" fill="hold">
                                          <p:stCondLst>
                                            <p:cond delay="0"/>
                                          </p:stCondLst>
                                        </p:cTn>
                                        <p:tgtEl>
                                          <p:spTgt spid="327682">
                                            <p:txEl>
                                              <p:pRg st="3" end="3"/>
                                            </p:txEl>
                                          </p:spTgt>
                                        </p:tgtEl>
                                        <p:attrNameLst>
                                          <p:attrName>style.visibility</p:attrName>
                                        </p:attrNameLst>
                                      </p:cBhvr>
                                      <p:to>
                                        <p:strVal val="visible"/>
                                      </p:to>
                                    </p:set>
                                    <p:anim calcmode="lin" valueType="num">
                                      <p:cBhvr additive="base">
                                        <p:cTn id="24" dur="500" fill="hold"/>
                                        <p:tgtEl>
                                          <p:spTgt spid="327682">
                                            <p:txEl>
                                              <p:pRg st="3" end="3"/>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327682">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Number Placeholder 3"/>
          <p:cNvSpPr>
            <a:spLocks noGrp="1"/>
          </p:cNvSpPr>
          <p:nvPr>
            <p:ph type="sldNum" sz="quarter" idx="12"/>
          </p:nvPr>
        </p:nvSpPr>
        <p:spPr/>
        <p:txBody>
          <a:bodyPr/>
          <a:lstStyle>
            <a:lvl1pPr eaLnBrk="0" hangingPunct="0">
              <a:defRPr sz="2400">
                <a:solidFill>
                  <a:srgbClr val="00FF00"/>
                </a:solidFill>
                <a:latin typeface=".VnArial" panose="020B7200000000000000" pitchFamily="34" charset="0"/>
              </a:defRPr>
            </a:lvl1pPr>
            <a:lvl2pPr marL="742950" indent="-285750" eaLnBrk="0" hangingPunct="0">
              <a:defRPr sz="2400">
                <a:solidFill>
                  <a:srgbClr val="00FF00"/>
                </a:solidFill>
                <a:latin typeface=".VnArial" panose="020B7200000000000000" pitchFamily="34" charset="0"/>
              </a:defRPr>
            </a:lvl2pPr>
            <a:lvl3pPr marL="1143000" indent="-228600" eaLnBrk="0" hangingPunct="0">
              <a:defRPr sz="2400">
                <a:solidFill>
                  <a:srgbClr val="00FF00"/>
                </a:solidFill>
                <a:latin typeface=".VnArial" panose="020B7200000000000000" pitchFamily="34" charset="0"/>
              </a:defRPr>
            </a:lvl3pPr>
            <a:lvl4pPr marL="1600200" indent="-228600" eaLnBrk="0" hangingPunct="0">
              <a:defRPr sz="2400">
                <a:solidFill>
                  <a:srgbClr val="00FF00"/>
                </a:solidFill>
                <a:latin typeface=".VnArial" panose="020B7200000000000000" pitchFamily="34" charset="0"/>
              </a:defRPr>
            </a:lvl4pPr>
            <a:lvl5pPr marL="2057400" indent="-228600" eaLnBrk="0" hangingPunct="0">
              <a:defRPr sz="2400">
                <a:solidFill>
                  <a:srgbClr val="00FF00"/>
                </a:solidFill>
                <a:latin typeface=".VnArial" panose="020B7200000000000000" pitchFamily="34" charset="0"/>
              </a:defRPr>
            </a:lvl5pPr>
            <a:lvl6pPr marL="2514600" indent="-228600" eaLnBrk="0" fontAlgn="base" hangingPunct="0">
              <a:spcBef>
                <a:spcPct val="0"/>
              </a:spcBef>
              <a:spcAft>
                <a:spcPct val="0"/>
              </a:spcAft>
              <a:defRPr sz="2400">
                <a:solidFill>
                  <a:srgbClr val="00FF00"/>
                </a:solidFill>
                <a:latin typeface=".VnArial" panose="020B7200000000000000" pitchFamily="34" charset="0"/>
              </a:defRPr>
            </a:lvl6pPr>
            <a:lvl7pPr marL="2971800" indent="-228600" eaLnBrk="0" fontAlgn="base" hangingPunct="0">
              <a:spcBef>
                <a:spcPct val="0"/>
              </a:spcBef>
              <a:spcAft>
                <a:spcPct val="0"/>
              </a:spcAft>
              <a:defRPr sz="2400">
                <a:solidFill>
                  <a:srgbClr val="00FF00"/>
                </a:solidFill>
                <a:latin typeface=".VnArial" panose="020B7200000000000000" pitchFamily="34" charset="0"/>
              </a:defRPr>
            </a:lvl7pPr>
            <a:lvl8pPr marL="3429000" indent="-228600" eaLnBrk="0" fontAlgn="base" hangingPunct="0">
              <a:spcBef>
                <a:spcPct val="0"/>
              </a:spcBef>
              <a:spcAft>
                <a:spcPct val="0"/>
              </a:spcAft>
              <a:defRPr sz="2400">
                <a:solidFill>
                  <a:srgbClr val="00FF00"/>
                </a:solidFill>
                <a:latin typeface=".VnArial" panose="020B7200000000000000" pitchFamily="34" charset="0"/>
              </a:defRPr>
            </a:lvl8pPr>
            <a:lvl9pPr marL="3886200" indent="-228600" eaLnBrk="0" fontAlgn="base" hangingPunct="0">
              <a:spcBef>
                <a:spcPct val="0"/>
              </a:spcBef>
              <a:spcAft>
                <a:spcPct val="0"/>
              </a:spcAft>
              <a:defRPr sz="2400">
                <a:solidFill>
                  <a:srgbClr val="00FF00"/>
                </a:solidFill>
                <a:latin typeface=".VnArial" panose="020B7200000000000000" pitchFamily="34" charset="0"/>
              </a:defRPr>
            </a:lvl9pPr>
          </a:lstStyle>
          <a:p>
            <a:pPr eaLnBrk="1" hangingPunct="1"/>
            <a:fld id="{47F657A0-864F-44FA-9C62-54947B35A1E9}" type="slidenum">
              <a:rPr lang="en-US" sz="1200">
                <a:solidFill>
                  <a:srgbClr val="898989"/>
                </a:solidFill>
              </a:rPr>
              <a:pPr eaLnBrk="1" hangingPunct="1"/>
              <a:t>15</a:t>
            </a:fld>
            <a:endParaRPr lang="en-US" sz="1200">
              <a:solidFill>
                <a:srgbClr val="898989"/>
              </a:solidFill>
            </a:endParaRPr>
          </a:p>
        </p:txBody>
      </p:sp>
      <p:sp>
        <p:nvSpPr>
          <p:cNvPr id="327682" name="Rectangle 2"/>
          <p:cNvSpPr>
            <a:spLocks noChangeArrowheads="1"/>
          </p:cNvSpPr>
          <p:nvPr/>
        </p:nvSpPr>
        <p:spPr bwMode="auto">
          <a:xfrm>
            <a:off x="425669" y="1174532"/>
            <a:ext cx="11603421" cy="5154613"/>
          </a:xfrm>
          <a:prstGeom prst="rect">
            <a:avLst/>
          </a:prstGeom>
          <a:noFill/>
          <a:ln w="9525">
            <a:noFill/>
            <a:miter lim="800000"/>
            <a:headEnd/>
            <a:tailEnd/>
          </a:ln>
        </p:spPr>
        <p:txBody>
          <a:bodyPr wrap="square">
            <a:spAutoFit/>
          </a:bodyPr>
          <a:lstStyle/>
          <a:p>
            <a:pPr marL="457200" indent="-457200" algn="ctr">
              <a:lnSpc>
                <a:spcPct val="125000"/>
              </a:lnSpc>
              <a:spcBef>
                <a:spcPct val="25000"/>
              </a:spcBef>
              <a:buFont typeface="Wingdings" panose="05000000000000000000" pitchFamily="2" charset="2"/>
              <a:buChar char="Ø"/>
              <a:defRPr/>
            </a:pPr>
            <a:r>
              <a:rPr lang="en-US" sz="2800" b="1" i="1" dirty="0" smtClean="0">
                <a:solidFill>
                  <a:srgbClr val="002060"/>
                </a:solidFill>
                <a:latin typeface="Times New Roman" pitchFamily="18" charset="0"/>
                <a:cs typeface="Times New Roman" pitchFamily="18" charset="0"/>
              </a:rPr>
              <a:t>Ba </a:t>
            </a:r>
            <a:r>
              <a:rPr lang="en-US" sz="2800" b="1" i="1" dirty="0" err="1">
                <a:solidFill>
                  <a:srgbClr val="002060"/>
                </a:solidFill>
                <a:latin typeface="Times New Roman" pitchFamily="18" charset="0"/>
                <a:cs typeface="Times New Roman" pitchFamily="18" charset="0"/>
              </a:rPr>
              <a:t>phát</a:t>
            </a:r>
            <a:r>
              <a:rPr lang="en-US" sz="2800" b="1" i="1" dirty="0">
                <a:solidFill>
                  <a:srgbClr val="002060"/>
                </a:solidFill>
                <a:latin typeface="Times New Roman" pitchFamily="18" charset="0"/>
                <a:cs typeface="Times New Roman" pitchFamily="18" charset="0"/>
              </a:rPr>
              <a:t> </a:t>
            </a:r>
            <a:r>
              <a:rPr lang="en-US" sz="2800" b="1" i="1" dirty="0" err="1">
                <a:solidFill>
                  <a:srgbClr val="002060"/>
                </a:solidFill>
                <a:latin typeface="Times New Roman" pitchFamily="18" charset="0"/>
                <a:cs typeface="Times New Roman" pitchFamily="18" charset="0"/>
              </a:rPr>
              <a:t>hiện</a:t>
            </a:r>
            <a:r>
              <a:rPr lang="en-US" sz="2800" b="1" i="1" dirty="0">
                <a:solidFill>
                  <a:srgbClr val="002060"/>
                </a:solidFill>
                <a:latin typeface="Times New Roman" pitchFamily="18" charset="0"/>
                <a:cs typeface="Times New Roman" pitchFamily="18" charset="0"/>
              </a:rPr>
              <a:t> </a:t>
            </a:r>
            <a:r>
              <a:rPr lang="en-US" sz="2800" b="1" i="1" dirty="0" err="1">
                <a:solidFill>
                  <a:srgbClr val="002060"/>
                </a:solidFill>
                <a:latin typeface="Times New Roman" pitchFamily="18" charset="0"/>
                <a:cs typeface="Times New Roman" pitchFamily="18" charset="0"/>
              </a:rPr>
              <a:t>vĩ</a:t>
            </a:r>
            <a:r>
              <a:rPr lang="en-US" sz="2800" b="1" i="1" dirty="0">
                <a:solidFill>
                  <a:srgbClr val="002060"/>
                </a:solidFill>
                <a:latin typeface="Times New Roman" pitchFamily="18" charset="0"/>
                <a:cs typeface="Times New Roman" pitchFamily="18" charset="0"/>
              </a:rPr>
              <a:t> </a:t>
            </a:r>
            <a:r>
              <a:rPr lang="en-US" sz="2800" b="1" i="1" dirty="0" err="1">
                <a:solidFill>
                  <a:srgbClr val="002060"/>
                </a:solidFill>
                <a:latin typeface="Times New Roman" pitchFamily="18" charset="0"/>
                <a:cs typeface="Times New Roman" pitchFamily="18" charset="0"/>
              </a:rPr>
              <a:t>đại</a:t>
            </a:r>
            <a:endParaRPr lang="en-US" sz="2800" b="1" i="1" dirty="0">
              <a:solidFill>
                <a:srgbClr val="002060"/>
              </a:solidFill>
              <a:latin typeface="Times New Roman" pitchFamily="18" charset="0"/>
              <a:cs typeface="Times New Roman" pitchFamily="18" charset="0"/>
            </a:endParaRPr>
          </a:p>
          <a:p>
            <a:pPr>
              <a:lnSpc>
                <a:spcPct val="125000"/>
              </a:lnSpc>
              <a:spcBef>
                <a:spcPct val="25000"/>
              </a:spcBef>
              <a:buFont typeface="Wingdings" pitchFamily="2" charset="2"/>
              <a:buChar char="v"/>
              <a:defRPr/>
            </a:pPr>
            <a:r>
              <a:rPr lang="en-US" sz="2800" b="1" dirty="0">
                <a:latin typeface="Times New Roman" pitchFamily="18" charset="0"/>
                <a:cs typeface="Times New Roman" pitchFamily="18" charset="0"/>
              </a:rPr>
              <a:t> </a:t>
            </a:r>
            <a:r>
              <a:rPr lang="en-US" sz="2800" b="1" dirty="0" err="1">
                <a:latin typeface="Times New Roman" pitchFamily="18" charset="0"/>
                <a:cs typeface="Times New Roman" pitchFamily="18" charset="0"/>
              </a:rPr>
              <a:t>Sự</a:t>
            </a:r>
            <a:r>
              <a:rPr lang="en-US" sz="2800" b="1" dirty="0">
                <a:latin typeface="Times New Roman" pitchFamily="18" charset="0"/>
                <a:cs typeface="Times New Roman" pitchFamily="18" charset="0"/>
              </a:rPr>
              <a:t> </a:t>
            </a:r>
            <a:r>
              <a:rPr lang="en-US" sz="2800" b="1" dirty="0" err="1">
                <a:latin typeface="Times New Roman" pitchFamily="18" charset="0"/>
                <a:cs typeface="Times New Roman" pitchFamily="18" charset="0"/>
              </a:rPr>
              <a:t>uyên</a:t>
            </a:r>
            <a:r>
              <a:rPr lang="en-US" sz="2800" b="1" dirty="0">
                <a:latin typeface="Times New Roman" pitchFamily="18" charset="0"/>
                <a:cs typeface="Times New Roman" pitchFamily="18" charset="0"/>
              </a:rPr>
              <a:t> </a:t>
            </a:r>
            <a:r>
              <a:rPr lang="en-US" sz="2800" b="1" dirty="0" err="1">
                <a:latin typeface="Times New Roman" pitchFamily="18" charset="0"/>
                <a:cs typeface="Times New Roman" pitchFamily="18" charset="0"/>
              </a:rPr>
              <a:t>bác</a:t>
            </a:r>
            <a:r>
              <a:rPr lang="en-US" sz="2800" b="1" dirty="0">
                <a:latin typeface="Times New Roman" pitchFamily="18" charset="0"/>
                <a:cs typeface="Times New Roman" pitchFamily="18" charset="0"/>
              </a:rPr>
              <a:t> </a:t>
            </a:r>
            <a:r>
              <a:rPr lang="en-US" sz="2800" b="1" dirty="0" err="1">
                <a:latin typeface="Times New Roman" pitchFamily="18" charset="0"/>
                <a:cs typeface="Times New Roman" pitchFamily="18" charset="0"/>
              </a:rPr>
              <a:t>về</a:t>
            </a:r>
            <a:r>
              <a:rPr lang="en-US" sz="2800" b="1" dirty="0">
                <a:latin typeface="Times New Roman" pitchFamily="18" charset="0"/>
                <a:cs typeface="Times New Roman" pitchFamily="18" charset="0"/>
              </a:rPr>
              <a:t> </a:t>
            </a:r>
            <a:r>
              <a:rPr lang="en-US" sz="2800" b="1" dirty="0" err="1">
                <a:latin typeface="Times New Roman" pitchFamily="18" charset="0"/>
                <a:cs typeface="Times New Roman" pitchFamily="18" charset="0"/>
              </a:rPr>
              <a:t>trí</a:t>
            </a:r>
            <a:r>
              <a:rPr lang="en-US" sz="2800" b="1" dirty="0">
                <a:latin typeface="Times New Roman" pitchFamily="18" charset="0"/>
                <a:cs typeface="Times New Roman" pitchFamily="18" charset="0"/>
              </a:rPr>
              <a:t> </a:t>
            </a:r>
            <a:r>
              <a:rPr lang="en-US" sz="2800" b="1" dirty="0" err="1">
                <a:latin typeface="Times New Roman" pitchFamily="18" charset="0"/>
                <a:cs typeface="Times New Roman" pitchFamily="18" charset="0"/>
              </a:rPr>
              <a:t>tuệ</a:t>
            </a:r>
            <a:endParaRPr lang="en-US" sz="2800" b="1" dirty="0">
              <a:latin typeface="Times New Roman" pitchFamily="18" charset="0"/>
              <a:cs typeface="Times New Roman" pitchFamily="18" charset="0"/>
            </a:endParaRPr>
          </a:p>
          <a:p>
            <a:pPr>
              <a:lnSpc>
                <a:spcPct val="125000"/>
              </a:lnSpc>
              <a:spcBef>
                <a:spcPct val="25000"/>
              </a:spcBef>
              <a:buFont typeface="Wingdings" pitchFamily="2" charset="2"/>
              <a:buChar char="v"/>
              <a:defRPr/>
            </a:pPr>
            <a:r>
              <a:rPr lang="en-US" sz="2800" b="1" dirty="0">
                <a:latin typeface="Times New Roman" pitchFamily="18" charset="0"/>
                <a:cs typeface="Times New Roman" pitchFamily="18" charset="0"/>
              </a:rPr>
              <a:t> </a:t>
            </a:r>
            <a:r>
              <a:rPr lang="en-US" sz="2800" b="1" dirty="0" err="1">
                <a:latin typeface="Times New Roman" pitchFamily="18" charset="0"/>
                <a:cs typeface="Times New Roman" pitchFamily="18" charset="0"/>
              </a:rPr>
              <a:t>Sự</a:t>
            </a:r>
            <a:r>
              <a:rPr lang="en-US" sz="2800" b="1" dirty="0">
                <a:latin typeface="Times New Roman" pitchFamily="18" charset="0"/>
                <a:cs typeface="Times New Roman" pitchFamily="18" charset="0"/>
              </a:rPr>
              <a:t> </a:t>
            </a:r>
            <a:r>
              <a:rPr lang="en-US" sz="2800" b="1" dirty="0" err="1">
                <a:latin typeface="Times New Roman" pitchFamily="18" charset="0"/>
                <a:cs typeface="Times New Roman" pitchFamily="18" charset="0"/>
              </a:rPr>
              <a:t>gắn</a:t>
            </a:r>
            <a:r>
              <a:rPr lang="en-US" sz="2800" b="1" dirty="0">
                <a:latin typeface="Times New Roman" pitchFamily="18" charset="0"/>
                <a:cs typeface="Times New Roman" pitchFamily="18" charset="0"/>
              </a:rPr>
              <a:t> </a:t>
            </a:r>
            <a:r>
              <a:rPr lang="en-US" sz="2800" b="1" dirty="0" err="1">
                <a:latin typeface="Times New Roman" pitchFamily="18" charset="0"/>
                <a:cs typeface="Times New Roman" pitchFamily="18" charset="0"/>
              </a:rPr>
              <a:t>bó</a:t>
            </a:r>
            <a:r>
              <a:rPr lang="en-US" sz="2800" b="1" dirty="0">
                <a:latin typeface="Times New Roman" pitchFamily="18" charset="0"/>
                <a:cs typeface="Times New Roman" pitchFamily="18" charset="0"/>
              </a:rPr>
              <a:t> </a:t>
            </a:r>
            <a:r>
              <a:rPr lang="en-US" sz="2800" b="1" dirty="0" err="1">
                <a:latin typeface="Times New Roman" pitchFamily="18" charset="0"/>
                <a:cs typeface="Times New Roman" pitchFamily="18" charset="0"/>
              </a:rPr>
              <a:t>chặt</a:t>
            </a:r>
            <a:r>
              <a:rPr lang="en-US" sz="2800" b="1" dirty="0">
                <a:latin typeface="Times New Roman" pitchFamily="18" charset="0"/>
                <a:cs typeface="Times New Roman" pitchFamily="18" charset="0"/>
              </a:rPr>
              <a:t> </a:t>
            </a:r>
            <a:r>
              <a:rPr lang="en-US" sz="2800" b="1" dirty="0" err="1">
                <a:latin typeface="Times New Roman" pitchFamily="18" charset="0"/>
                <a:cs typeface="Times New Roman" pitchFamily="18" charset="0"/>
              </a:rPr>
              <a:t>chẽ</a:t>
            </a:r>
            <a:r>
              <a:rPr lang="en-US" sz="2800" b="1" dirty="0">
                <a:latin typeface="Times New Roman" pitchFamily="18" charset="0"/>
                <a:cs typeface="Times New Roman" pitchFamily="18" charset="0"/>
              </a:rPr>
              <a:t> </a:t>
            </a:r>
            <a:r>
              <a:rPr lang="en-US" sz="2800" b="1" dirty="0" err="1">
                <a:latin typeface="Times New Roman" pitchFamily="18" charset="0"/>
                <a:cs typeface="Times New Roman" pitchFamily="18" charset="0"/>
              </a:rPr>
              <a:t>với</a:t>
            </a:r>
            <a:r>
              <a:rPr lang="en-US" sz="2800" b="1" dirty="0">
                <a:latin typeface="Times New Roman" pitchFamily="18" charset="0"/>
                <a:cs typeface="Times New Roman" pitchFamily="18" charset="0"/>
              </a:rPr>
              <a:t> </a:t>
            </a:r>
            <a:r>
              <a:rPr lang="en-US" sz="2800" b="1" dirty="0" err="1">
                <a:latin typeface="Times New Roman" pitchFamily="18" charset="0"/>
                <a:cs typeface="Times New Roman" pitchFamily="18" charset="0"/>
              </a:rPr>
              <a:t>phong</a:t>
            </a:r>
            <a:r>
              <a:rPr lang="en-US" sz="2800" b="1" dirty="0">
                <a:latin typeface="Times New Roman" pitchFamily="18" charset="0"/>
                <a:cs typeface="Times New Roman" pitchFamily="18" charset="0"/>
              </a:rPr>
              <a:t> </a:t>
            </a:r>
            <a:r>
              <a:rPr lang="en-US" sz="2800" b="1" dirty="0" err="1">
                <a:latin typeface="Times New Roman" pitchFamily="18" charset="0"/>
                <a:cs typeface="Times New Roman" pitchFamily="18" charset="0"/>
              </a:rPr>
              <a:t>trào</a:t>
            </a:r>
            <a:r>
              <a:rPr lang="en-US" sz="2800" b="1" dirty="0">
                <a:latin typeface="Times New Roman" pitchFamily="18" charset="0"/>
                <a:cs typeface="Times New Roman" pitchFamily="18" charset="0"/>
              </a:rPr>
              <a:t> </a:t>
            </a:r>
            <a:r>
              <a:rPr lang="en-US" sz="2800" b="1" dirty="0" err="1">
                <a:latin typeface="Times New Roman" pitchFamily="18" charset="0"/>
                <a:cs typeface="Times New Roman" pitchFamily="18" charset="0"/>
              </a:rPr>
              <a:t>công</a:t>
            </a:r>
            <a:r>
              <a:rPr lang="en-US" sz="2800" b="1" dirty="0">
                <a:latin typeface="Times New Roman" pitchFamily="18" charset="0"/>
                <a:cs typeface="Times New Roman" pitchFamily="18" charset="0"/>
              </a:rPr>
              <a:t> </a:t>
            </a:r>
            <a:r>
              <a:rPr lang="en-US" sz="2800" b="1" dirty="0" err="1">
                <a:latin typeface="Times New Roman" pitchFamily="18" charset="0"/>
                <a:cs typeface="Times New Roman" pitchFamily="18" charset="0"/>
              </a:rPr>
              <a:t>nhân</a:t>
            </a:r>
            <a:endParaRPr lang="en-US" sz="2800" b="1" dirty="0">
              <a:latin typeface="Times New Roman" pitchFamily="18" charset="0"/>
              <a:cs typeface="Times New Roman" pitchFamily="18" charset="0"/>
            </a:endParaRPr>
          </a:p>
          <a:p>
            <a:pPr>
              <a:lnSpc>
                <a:spcPct val="125000"/>
              </a:lnSpc>
              <a:spcBef>
                <a:spcPct val="25000"/>
              </a:spcBef>
              <a:buFont typeface="Wingdings" pitchFamily="2" charset="2"/>
              <a:buChar char="v"/>
              <a:defRPr/>
            </a:pPr>
            <a:r>
              <a:rPr lang="en-US" sz="2800" b="1" dirty="0">
                <a:latin typeface="Times New Roman" pitchFamily="18" charset="0"/>
                <a:cs typeface="Times New Roman" pitchFamily="18" charset="0"/>
              </a:rPr>
              <a:t> </a:t>
            </a:r>
            <a:r>
              <a:rPr lang="en-US" sz="2800" b="1" dirty="0" err="1">
                <a:latin typeface="Times New Roman" pitchFamily="18" charset="0"/>
                <a:cs typeface="Times New Roman" pitchFamily="18" charset="0"/>
              </a:rPr>
              <a:t>Sự</a:t>
            </a:r>
            <a:r>
              <a:rPr lang="en-US" sz="2800" b="1" dirty="0">
                <a:latin typeface="Times New Roman" pitchFamily="18" charset="0"/>
                <a:cs typeface="Times New Roman" pitchFamily="18" charset="0"/>
              </a:rPr>
              <a:t> </a:t>
            </a:r>
            <a:r>
              <a:rPr lang="en-US" sz="2800" b="1" dirty="0" err="1">
                <a:latin typeface="Times New Roman" pitchFamily="18" charset="0"/>
                <a:cs typeface="Times New Roman" pitchFamily="18" charset="0"/>
              </a:rPr>
              <a:t>gắn</a:t>
            </a:r>
            <a:r>
              <a:rPr lang="en-US" sz="2800" b="1" dirty="0">
                <a:latin typeface="Times New Roman" pitchFamily="18" charset="0"/>
                <a:cs typeface="Times New Roman" pitchFamily="18" charset="0"/>
              </a:rPr>
              <a:t> </a:t>
            </a:r>
            <a:r>
              <a:rPr lang="en-US" sz="2800" b="1" dirty="0" err="1">
                <a:latin typeface="Times New Roman" pitchFamily="18" charset="0"/>
                <a:cs typeface="Times New Roman" pitchFamily="18" charset="0"/>
              </a:rPr>
              <a:t>kết</a:t>
            </a:r>
            <a:r>
              <a:rPr lang="en-US" sz="2800" b="1" dirty="0">
                <a:latin typeface="Times New Roman" pitchFamily="18" charset="0"/>
                <a:cs typeface="Times New Roman" pitchFamily="18" charset="0"/>
              </a:rPr>
              <a:t> </a:t>
            </a:r>
            <a:r>
              <a:rPr lang="en-US" sz="2800" b="1" dirty="0" err="1">
                <a:latin typeface="Times New Roman" pitchFamily="18" charset="0"/>
                <a:cs typeface="Times New Roman" pitchFamily="18" charset="0"/>
              </a:rPr>
              <a:t>lý</a:t>
            </a:r>
            <a:r>
              <a:rPr lang="en-US" sz="2800" b="1" dirty="0">
                <a:latin typeface="Times New Roman" pitchFamily="18" charset="0"/>
                <a:cs typeface="Times New Roman" pitchFamily="18" charset="0"/>
              </a:rPr>
              <a:t> </a:t>
            </a:r>
            <a:r>
              <a:rPr lang="en-US" sz="2800" b="1" dirty="0" err="1">
                <a:latin typeface="Times New Roman" pitchFamily="18" charset="0"/>
                <a:cs typeface="Times New Roman" pitchFamily="18" charset="0"/>
              </a:rPr>
              <a:t>luận</a:t>
            </a:r>
            <a:r>
              <a:rPr lang="en-US" sz="2800" b="1" dirty="0">
                <a:latin typeface="Times New Roman" pitchFamily="18" charset="0"/>
                <a:cs typeface="Times New Roman" pitchFamily="18" charset="0"/>
              </a:rPr>
              <a:t> </a:t>
            </a:r>
            <a:r>
              <a:rPr lang="en-US" sz="2800" b="1" dirty="0" err="1">
                <a:latin typeface="Times New Roman" pitchFamily="18" charset="0"/>
                <a:cs typeface="Times New Roman" pitchFamily="18" charset="0"/>
              </a:rPr>
              <a:t>với</a:t>
            </a:r>
            <a:r>
              <a:rPr lang="en-US" sz="2800" b="1" dirty="0">
                <a:latin typeface="Times New Roman" pitchFamily="18" charset="0"/>
                <a:cs typeface="Times New Roman" pitchFamily="18" charset="0"/>
              </a:rPr>
              <a:t> </a:t>
            </a:r>
            <a:r>
              <a:rPr lang="en-US" sz="2800" b="1" dirty="0" err="1">
                <a:latin typeface="Times New Roman" pitchFamily="18" charset="0"/>
                <a:cs typeface="Times New Roman" pitchFamily="18" charset="0"/>
              </a:rPr>
              <a:t>thực</a:t>
            </a:r>
            <a:r>
              <a:rPr lang="en-US" sz="2800" b="1" dirty="0">
                <a:latin typeface="Times New Roman" pitchFamily="18" charset="0"/>
                <a:cs typeface="Times New Roman" pitchFamily="18" charset="0"/>
              </a:rPr>
              <a:t> </a:t>
            </a:r>
            <a:r>
              <a:rPr lang="en-US" sz="2800" b="1" dirty="0" err="1">
                <a:latin typeface="Times New Roman" pitchFamily="18" charset="0"/>
                <a:cs typeface="Times New Roman" pitchFamily="18" charset="0"/>
              </a:rPr>
              <a:t>tiễn</a:t>
            </a:r>
            <a:endParaRPr lang="en-US" sz="2800" b="1" dirty="0">
              <a:latin typeface="Times New Roman" pitchFamily="18" charset="0"/>
              <a:cs typeface="Times New Roman" pitchFamily="18" charset="0"/>
            </a:endParaRPr>
          </a:p>
          <a:p>
            <a:pPr>
              <a:lnSpc>
                <a:spcPct val="125000"/>
              </a:lnSpc>
              <a:spcBef>
                <a:spcPct val="25000"/>
              </a:spcBef>
              <a:defRPr/>
            </a:pPr>
            <a:r>
              <a:rPr lang="en-US" sz="2800" b="1" dirty="0">
                <a:latin typeface="Times New Roman" pitchFamily="18" charset="0"/>
                <a:cs typeface="Times New Roman" pitchFamily="18" charset="0"/>
              </a:rPr>
              <a:t>Ba </a:t>
            </a:r>
            <a:r>
              <a:rPr lang="en-US" sz="2800" b="1" dirty="0" err="1">
                <a:latin typeface="Times New Roman" pitchFamily="18" charset="0"/>
                <a:cs typeface="Times New Roman" pitchFamily="18" charset="0"/>
              </a:rPr>
              <a:t>phát</a:t>
            </a:r>
            <a:r>
              <a:rPr lang="en-US" sz="2800" b="1" dirty="0">
                <a:latin typeface="Times New Roman" pitchFamily="18" charset="0"/>
                <a:cs typeface="Times New Roman" pitchFamily="18" charset="0"/>
              </a:rPr>
              <a:t> </a:t>
            </a:r>
            <a:r>
              <a:rPr lang="en-US" sz="2800" b="1" dirty="0" err="1">
                <a:latin typeface="Times New Roman" pitchFamily="18" charset="0"/>
                <a:cs typeface="Times New Roman" pitchFamily="18" charset="0"/>
              </a:rPr>
              <a:t>hiện</a:t>
            </a:r>
            <a:r>
              <a:rPr lang="en-US" sz="2800" b="1" dirty="0">
                <a:latin typeface="Times New Roman" pitchFamily="18" charset="0"/>
                <a:cs typeface="Times New Roman" pitchFamily="18" charset="0"/>
              </a:rPr>
              <a:t> </a:t>
            </a:r>
            <a:r>
              <a:rPr lang="en-US" sz="2800" b="1" dirty="0" err="1">
                <a:latin typeface="Times New Roman" pitchFamily="18" charset="0"/>
                <a:cs typeface="Times New Roman" pitchFamily="18" charset="0"/>
              </a:rPr>
              <a:t>vĩ</a:t>
            </a:r>
            <a:r>
              <a:rPr lang="en-US" sz="2800" b="1" dirty="0">
                <a:latin typeface="Times New Roman" pitchFamily="18" charset="0"/>
                <a:cs typeface="Times New Roman" pitchFamily="18" charset="0"/>
              </a:rPr>
              <a:t> </a:t>
            </a:r>
            <a:r>
              <a:rPr lang="en-US" sz="2800" b="1" dirty="0" err="1">
                <a:latin typeface="Times New Roman" pitchFamily="18" charset="0"/>
                <a:cs typeface="Times New Roman" pitchFamily="18" charset="0"/>
              </a:rPr>
              <a:t>đại</a:t>
            </a:r>
            <a:r>
              <a:rPr lang="en-US" sz="2800" b="1" dirty="0">
                <a:latin typeface="Times New Roman" pitchFamily="18" charset="0"/>
                <a:cs typeface="Times New Roman" pitchFamily="18" charset="0"/>
              </a:rPr>
              <a:t>:</a:t>
            </a:r>
          </a:p>
          <a:p>
            <a:pPr marL="514350" indent="-514350">
              <a:lnSpc>
                <a:spcPct val="125000"/>
              </a:lnSpc>
              <a:spcBef>
                <a:spcPct val="25000"/>
              </a:spcBef>
              <a:buFontTx/>
              <a:buAutoNum type="arabicParenBoth"/>
              <a:defRPr/>
            </a:pPr>
            <a:r>
              <a:rPr lang="en-US" sz="2800" b="1" dirty="0" err="1">
                <a:solidFill>
                  <a:srgbClr val="FF0000"/>
                </a:solidFill>
                <a:latin typeface="Times New Roman" pitchFamily="18" charset="0"/>
                <a:cs typeface="Times New Roman" pitchFamily="18" charset="0"/>
              </a:rPr>
              <a:t>Học</a:t>
            </a:r>
            <a:r>
              <a:rPr lang="en-US" sz="2800" b="1" dirty="0">
                <a:solidFill>
                  <a:srgbClr val="FF0000"/>
                </a:solidFill>
                <a:latin typeface="Times New Roman" pitchFamily="18" charset="0"/>
                <a:cs typeface="Times New Roman" pitchFamily="18" charset="0"/>
              </a:rPr>
              <a:t> </a:t>
            </a:r>
            <a:r>
              <a:rPr lang="en-US" sz="2800" b="1" dirty="0" err="1">
                <a:solidFill>
                  <a:srgbClr val="FF0000"/>
                </a:solidFill>
                <a:latin typeface="Times New Roman" pitchFamily="18" charset="0"/>
                <a:cs typeface="Times New Roman" pitchFamily="18" charset="0"/>
              </a:rPr>
              <a:t>thuyết</a:t>
            </a:r>
            <a:r>
              <a:rPr lang="en-US" sz="2800" b="1" dirty="0">
                <a:solidFill>
                  <a:srgbClr val="FF0000"/>
                </a:solidFill>
                <a:latin typeface="Times New Roman" pitchFamily="18" charset="0"/>
                <a:cs typeface="Times New Roman" pitchFamily="18" charset="0"/>
              </a:rPr>
              <a:t> </a:t>
            </a:r>
            <a:r>
              <a:rPr lang="en-US" sz="2800" b="1" dirty="0" err="1">
                <a:solidFill>
                  <a:srgbClr val="FF0000"/>
                </a:solidFill>
                <a:latin typeface="Times New Roman" pitchFamily="18" charset="0"/>
                <a:cs typeface="Times New Roman" pitchFamily="18" charset="0"/>
              </a:rPr>
              <a:t>duy</a:t>
            </a:r>
            <a:r>
              <a:rPr lang="en-US" sz="2800" b="1" dirty="0">
                <a:solidFill>
                  <a:srgbClr val="FF0000"/>
                </a:solidFill>
                <a:latin typeface="Times New Roman" pitchFamily="18" charset="0"/>
                <a:cs typeface="Times New Roman" pitchFamily="18" charset="0"/>
              </a:rPr>
              <a:t> </a:t>
            </a:r>
            <a:r>
              <a:rPr lang="en-US" sz="2800" b="1" dirty="0" err="1">
                <a:solidFill>
                  <a:srgbClr val="FF0000"/>
                </a:solidFill>
                <a:latin typeface="Times New Roman" pitchFamily="18" charset="0"/>
                <a:cs typeface="Times New Roman" pitchFamily="18" charset="0"/>
              </a:rPr>
              <a:t>vật</a:t>
            </a:r>
            <a:r>
              <a:rPr lang="en-US" sz="2800" b="1" dirty="0">
                <a:solidFill>
                  <a:srgbClr val="FF0000"/>
                </a:solidFill>
                <a:latin typeface="Times New Roman" pitchFamily="18" charset="0"/>
                <a:cs typeface="Times New Roman" pitchFamily="18" charset="0"/>
              </a:rPr>
              <a:t> </a:t>
            </a:r>
            <a:r>
              <a:rPr lang="en-US" sz="2800" b="1" dirty="0" err="1">
                <a:solidFill>
                  <a:srgbClr val="FF0000"/>
                </a:solidFill>
                <a:latin typeface="Times New Roman" pitchFamily="18" charset="0"/>
                <a:cs typeface="Times New Roman" pitchFamily="18" charset="0"/>
              </a:rPr>
              <a:t>lịch</a:t>
            </a:r>
            <a:r>
              <a:rPr lang="en-US" sz="2800" b="1" dirty="0">
                <a:solidFill>
                  <a:srgbClr val="FF0000"/>
                </a:solidFill>
                <a:latin typeface="Times New Roman" pitchFamily="18" charset="0"/>
                <a:cs typeface="Times New Roman" pitchFamily="18" charset="0"/>
              </a:rPr>
              <a:t> </a:t>
            </a:r>
            <a:r>
              <a:rPr lang="en-US" sz="2800" b="1" dirty="0" err="1">
                <a:solidFill>
                  <a:srgbClr val="FF0000"/>
                </a:solidFill>
                <a:latin typeface="Times New Roman" pitchFamily="18" charset="0"/>
                <a:cs typeface="Times New Roman" pitchFamily="18" charset="0"/>
              </a:rPr>
              <a:t>sử</a:t>
            </a:r>
            <a:endParaRPr lang="en-US" sz="2800" b="1" dirty="0">
              <a:solidFill>
                <a:srgbClr val="FF0000"/>
              </a:solidFill>
              <a:latin typeface="Times New Roman" pitchFamily="18" charset="0"/>
              <a:cs typeface="Times New Roman" pitchFamily="18" charset="0"/>
            </a:endParaRPr>
          </a:p>
          <a:p>
            <a:pPr marL="514350" indent="-514350">
              <a:lnSpc>
                <a:spcPct val="125000"/>
              </a:lnSpc>
              <a:spcBef>
                <a:spcPct val="25000"/>
              </a:spcBef>
              <a:buFontTx/>
              <a:buAutoNum type="arabicParenBoth"/>
              <a:defRPr/>
            </a:pPr>
            <a:r>
              <a:rPr lang="en-US" sz="2800" b="1" dirty="0" err="1">
                <a:solidFill>
                  <a:srgbClr val="FF0000"/>
                </a:solidFill>
                <a:latin typeface="Times New Roman" pitchFamily="18" charset="0"/>
                <a:cs typeface="Times New Roman" pitchFamily="18" charset="0"/>
              </a:rPr>
              <a:t>Học</a:t>
            </a:r>
            <a:r>
              <a:rPr lang="en-US" sz="2800" b="1" dirty="0">
                <a:solidFill>
                  <a:srgbClr val="FF0000"/>
                </a:solidFill>
                <a:latin typeface="Times New Roman" pitchFamily="18" charset="0"/>
                <a:cs typeface="Times New Roman" pitchFamily="18" charset="0"/>
              </a:rPr>
              <a:t> </a:t>
            </a:r>
            <a:r>
              <a:rPr lang="en-US" sz="2800" b="1" dirty="0" err="1">
                <a:solidFill>
                  <a:srgbClr val="FF0000"/>
                </a:solidFill>
                <a:latin typeface="Times New Roman" pitchFamily="18" charset="0"/>
                <a:cs typeface="Times New Roman" pitchFamily="18" charset="0"/>
              </a:rPr>
              <a:t>thuyết</a:t>
            </a:r>
            <a:r>
              <a:rPr lang="en-US" sz="2800" b="1" dirty="0">
                <a:solidFill>
                  <a:srgbClr val="FF0000"/>
                </a:solidFill>
                <a:latin typeface="Times New Roman" pitchFamily="18" charset="0"/>
                <a:cs typeface="Times New Roman" pitchFamily="18" charset="0"/>
              </a:rPr>
              <a:t> </a:t>
            </a:r>
            <a:r>
              <a:rPr lang="en-US" sz="2800" b="1" dirty="0" err="1">
                <a:solidFill>
                  <a:srgbClr val="FF0000"/>
                </a:solidFill>
                <a:latin typeface="Times New Roman" pitchFamily="18" charset="0"/>
                <a:cs typeface="Times New Roman" pitchFamily="18" charset="0"/>
              </a:rPr>
              <a:t>giá</a:t>
            </a:r>
            <a:r>
              <a:rPr lang="en-US" sz="2800" b="1" dirty="0">
                <a:solidFill>
                  <a:srgbClr val="FF0000"/>
                </a:solidFill>
                <a:latin typeface="Times New Roman" pitchFamily="18" charset="0"/>
                <a:cs typeface="Times New Roman" pitchFamily="18" charset="0"/>
              </a:rPr>
              <a:t> </a:t>
            </a:r>
            <a:r>
              <a:rPr lang="en-US" sz="2800" b="1" dirty="0" err="1">
                <a:solidFill>
                  <a:srgbClr val="FF0000"/>
                </a:solidFill>
                <a:latin typeface="Times New Roman" pitchFamily="18" charset="0"/>
                <a:cs typeface="Times New Roman" pitchFamily="18" charset="0"/>
              </a:rPr>
              <a:t>trị</a:t>
            </a:r>
            <a:r>
              <a:rPr lang="en-US" sz="2800" b="1" dirty="0">
                <a:solidFill>
                  <a:srgbClr val="FF0000"/>
                </a:solidFill>
                <a:latin typeface="Times New Roman" pitchFamily="18" charset="0"/>
                <a:cs typeface="Times New Roman" pitchFamily="18" charset="0"/>
              </a:rPr>
              <a:t> </a:t>
            </a:r>
            <a:r>
              <a:rPr lang="en-US" sz="2800" b="1" dirty="0" err="1">
                <a:solidFill>
                  <a:srgbClr val="FF0000"/>
                </a:solidFill>
                <a:latin typeface="Times New Roman" pitchFamily="18" charset="0"/>
                <a:cs typeface="Times New Roman" pitchFamily="18" charset="0"/>
              </a:rPr>
              <a:t>thặng</a:t>
            </a:r>
            <a:r>
              <a:rPr lang="en-US" sz="2800" b="1" dirty="0">
                <a:solidFill>
                  <a:srgbClr val="FF0000"/>
                </a:solidFill>
                <a:latin typeface="Times New Roman" pitchFamily="18" charset="0"/>
                <a:cs typeface="Times New Roman" pitchFamily="18" charset="0"/>
              </a:rPr>
              <a:t> </a:t>
            </a:r>
            <a:r>
              <a:rPr lang="en-US" sz="2800" b="1" dirty="0" err="1">
                <a:solidFill>
                  <a:srgbClr val="FF0000"/>
                </a:solidFill>
                <a:latin typeface="Times New Roman" pitchFamily="18" charset="0"/>
                <a:cs typeface="Times New Roman" pitchFamily="18" charset="0"/>
              </a:rPr>
              <a:t>dư</a:t>
            </a:r>
            <a:endParaRPr lang="en-US" sz="2800" b="1" dirty="0">
              <a:solidFill>
                <a:srgbClr val="FF0000"/>
              </a:solidFill>
              <a:latin typeface="Times New Roman" pitchFamily="18" charset="0"/>
              <a:cs typeface="Times New Roman" pitchFamily="18" charset="0"/>
            </a:endParaRPr>
          </a:p>
          <a:p>
            <a:pPr marL="514350" indent="-514350">
              <a:lnSpc>
                <a:spcPct val="125000"/>
              </a:lnSpc>
              <a:spcBef>
                <a:spcPct val="25000"/>
              </a:spcBef>
              <a:buFontTx/>
              <a:buAutoNum type="arabicParenBoth"/>
              <a:defRPr/>
            </a:pPr>
            <a:r>
              <a:rPr lang="en-US" sz="2800" b="1" dirty="0" err="1">
                <a:solidFill>
                  <a:srgbClr val="FF0000"/>
                </a:solidFill>
                <a:latin typeface="Times New Roman" pitchFamily="18" charset="0"/>
                <a:cs typeface="Times New Roman" pitchFamily="18" charset="0"/>
              </a:rPr>
              <a:t>Học</a:t>
            </a:r>
            <a:r>
              <a:rPr lang="en-US" sz="2800" b="1" dirty="0">
                <a:solidFill>
                  <a:srgbClr val="FF0000"/>
                </a:solidFill>
                <a:latin typeface="Times New Roman" pitchFamily="18" charset="0"/>
                <a:cs typeface="Times New Roman" pitchFamily="18" charset="0"/>
              </a:rPr>
              <a:t> </a:t>
            </a:r>
            <a:r>
              <a:rPr lang="en-US" sz="2800" b="1" dirty="0" err="1">
                <a:solidFill>
                  <a:srgbClr val="FF0000"/>
                </a:solidFill>
                <a:latin typeface="Times New Roman" pitchFamily="18" charset="0"/>
                <a:cs typeface="Times New Roman" pitchFamily="18" charset="0"/>
              </a:rPr>
              <a:t>thuyết</a:t>
            </a:r>
            <a:r>
              <a:rPr lang="en-US" sz="2800" b="1" dirty="0">
                <a:solidFill>
                  <a:srgbClr val="FF0000"/>
                </a:solidFill>
                <a:latin typeface="Times New Roman" pitchFamily="18" charset="0"/>
                <a:cs typeface="Times New Roman" pitchFamily="18" charset="0"/>
              </a:rPr>
              <a:t> </a:t>
            </a:r>
            <a:r>
              <a:rPr lang="en-US" sz="2800" b="1" dirty="0" err="1">
                <a:solidFill>
                  <a:srgbClr val="FF0000"/>
                </a:solidFill>
                <a:latin typeface="Times New Roman" pitchFamily="18" charset="0"/>
                <a:cs typeface="Times New Roman" pitchFamily="18" charset="0"/>
              </a:rPr>
              <a:t>sứ</a:t>
            </a:r>
            <a:r>
              <a:rPr lang="en-US" sz="2800" b="1" dirty="0">
                <a:solidFill>
                  <a:srgbClr val="FF0000"/>
                </a:solidFill>
                <a:latin typeface="Times New Roman" pitchFamily="18" charset="0"/>
                <a:cs typeface="Times New Roman" pitchFamily="18" charset="0"/>
              </a:rPr>
              <a:t> </a:t>
            </a:r>
            <a:r>
              <a:rPr lang="en-US" sz="2800" b="1" dirty="0" err="1">
                <a:solidFill>
                  <a:srgbClr val="FF0000"/>
                </a:solidFill>
                <a:latin typeface="Times New Roman" pitchFamily="18" charset="0"/>
                <a:cs typeface="Times New Roman" pitchFamily="18" charset="0"/>
              </a:rPr>
              <a:t>mệnh</a:t>
            </a:r>
            <a:r>
              <a:rPr lang="en-US" sz="2800" b="1" dirty="0">
                <a:solidFill>
                  <a:srgbClr val="FF0000"/>
                </a:solidFill>
                <a:latin typeface="Times New Roman" pitchFamily="18" charset="0"/>
                <a:cs typeface="Times New Roman" pitchFamily="18" charset="0"/>
              </a:rPr>
              <a:t> </a:t>
            </a:r>
            <a:r>
              <a:rPr lang="en-US" sz="2800" b="1" dirty="0" err="1">
                <a:solidFill>
                  <a:srgbClr val="FF0000"/>
                </a:solidFill>
                <a:latin typeface="Times New Roman" pitchFamily="18" charset="0"/>
                <a:cs typeface="Times New Roman" pitchFamily="18" charset="0"/>
              </a:rPr>
              <a:t>lịch</a:t>
            </a:r>
            <a:r>
              <a:rPr lang="en-US" sz="2800" b="1" dirty="0">
                <a:solidFill>
                  <a:srgbClr val="FF0000"/>
                </a:solidFill>
                <a:latin typeface="Times New Roman" pitchFamily="18" charset="0"/>
                <a:cs typeface="Times New Roman" pitchFamily="18" charset="0"/>
              </a:rPr>
              <a:t> </a:t>
            </a:r>
            <a:r>
              <a:rPr lang="en-US" sz="2800" b="1" dirty="0" err="1">
                <a:solidFill>
                  <a:srgbClr val="FF0000"/>
                </a:solidFill>
                <a:latin typeface="Times New Roman" pitchFamily="18" charset="0"/>
                <a:cs typeface="Times New Roman" pitchFamily="18" charset="0"/>
              </a:rPr>
              <a:t>sử</a:t>
            </a:r>
            <a:r>
              <a:rPr lang="en-US" sz="2800" b="1" dirty="0">
                <a:solidFill>
                  <a:srgbClr val="FF0000"/>
                </a:solidFill>
                <a:latin typeface="Times New Roman" pitchFamily="18" charset="0"/>
                <a:cs typeface="Times New Roman" pitchFamily="18" charset="0"/>
              </a:rPr>
              <a:t> </a:t>
            </a:r>
            <a:r>
              <a:rPr lang="en-US" sz="2800" b="1" dirty="0" err="1">
                <a:solidFill>
                  <a:srgbClr val="FF0000"/>
                </a:solidFill>
                <a:latin typeface="Times New Roman" pitchFamily="18" charset="0"/>
                <a:cs typeface="Times New Roman" pitchFamily="18" charset="0"/>
              </a:rPr>
              <a:t>của</a:t>
            </a:r>
            <a:r>
              <a:rPr lang="en-US" sz="2800" b="1" dirty="0">
                <a:solidFill>
                  <a:srgbClr val="FF0000"/>
                </a:solidFill>
                <a:latin typeface="Times New Roman" pitchFamily="18" charset="0"/>
                <a:cs typeface="Times New Roman" pitchFamily="18" charset="0"/>
              </a:rPr>
              <a:t> GCCN</a:t>
            </a:r>
          </a:p>
        </p:txBody>
      </p:sp>
    </p:spTree>
    <p:extLst>
      <p:ext uri="{BB962C8B-B14F-4D97-AF65-F5344CB8AC3E}">
        <p14:creationId xmlns:p14="http://schemas.microsoft.com/office/powerpoint/2010/main" val="27649919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27682">
                                            <p:txEl>
                                              <p:pRg st="0" end="0"/>
                                            </p:txEl>
                                          </p:spTgt>
                                        </p:tgtEl>
                                        <p:attrNameLst>
                                          <p:attrName>style.visibility</p:attrName>
                                        </p:attrNameLst>
                                      </p:cBhvr>
                                      <p:to>
                                        <p:strVal val="visible"/>
                                      </p:to>
                                    </p:set>
                                    <p:anim calcmode="lin" valueType="num">
                                      <p:cBhvr additive="base">
                                        <p:cTn id="7" dur="500" fill="hold"/>
                                        <p:tgtEl>
                                          <p:spTgt spid="32768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2768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327682">
                                            <p:txEl>
                                              <p:pRg st="1" end="1"/>
                                            </p:txEl>
                                          </p:spTgt>
                                        </p:tgtEl>
                                        <p:attrNameLst>
                                          <p:attrName>style.visibility</p:attrName>
                                        </p:attrNameLst>
                                      </p:cBhvr>
                                      <p:to>
                                        <p:strVal val="visible"/>
                                      </p:to>
                                    </p:set>
                                    <p:anim calcmode="lin" valueType="num">
                                      <p:cBhvr additive="base">
                                        <p:cTn id="13" dur="500" fill="hold"/>
                                        <p:tgtEl>
                                          <p:spTgt spid="32768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2768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327682">
                                            <p:txEl>
                                              <p:pRg st="2" end="2"/>
                                            </p:txEl>
                                          </p:spTgt>
                                        </p:tgtEl>
                                        <p:attrNameLst>
                                          <p:attrName>style.visibility</p:attrName>
                                        </p:attrNameLst>
                                      </p:cBhvr>
                                      <p:to>
                                        <p:strVal val="visible"/>
                                      </p:to>
                                    </p:set>
                                    <p:anim calcmode="lin" valueType="num">
                                      <p:cBhvr additive="base">
                                        <p:cTn id="19" dur="500" fill="hold"/>
                                        <p:tgtEl>
                                          <p:spTgt spid="32768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2768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327682">
                                            <p:txEl>
                                              <p:pRg st="3" end="3"/>
                                            </p:txEl>
                                          </p:spTgt>
                                        </p:tgtEl>
                                        <p:attrNameLst>
                                          <p:attrName>style.visibility</p:attrName>
                                        </p:attrNameLst>
                                      </p:cBhvr>
                                      <p:to>
                                        <p:strVal val="visible"/>
                                      </p:to>
                                    </p:set>
                                    <p:anim calcmode="lin" valueType="num">
                                      <p:cBhvr additive="base">
                                        <p:cTn id="25" dur="500" fill="hold"/>
                                        <p:tgtEl>
                                          <p:spTgt spid="327682">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2768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327682">
                                            <p:txEl>
                                              <p:pRg st="4" end="4"/>
                                            </p:txEl>
                                          </p:spTgt>
                                        </p:tgtEl>
                                        <p:attrNameLst>
                                          <p:attrName>style.visibility</p:attrName>
                                        </p:attrNameLst>
                                      </p:cBhvr>
                                      <p:to>
                                        <p:strVal val="visible"/>
                                      </p:to>
                                    </p:set>
                                    <p:anim calcmode="lin" valueType="num">
                                      <p:cBhvr additive="base">
                                        <p:cTn id="31" dur="500" fill="hold"/>
                                        <p:tgtEl>
                                          <p:spTgt spid="327682">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2768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nodeType="clickEffect">
                                  <p:stCondLst>
                                    <p:cond delay="0"/>
                                  </p:stCondLst>
                                  <p:childTnLst>
                                    <p:set>
                                      <p:cBhvr>
                                        <p:cTn id="36" dur="1" fill="hold">
                                          <p:stCondLst>
                                            <p:cond delay="0"/>
                                          </p:stCondLst>
                                        </p:cTn>
                                        <p:tgtEl>
                                          <p:spTgt spid="327682">
                                            <p:txEl>
                                              <p:pRg st="5" end="5"/>
                                            </p:txEl>
                                          </p:spTgt>
                                        </p:tgtEl>
                                        <p:attrNameLst>
                                          <p:attrName>style.visibility</p:attrName>
                                        </p:attrNameLst>
                                      </p:cBhvr>
                                      <p:to>
                                        <p:strVal val="visible"/>
                                      </p:to>
                                    </p:set>
                                    <p:anim calcmode="lin" valueType="num">
                                      <p:cBhvr additive="base">
                                        <p:cTn id="37" dur="500" fill="hold"/>
                                        <p:tgtEl>
                                          <p:spTgt spid="327682">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27682">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4" fill="hold" nodeType="clickEffect">
                                  <p:stCondLst>
                                    <p:cond delay="0"/>
                                  </p:stCondLst>
                                  <p:childTnLst>
                                    <p:set>
                                      <p:cBhvr>
                                        <p:cTn id="42" dur="1" fill="hold">
                                          <p:stCondLst>
                                            <p:cond delay="0"/>
                                          </p:stCondLst>
                                        </p:cTn>
                                        <p:tgtEl>
                                          <p:spTgt spid="327682">
                                            <p:txEl>
                                              <p:pRg st="6" end="6"/>
                                            </p:txEl>
                                          </p:spTgt>
                                        </p:tgtEl>
                                        <p:attrNameLst>
                                          <p:attrName>style.visibility</p:attrName>
                                        </p:attrNameLst>
                                      </p:cBhvr>
                                      <p:to>
                                        <p:strVal val="visible"/>
                                      </p:to>
                                    </p:set>
                                    <p:anim calcmode="lin" valueType="num">
                                      <p:cBhvr additive="base">
                                        <p:cTn id="43" dur="500" fill="hold"/>
                                        <p:tgtEl>
                                          <p:spTgt spid="327682">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27682">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4" fill="hold" nodeType="clickEffect">
                                  <p:stCondLst>
                                    <p:cond delay="0"/>
                                  </p:stCondLst>
                                  <p:childTnLst>
                                    <p:set>
                                      <p:cBhvr>
                                        <p:cTn id="48" dur="1" fill="hold">
                                          <p:stCondLst>
                                            <p:cond delay="0"/>
                                          </p:stCondLst>
                                        </p:cTn>
                                        <p:tgtEl>
                                          <p:spTgt spid="327682">
                                            <p:txEl>
                                              <p:pRg st="7" end="7"/>
                                            </p:txEl>
                                          </p:spTgt>
                                        </p:tgtEl>
                                        <p:attrNameLst>
                                          <p:attrName>style.visibility</p:attrName>
                                        </p:attrNameLst>
                                      </p:cBhvr>
                                      <p:to>
                                        <p:strVal val="visible"/>
                                      </p:to>
                                    </p:set>
                                    <p:anim calcmode="lin" valueType="num">
                                      <p:cBhvr additive="base">
                                        <p:cTn id="49" dur="500" fill="hold"/>
                                        <p:tgtEl>
                                          <p:spTgt spid="327682">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27682">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Number Placeholder 3"/>
          <p:cNvSpPr>
            <a:spLocks noGrp="1"/>
          </p:cNvSpPr>
          <p:nvPr>
            <p:ph type="sldNum" sz="quarter" idx="12"/>
          </p:nvPr>
        </p:nvSpPr>
        <p:spPr/>
        <p:txBody>
          <a:bodyPr/>
          <a:lstStyle>
            <a:lvl1pPr eaLnBrk="0" hangingPunct="0">
              <a:defRPr sz="2400">
                <a:solidFill>
                  <a:srgbClr val="00FF00"/>
                </a:solidFill>
                <a:latin typeface=".VnArial" panose="020B7200000000000000" pitchFamily="34" charset="0"/>
              </a:defRPr>
            </a:lvl1pPr>
            <a:lvl2pPr marL="742950" indent="-285750" eaLnBrk="0" hangingPunct="0">
              <a:defRPr sz="2400">
                <a:solidFill>
                  <a:srgbClr val="00FF00"/>
                </a:solidFill>
                <a:latin typeface=".VnArial" panose="020B7200000000000000" pitchFamily="34" charset="0"/>
              </a:defRPr>
            </a:lvl2pPr>
            <a:lvl3pPr marL="1143000" indent="-228600" eaLnBrk="0" hangingPunct="0">
              <a:defRPr sz="2400">
                <a:solidFill>
                  <a:srgbClr val="00FF00"/>
                </a:solidFill>
                <a:latin typeface=".VnArial" panose="020B7200000000000000" pitchFamily="34" charset="0"/>
              </a:defRPr>
            </a:lvl3pPr>
            <a:lvl4pPr marL="1600200" indent="-228600" eaLnBrk="0" hangingPunct="0">
              <a:defRPr sz="2400">
                <a:solidFill>
                  <a:srgbClr val="00FF00"/>
                </a:solidFill>
                <a:latin typeface=".VnArial" panose="020B7200000000000000" pitchFamily="34" charset="0"/>
              </a:defRPr>
            </a:lvl4pPr>
            <a:lvl5pPr marL="2057400" indent="-228600" eaLnBrk="0" hangingPunct="0">
              <a:defRPr sz="2400">
                <a:solidFill>
                  <a:srgbClr val="00FF00"/>
                </a:solidFill>
                <a:latin typeface=".VnArial" panose="020B7200000000000000" pitchFamily="34" charset="0"/>
              </a:defRPr>
            </a:lvl5pPr>
            <a:lvl6pPr marL="2514600" indent="-228600" eaLnBrk="0" fontAlgn="base" hangingPunct="0">
              <a:spcBef>
                <a:spcPct val="0"/>
              </a:spcBef>
              <a:spcAft>
                <a:spcPct val="0"/>
              </a:spcAft>
              <a:defRPr sz="2400">
                <a:solidFill>
                  <a:srgbClr val="00FF00"/>
                </a:solidFill>
                <a:latin typeface=".VnArial" panose="020B7200000000000000" pitchFamily="34" charset="0"/>
              </a:defRPr>
            </a:lvl6pPr>
            <a:lvl7pPr marL="2971800" indent="-228600" eaLnBrk="0" fontAlgn="base" hangingPunct="0">
              <a:spcBef>
                <a:spcPct val="0"/>
              </a:spcBef>
              <a:spcAft>
                <a:spcPct val="0"/>
              </a:spcAft>
              <a:defRPr sz="2400">
                <a:solidFill>
                  <a:srgbClr val="00FF00"/>
                </a:solidFill>
                <a:latin typeface=".VnArial" panose="020B7200000000000000" pitchFamily="34" charset="0"/>
              </a:defRPr>
            </a:lvl7pPr>
            <a:lvl8pPr marL="3429000" indent="-228600" eaLnBrk="0" fontAlgn="base" hangingPunct="0">
              <a:spcBef>
                <a:spcPct val="0"/>
              </a:spcBef>
              <a:spcAft>
                <a:spcPct val="0"/>
              </a:spcAft>
              <a:defRPr sz="2400">
                <a:solidFill>
                  <a:srgbClr val="00FF00"/>
                </a:solidFill>
                <a:latin typeface=".VnArial" panose="020B7200000000000000" pitchFamily="34" charset="0"/>
              </a:defRPr>
            </a:lvl8pPr>
            <a:lvl9pPr marL="3886200" indent="-228600" eaLnBrk="0" fontAlgn="base" hangingPunct="0">
              <a:spcBef>
                <a:spcPct val="0"/>
              </a:spcBef>
              <a:spcAft>
                <a:spcPct val="0"/>
              </a:spcAft>
              <a:defRPr sz="2400">
                <a:solidFill>
                  <a:srgbClr val="00FF00"/>
                </a:solidFill>
                <a:latin typeface=".VnArial" panose="020B7200000000000000" pitchFamily="34" charset="0"/>
              </a:defRPr>
            </a:lvl9pPr>
          </a:lstStyle>
          <a:p>
            <a:pPr eaLnBrk="1" hangingPunct="1"/>
            <a:fld id="{A233D908-AE7E-455C-82D3-D9B898CF01D6}" type="slidenum">
              <a:rPr lang="en-US" sz="1200">
                <a:solidFill>
                  <a:srgbClr val="898989"/>
                </a:solidFill>
              </a:rPr>
              <a:pPr eaLnBrk="1" hangingPunct="1"/>
              <a:t>16</a:t>
            </a:fld>
            <a:endParaRPr lang="en-US" sz="1200">
              <a:solidFill>
                <a:srgbClr val="898989"/>
              </a:solidFill>
            </a:endParaRPr>
          </a:p>
        </p:txBody>
      </p:sp>
      <p:sp>
        <p:nvSpPr>
          <p:cNvPr id="325634" name="Rectangle 2"/>
          <p:cNvSpPr>
            <a:spLocks noChangeArrowheads="1"/>
          </p:cNvSpPr>
          <p:nvPr/>
        </p:nvSpPr>
        <p:spPr bwMode="auto">
          <a:xfrm>
            <a:off x="509751" y="1389993"/>
            <a:ext cx="11682249" cy="3545586"/>
          </a:xfrm>
          <a:prstGeom prst="rect">
            <a:avLst/>
          </a:prstGeom>
          <a:noFill/>
          <a:ln w="9525">
            <a:noFill/>
            <a:miter lim="800000"/>
            <a:headEnd/>
            <a:tailEnd/>
          </a:ln>
        </p:spPr>
        <p:txBody>
          <a:bodyPr wrap="square">
            <a:spAutoFit/>
          </a:bodyPr>
          <a:lstStyle/>
          <a:p>
            <a:pPr algn="ctr">
              <a:lnSpc>
                <a:spcPct val="120000"/>
              </a:lnSpc>
              <a:defRPr/>
            </a:pPr>
            <a:r>
              <a:rPr lang="en-US" sz="2800" b="1" i="1" dirty="0">
                <a:solidFill>
                  <a:srgbClr val="FF0000"/>
                </a:solidFill>
                <a:latin typeface="Times New Roman" panose="02020603050405020304" pitchFamily="18" charset="0"/>
                <a:cs typeface="Times New Roman" panose="02020603050405020304" pitchFamily="18" charset="0"/>
              </a:rPr>
              <a:t>Ba </a:t>
            </a:r>
            <a:r>
              <a:rPr lang="en-US" sz="2800" b="1" i="1" dirty="0" err="1">
                <a:solidFill>
                  <a:srgbClr val="FF0000"/>
                </a:solidFill>
                <a:latin typeface="Times New Roman" panose="02020603050405020304" pitchFamily="18" charset="0"/>
                <a:cs typeface="Times New Roman" panose="02020603050405020304" pitchFamily="18" charset="0"/>
              </a:rPr>
              <a:t>phát</a:t>
            </a:r>
            <a:r>
              <a:rPr lang="en-US" sz="2800" b="1" i="1" dirty="0">
                <a:solidFill>
                  <a:srgbClr val="FF0000"/>
                </a:solidFill>
                <a:latin typeface="Times New Roman" panose="02020603050405020304" pitchFamily="18" charset="0"/>
                <a:cs typeface="Times New Roman" panose="02020603050405020304" pitchFamily="18" charset="0"/>
              </a:rPr>
              <a:t> </a:t>
            </a:r>
            <a:r>
              <a:rPr lang="en-US" sz="2800" b="1" i="1" dirty="0" err="1">
                <a:solidFill>
                  <a:srgbClr val="FF0000"/>
                </a:solidFill>
                <a:latin typeface="Times New Roman" panose="02020603050405020304" pitchFamily="18" charset="0"/>
                <a:cs typeface="Times New Roman" panose="02020603050405020304" pitchFamily="18" charset="0"/>
              </a:rPr>
              <a:t>hiện</a:t>
            </a:r>
            <a:r>
              <a:rPr lang="en-US" sz="2800" b="1" i="1" dirty="0">
                <a:solidFill>
                  <a:srgbClr val="FF0000"/>
                </a:solidFill>
                <a:latin typeface="Times New Roman" panose="02020603050405020304" pitchFamily="18" charset="0"/>
                <a:cs typeface="Times New Roman" panose="02020603050405020304" pitchFamily="18" charset="0"/>
              </a:rPr>
              <a:t> </a:t>
            </a:r>
            <a:r>
              <a:rPr lang="en-US" sz="2800" b="1" i="1" dirty="0" err="1">
                <a:solidFill>
                  <a:srgbClr val="FF0000"/>
                </a:solidFill>
                <a:latin typeface="Times New Roman" panose="02020603050405020304" pitchFamily="18" charset="0"/>
                <a:cs typeface="Times New Roman" panose="02020603050405020304" pitchFamily="18" charset="0"/>
              </a:rPr>
              <a:t>vĩ</a:t>
            </a:r>
            <a:r>
              <a:rPr lang="en-US" sz="2800" b="1" i="1" dirty="0">
                <a:solidFill>
                  <a:srgbClr val="FF0000"/>
                </a:solidFill>
                <a:latin typeface="Times New Roman" panose="02020603050405020304" pitchFamily="18" charset="0"/>
                <a:cs typeface="Times New Roman" panose="02020603050405020304" pitchFamily="18" charset="0"/>
              </a:rPr>
              <a:t> </a:t>
            </a:r>
            <a:r>
              <a:rPr lang="en-US" sz="2800" b="1" i="1" dirty="0" err="1" smtClean="0">
                <a:solidFill>
                  <a:srgbClr val="FF0000"/>
                </a:solidFill>
                <a:latin typeface="Times New Roman" panose="02020603050405020304" pitchFamily="18" charset="0"/>
                <a:cs typeface="Times New Roman" panose="02020603050405020304" pitchFamily="18" charset="0"/>
              </a:rPr>
              <a:t>đại</a:t>
            </a:r>
            <a:r>
              <a:rPr lang="en-US" b="1" dirty="0" smtClean="0">
                <a:solidFill>
                  <a:srgbClr val="FF0000"/>
                </a:solidFill>
                <a:latin typeface=".VnAvantH" pitchFamily="34" charset="0"/>
              </a:rPr>
              <a:t> </a:t>
            </a:r>
            <a:endParaRPr lang="en-US" b="1" dirty="0">
              <a:solidFill>
                <a:srgbClr val="FF0000"/>
              </a:solidFill>
              <a:latin typeface=".VnAvantH" pitchFamily="34" charset="0"/>
            </a:endParaRPr>
          </a:p>
          <a:p>
            <a:pPr algn="just">
              <a:lnSpc>
                <a:spcPct val="120000"/>
              </a:lnSpc>
              <a:defRPr/>
            </a:pPr>
            <a:endParaRPr lang="en-US" b="1" dirty="0">
              <a:solidFill>
                <a:schemeClr val="accent1">
                  <a:lumMod val="75000"/>
                </a:schemeClr>
              </a:solidFill>
              <a:latin typeface=".VnAvantH" pitchFamily="34" charset="0"/>
            </a:endParaRPr>
          </a:p>
          <a:p>
            <a:pPr marL="457200" indent="-457200" algn="just">
              <a:lnSpc>
                <a:spcPct val="120000"/>
              </a:lnSpc>
              <a:spcBef>
                <a:spcPts val="1200"/>
              </a:spcBef>
              <a:buFont typeface="+mj-lt"/>
              <a:buAutoNum type="arabicPeriod"/>
              <a:defRPr/>
            </a:pPr>
            <a:r>
              <a:rPr lang="en-US" sz="2800" b="1" dirty="0" err="1">
                <a:solidFill>
                  <a:schemeClr val="accent1">
                    <a:lumMod val="75000"/>
                  </a:schemeClr>
                </a:solidFill>
                <a:latin typeface="Times New Roman" pitchFamily="18" charset="0"/>
                <a:cs typeface="Times New Roman" pitchFamily="18" charset="0"/>
              </a:rPr>
              <a:t>Học</a:t>
            </a:r>
            <a:r>
              <a:rPr lang="en-US" sz="2800" b="1" dirty="0">
                <a:solidFill>
                  <a:schemeClr val="accent1">
                    <a:lumMod val="75000"/>
                  </a:schemeClr>
                </a:solidFill>
                <a:latin typeface="Times New Roman" pitchFamily="18" charset="0"/>
                <a:cs typeface="Times New Roman" pitchFamily="18" charset="0"/>
              </a:rPr>
              <a:t> </a:t>
            </a:r>
            <a:r>
              <a:rPr lang="en-US" sz="2800" b="1" dirty="0" err="1">
                <a:solidFill>
                  <a:schemeClr val="accent1">
                    <a:lumMod val="75000"/>
                  </a:schemeClr>
                </a:solidFill>
                <a:latin typeface="Times New Roman" pitchFamily="18" charset="0"/>
                <a:cs typeface="Times New Roman" pitchFamily="18" charset="0"/>
              </a:rPr>
              <a:t>thuyết</a:t>
            </a:r>
            <a:r>
              <a:rPr lang="en-US" sz="2800" b="1" dirty="0">
                <a:solidFill>
                  <a:schemeClr val="accent1">
                    <a:lumMod val="75000"/>
                  </a:schemeClr>
                </a:solidFill>
                <a:latin typeface="Times New Roman" pitchFamily="18" charset="0"/>
                <a:cs typeface="Times New Roman" pitchFamily="18" charset="0"/>
              </a:rPr>
              <a:t> </a:t>
            </a:r>
            <a:r>
              <a:rPr lang="en-US" sz="2800" b="1" dirty="0" err="1">
                <a:solidFill>
                  <a:schemeClr val="accent1">
                    <a:lumMod val="75000"/>
                  </a:schemeClr>
                </a:solidFill>
                <a:latin typeface="Times New Roman" pitchFamily="18" charset="0"/>
                <a:cs typeface="Times New Roman" pitchFamily="18" charset="0"/>
              </a:rPr>
              <a:t>duy</a:t>
            </a:r>
            <a:r>
              <a:rPr lang="en-US" sz="2800" b="1" dirty="0">
                <a:solidFill>
                  <a:schemeClr val="accent1">
                    <a:lumMod val="75000"/>
                  </a:schemeClr>
                </a:solidFill>
                <a:latin typeface="Times New Roman" pitchFamily="18" charset="0"/>
                <a:cs typeface="Times New Roman" pitchFamily="18" charset="0"/>
              </a:rPr>
              <a:t> </a:t>
            </a:r>
            <a:r>
              <a:rPr lang="en-US" sz="2800" b="1" dirty="0" err="1">
                <a:solidFill>
                  <a:schemeClr val="accent1">
                    <a:lumMod val="75000"/>
                  </a:schemeClr>
                </a:solidFill>
                <a:latin typeface="Times New Roman" pitchFamily="18" charset="0"/>
                <a:cs typeface="Times New Roman" pitchFamily="18" charset="0"/>
              </a:rPr>
              <a:t>vật</a:t>
            </a:r>
            <a:r>
              <a:rPr lang="en-US" sz="2800" b="1" dirty="0">
                <a:solidFill>
                  <a:schemeClr val="accent1">
                    <a:lumMod val="75000"/>
                  </a:schemeClr>
                </a:solidFill>
                <a:latin typeface="Times New Roman" pitchFamily="18" charset="0"/>
                <a:cs typeface="Times New Roman" pitchFamily="18" charset="0"/>
              </a:rPr>
              <a:t> </a:t>
            </a:r>
            <a:r>
              <a:rPr lang="en-US" sz="2800" b="1" dirty="0" err="1">
                <a:solidFill>
                  <a:schemeClr val="accent1">
                    <a:lumMod val="75000"/>
                  </a:schemeClr>
                </a:solidFill>
                <a:latin typeface="Times New Roman" pitchFamily="18" charset="0"/>
                <a:cs typeface="Times New Roman" pitchFamily="18" charset="0"/>
              </a:rPr>
              <a:t>lịch</a:t>
            </a:r>
            <a:r>
              <a:rPr lang="en-US" sz="2800" b="1" dirty="0">
                <a:solidFill>
                  <a:schemeClr val="accent1">
                    <a:lumMod val="75000"/>
                  </a:schemeClr>
                </a:solidFill>
                <a:latin typeface="Times New Roman" pitchFamily="18" charset="0"/>
                <a:cs typeface="Times New Roman" pitchFamily="18" charset="0"/>
              </a:rPr>
              <a:t> </a:t>
            </a:r>
            <a:r>
              <a:rPr lang="en-US" sz="2800" b="1" dirty="0" err="1">
                <a:solidFill>
                  <a:schemeClr val="accent1">
                    <a:lumMod val="75000"/>
                  </a:schemeClr>
                </a:solidFill>
                <a:latin typeface="Times New Roman" pitchFamily="18" charset="0"/>
                <a:cs typeface="Times New Roman" pitchFamily="18" charset="0"/>
              </a:rPr>
              <a:t>sử</a:t>
            </a:r>
            <a:r>
              <a:rPr lang="en-US" sz="2800" b="1" dirty="0">
                <a:solidFill>
                  <a:schemeClr val="accent1">
                    <a:lumMod val="75000"/>
                  </a:schemeClr>
                </a:solidFill>
                <a:latin typeface="Times New Roman" pitchFamily="18" charset="0"/>
                <a:cs typeface="Times New Roman" pitchFamily="18" charset="0"/>
              </a:rPr>
              <a:t>: </a:t>
            </a:r>
            <a:r>
              <a:rPr lang="en-US" sz="2800" b="1" dirty="0" err="1">
                <a:solidFill>
                  <a:schemeClr val="accent1">
                    <a:lumMod val="75000"/>
                  </a:schemeClr>
                </a:solidFill>
                <a:latin typeface="Times New Roman" pitchFamily="18" charset="0"/>
                <a:cs typeface="Times New Roman" pitchFamily="18" charset="0"/>
              </a:rPr>
              <a:t>cốt</a:t>
            </a:r>
            <a:r>
              <a:rPr lang="en-US" sz="2800" b="1" dirty="0">
                <a:solidFill>
                  <a:schemeClr val="accent1">
                    <a:lumMod val="75000"/>
                  </a:schemeClr>
                </a:solidFill>
                <a:latin typeface="Times New Roman" pitchFamily="18" charset="0"/>
                <a:cs typeface="Times New Roman" pitchFamily="18" charset="0"/>
              </a:rPr>
              <a:t> </a:t>
            </a:r>
            <a:r>
              <a:rPr lang="en-US" sz="2800" b="1" dirty="0" err="1">
                <a:solidFill>
                  <a:schemeClr val="accent1">
                    <a:lumMod val="75000"/>
                  </a:schemeClr>
                </a:solidFill>
                <a:latin typeface="Times New Roman" pitchFamily="18" charset="0"/>
                <a:cs typeface="Times New Roman" pitchFamily="18" charset="0"/>
              </a:rPr>
              <a:t>lõi</a:t>
            </a:r>
            <a:r>
              <a:rPr lang="en-US" sz="2800" b="1" dirty="0">
                <a:solidFill>
                  <a:schemeClr val="accent1">
                    <a:lumMod val="75000"/>
                  </a:schemeClr>
                </a:solidFill>
                <a:latin typeface="Times New Roman" pitchFamily="18" charset="0"/>
                <a:cs typeface="Times New Roman" pitchFamily="18" charset="0"/>
              </a:rPr>
              <a:t> </a:t>
            </a:r>
            <a:r>
              <a:rPr lang="en-US" sz="2800" b="1" dirty="0" err="1">
                <a:solidFill>
                  <a:schemeClr val="accent1">
                    <a:lumMod val="75000"/>
                  </a:schemeClr>
                </a:solidFill>
                <a:latin typeface="Times New Roman" pitchFamily="18" charset="0"/>
                <a:cs typeface="Times New Roman" pitchFamily="18" charset="0"/>
              </a:rPr>
              <a:t>nhất</a:t>
            </a:r>
            <a:r>
              <a:rPr lang="en-US" sz="2800" b="1" dirty="0">
                <a:solidFill>
                  <a:schemeClr val="accent1">
                    <a:lumMod val="75000"/>
                  </a:schemeClr>
                </a:solidFill>
                <a:latin typeface="Times New Roman" pitchFamily="18" charset="0"/>
                <a:cs typeface="Times New Roman" pitchFamily="18" charset="0"/>
              </a:rPr>
              <a:t> </a:t>
            </a:r>
            <a:r>
              <a:rPr lang="en-US" sz="2800" b="1" dirty="0" err="1">
                <a:solidFill>
                  <a:schemeClr val="accent1">
                    <a:lumMod val="75000"/>
                  </a:schemeClr>
                </a:solidFill>
                <a:latin typeface="Times New Roman" pitchFamily="18" charset="0"/>
                <a:cs typeface="Times New Roman" pitchFamily="18" charset="0"/>
              </a:rPr>
              <a:t>là</a:t>
            </a:r>
            <a:r>
              <a:rPr lang="en-US" sz="2800" b="1" dirty="0">
                <a:solidFill>
                  <a:schemeClr val="accent1">
                    <a:lumMod val="75000"/>
                  </a:schemeClr>
                </a:solidFill>
                <a:latin typeface="Times New Roman" pitchFamily="18" charset="0"/>
                <a:cs typeface="Times New Roman" pitchFamily="18" charset="0"/>
              </a:rPr>
              <a:t> </a:t>
            </a:r>
            <a:r>
              <a:rPr lang="en-US" sz="2800" b="1" dirty="0" err="1">
                <a:solidFill>
                  <a:schemeClr val="accent1">
                    <a:lumMod val="75000"/>
                  </a:schemeClr>
                </a:solidFill>
                <a:latin typeface="Times New Roman" pitchFamily="18" charset="0"/>
                <a:cs typeface="Times New Roman" pitchFamily="18" charset="0"/>
              </a:rPr>
              <a:t>học</a:t>
            </a:r>
            <a:r>
              <a:rPr lang="en-US" sz="2800" b="1" dirty="0">
                <a:solidFill>
                  <a:schemeClr val="accent1">
                    <a:lumMod val="75000"/>
                  </a:schemeClr>
                </a:solidFill>
                <a:latin typeface="Times New Roman" pitchFamily="18" charset="0"/>
                <a:cs typeface="Times New Roman" pitchFamily="18" charset="0"/>
              </a:rPr>
              <a:t> </a:t>
            </a:r>
            <a:r>
              <a:rPr lang="en-US" sz="2800" b="1" dirty="0" err="1">
                <a:solidFill>
                  <a:schemeClr val="accent1">
                    <a:lumMod val="75000"/>
                  </a:schemeClr>
                </a:solidFill>
                <a:latin typeface="Times New Roman" pitchFamily="18" charset="0"/>
                <a:cs typeface="Times New Roman" pitchFamily="18" charset="0"/>
              </a:rPr>
              <a:t>thuyết</a:t>
            </a:r>
            <a:r>
              <a:rPr lang="en-US" sz="2800" b="1" dirty="0">
                <a:solidFill>
                  <a:schemeClr val="accent1">
                    <a:lumMod val="75000"/>
                  </a:schemeClr>
                </a:solidFill>
                <a:latin typeface="Times New Roman" pitchFamily="18" charset="0"/>
                <a:cs typeface="Times New Roman" pitchFamily="18" charset="0"/>
              </a:rPr>
              <a:t> </a:t>
            </a:r>
            <a:r>
              <a:rPr lang="en-US" sz="2800" b="1" dirty="0" err="1">
                <a:solidFill>
                  <a:schemeClr val="accent1">
                    <a:lumMod val="75000"/>
                  </a:schemeClr>
                </a:solidFill>
                <a:latin typeface="Times New Roman" pitchFamily="18" charset="0"/>
                <a:cs typeface="Times New Roman" pitchFamily="18" charset="0"/>
              </a:rPr>
              <a:t>hình</a:t>
            </a:r>
            <a:r>
              <a:rPr lang="en-US" sz="2800" b="1" dirty="0">
                <a:solidFill>
                  <a:schemeClr val="accent1">
                    <a:lumMod val="75000"/>
                  </a:schemeClr>
                </a:solidFill>
                <a:latin typeface="Times New Roman" pitchFamily="18" charset="0"/>
                <a:cs typeface="Times New Roman" pitchFamily="18" charset="0"/>
              </a:rPr>
              <a:t> </a:t>
            </a:r>
            <a:r>
              <a:rPr lang="en-US" sz="2800" b="1" dirty="0" err="1">
                <a:solidFill>
                  <a:schemeClr val="accent1">
                    <a:lumMod val="75000"/>
                  </a:schemeClr>
                </a:solidFill>
                <a:latin typeface="Times New Roman" pitchFamily="18" charset="0"/>
                <a:cs typeface="Times New Roman" pitchFamily="18" charset="0"/>
              </a:rPr>
              <a:t>thái</a:t>
            </a:r>
            <a:r>
              <a:rPr lang="en-US" sz="2800" b="1" dirty="0">
                <a:solidFill>
                  <a:schemeClr val="accent1">
                    <a:lumMod val="75000"/>
                  </a:schemeClr>
                </a:solidFill>
                <a:latin typeface="Times New Roman" pitchFamily="18" charset="0"/>
                <a:cs typeface="Times New Roman" pitchFamily="18" charset="0"/>
              </a:rPr>
              <a:t> </a:t>
            </a:r>
            <a:r>
              <a:rPr lang="en-US" sz="2800" b="1" dirty="0" smtClean="0">
                <a:solidFill>
                  <a:schemeClr val="accent1">
                    <a:lumMod val="75000"/>
                  </a:schemeClr>
                </a:solidFill>
                <a:latin typeface="Times New Roman" pitchFamily="18" charset="0"/>
                <a:cs typeface="Times New Roman" pitchFamily="18" charset="0"/>
              </a:rPr>
              <a:t>KT–XH</a:t>
            </a:r>
            <a:endParaRPr lang="en-US" sz="2800" b="1" i="1" dirty="0">
              <a:solidFill>
                <a:schemeClr val="accent1">
                  <a:lumMod val="75000"/>
                </a:schemeClr>
              </a:solidFill>
              <a:latin typeface="Times New Roman" pitchFamily="18" charset="0"/>
              <a:cs typeface="Times New Roman" pitchFamily="18" charset="0"/>
            </a:endParaRPr>
          </a:p>
          <a:p>
            <a:pPr marL="457200" indent="-457200" algn="just">
              <a:lnSpc>
                <a:spcPct val="120000"/>
              </a:lnSpc>
              <a:spcBef>
                <a:spcPts val="1200"/>
              </a:spcBef>
              <a:buFont typeface="+mj-lt"/>
              <a:buAutoNum type="arabicPeriod"/>
              <a:defRPr/>
            </a:pPr>
            <a:r>
              <a:rPr lang="en-US" sz="2800" b="1" dirty="0">
                <a:solidFill>
                  <a:schemeClr val="accent1">
                    <a:lumMod val="75000"/>
                  </a:schemeClr>
                </a:solidFill>
                <a:latin typeface="Times New Roman" pitchFamily="18" charset="0"/>
                <a:cs typeface="Times New Roman" pitchFamily="18" charset="0"/>
              </a:rPr>
              <a:t> </a:t>
            </a:r>
            <a:r>
              <a:rPr lang="en-US" sz="2800" b="1" dirty="0" err="1">
                <a:solidFill>
                  <a:schemeClr val="accent1">
                    <a:lumMod val="75000"/>
                  </a:schemeClr>
                </a:solidFill>
                <a:latin typeface="Times New Roman" pitchFamily="18" charset="0"/>
                <a:cs typeface="Times New Roman" pitchFamily="18" charset="0"/>
              </a:rPr>
              <a:t>Học</a:t>
            </a:r>
            <a:r>
              <a:rPr lang="en-US" sz="2800" b="1" dirty="0">
                <a:solidFill>
                  <a:schemeClr val="accent1">
                    <a:lumMod val="75000"/>
                  </a:schemeClr>
                </a:solidFill>
                <a:latin typeface="Times New Roman" pitchFamily="18" charset="0"/>
                <a:cs typeface="Times New Roman" pitchFamily="18" charset="0"/>
              </a:rPr>
              <a:t> </a:t>
            </a:r>
            <a:r>
              <a:rPr lang="en-US" sz="2800" b="1" dirty="0" err="1">
                <a:solidFill>
                  <a:schemeClr val="accent1">
                    <a:lumMod val="75000"/>
                  </a:schemeClr>
                </a:solidFill>
                <a:latin typeface="Times New Roman" pitchFamily="18" charset="0"/>
                <a:cs typeface="Times New Roman" pitchFamily="18" charset="0"/>
              </a:rPr>
              <a:t>thuyết</a:t>
            </a:r>
            <a:r>
              <a:rPr lang="en-US" sz="2800" b="1" dirty="0">
                <a:solidFill>
                  <a:schemeClr val="accent1">
                    <a:lumMod val="75000"/>
                  </a:schemeClr>
                </a:solidFill>
                <a:latin typeface="Times New Roman" pitchFamily="18" charset="0"/>
                <a:cs typeface="Times New Roman" pitchFamily="18" charset="0"/>
              </a:rPr>
              <a:t> </a:t>
            </a:r>
            <a:r>
              <a:rPr lang="en-US" sz="2800" b="1" dirty="0" err="1">
                <a:solidFill>
                  <a:schemeClr val="accent1">
                    <a:lumMod val="75000"/>
                  </a:schemeClr>
                </a:solidFill>
                <a:latin typeface="Times New Roman" pitchFamily="18" charset="0"/>
                <a:cs typeface="Times New Roman" pitchFamily="18" charset="0"/>
              </a:rPr>
              <a:t>giá</a:t>
            </a:r>
            <a:r>
              <a:rPr lang="en-US" sz="2800" b="1" dirty="0">
                <a:solidFill>
                  <a:schemeClr val="accent1">
                    <a:lumMod val="75000"/>
                  </a:schemeClr>
                </a:solidFill>
                <a:latin typeface="Times New Roman" pitchFamily="18" charset="0"/>
                <a:cs typeface="Times New Roman" pitchFamily="18" charset="0"/>
              </a:rPr>
              <a:t> </a:t>
            </a:r>
            <a:r>
              <a:rPr lang="en-US" sz="2800" b="1" dirty="0" err="1">
                <a:solidFill>
                  <a:schemeClr val="accent1">
                    <a:lumMod val="75000"/>
                  </a:schemeClr>
                </a:solidFill>
                <a:latin typeface="Times New Roman" pitchFamily="18" charset="0"/>
                <a:cs typeface="Times New Roman" pitchFamily="18" charset="0"/>
              </a:rPr>
              <a:t>trị</a:t>
            </a:r>
            <a:r>
              <a:rPr lang="en-US" sz="2800" b="1" dirty="0">
                <a:solidFill>
                  <a:schemeClr val="accent1">
                    <a:lumMod val="75000"/>
                  </a:schemeClr>
                </a:solidFill>
                <a:latin typeface="Times New Roman" pitchFamily="18" charset="0"/>
                <a:cs typeface="Times New Roman" pitchFamily="18" charset="0"/>
              </a:rPr>
              <a:t> </a:t>
            </a:r>
            <a:r>
              <a:rPr lang="en-US" sz="2800" b="1" dirty="0" err="1">
                <a:solidFill>
                  <a:schemeClr val="accent1">
                    <a:lumMod val="75000"/>
                  </a:schemeClr>
                </a:solidFill>
                <a:latin typeface="Times New Roman" pitchFamily="18" charset="0"/>
                <a:cs typeface="Times New Roman" pitchFamily="18" charset="0"/>
              </a:rPr>
              <a:t>thặng</a:t>
            </a:r>
            <a:r>
              <a:rPr lang="en-US" sz="2800" b="1" dirty="0">
                <a:solidFill>
                  <a:schemeClr val="accent1">
                    <a:lumMod val="75000"/>
                  </a:schemeClr>
                </a:solidFill>
                <a:latin typeface="Times New Roman" pitchFamily="18" charset="0"/>
                <a:cs typeface="Times New Roman" pitchFamily="18" charset="0"/>
              </a:rPr>
              <a:t> </a:t>
            </a:r>
            <a:r>
              <a:rPr lang="en-US" sz="2800" b="1" dirty="0" err="1" smtClean="0">
                <a:solidFill>
                  <a:schemeClr val="accent1">
                    <a:lumMod val="75000"/>
                  </a:schemeClr>
                </a:solidFill>
                <a:latin typeface="Times New Roman" pitchFamily="18" charset="0"/>
                <a:cs typeface="Times New Roman" pitchFamily="18" charset="0"/>
              </a:rPr>
              <a:t>dư</a:t>
            </a:r>
            <a:endParaRPr lang="en-US" sz="2800" b="1" i="1" dirty="0">
              <a:solidFill>
                <a:schemeClr val="accent1">
                  <a:lumMod val="75000"/>
                </a:schemeClr>
              </a:solidFill>
              <a:latin typeface="Times New Roman" pitchFamily="18" charset="0"/>
              <a:cs typeface="Times New Roman" pitchFamily="18" charset="0"/>
            </a:endParaRPr>
          </a:p>
          <a:p>
            <a:pPr marL="457200" indent="-457200" algn="just">
              <a:lnSpc>
                <a:spcPct val="120000"/>
              </a:lnSpc>
              <a:spcBef>
                <a:spcPts val="1200"/>
              </a:spcBef>
              <a:buFont typeface="+mj-lt"/>
              <a:buAutoNum type="arabicPeriod"/>
              <a:defRPr/>
            </a:pPr>
            <a:r>
              <a:rPr lang="en-US" sz="2800" b="1" dirty="0" err="1">
                <a:solidFill>
                  <a:schemeClr val="accent1">
                    <a:lumMod val="75000"/>
                  </a:schemeClr>
                </a:solidFill>
                <a:latin typeface="Times New Roman" pitchFamily="18" charset="0"/>
                <a:cs typeface="Times New Roman" pitchFamily="18" charset="0"/>
              </a:rPr>
              <a:t>Học</a:t>
            </a:r>
            <a:r>
              <a:rPr lang="en-US" sz="2800" b="1" dirty="0">
                <a:solidFill>
                  <a:schemeClr val="accent1">
                    <a:lumMod val="75000"/>
                  </a:schemeClr>
                </a:solidFill>
                <a:latin typeface="Times New Roman" pitchFamily="18" charset="0"/>
                <a:cs typeface="Times New Roman" pitchFamily="18" charset="0"/>
              </a:rPr>
              <a:t> </a:t>
            </a:r>
            <a:r>
              <a:rPr lang="en-US" sz="2800" b="1" dirty="0" err="1">
                <a:solidFill>
                  <a:schemeClr val="accent1">
                    <a:lumMod val="75000"/>
                  </a:schemeClr>
                </a:solidFill>
                <a:latin typeface="Times New Roman" pitchFamily="18" charset="0"/>
                <a:cs typeface="Times New Roman" pitchFamily="18" charset="0"/>
              </a:rPr>
              <a:t>thuyết</a:t>
            </a:r>
            <a:r>
              <a:rPr lang="en-US" sz="2800" b="1" dirty="0">
                <a:solidFill>
                  <a:schemeClr val="accent1">
                    <a:lumMod val="75000"/>
                  </a:schemeClr>
                </a:solidFill>
                <a:latin typeface="Times New Roman" pitchFamily="18" charset="0"/>
                <a:cs typeface="Times New Roman" pitchFamily="18" charset="0"/>
              </a:rPr>
              <a:t> </a:t>
            </a:r>
            <a:r>
              <a:rPr lang="en-US" sz="2800" b="1" dirty="0" err="1">
                <a:solidFill>
                  <a:schemeClr val="accent1">
                    <a:lumMod val="75000"/>
                  </a:schemeClr>
                </a:solidFill>
                <a:latin typeface="Times New Roman" pitchFamily="18" charset="0"/>
                <a:cs typeface="Times New Roman" pitchFamily="18" charset="0"/>
              </a:rPr>
              <a:t>sứ</a:t>
            </a:r>
            <a:r>
              <a:rPr lang="en-US" sz="2800" b="1" dirty="0">
                <a:solidFill>
                  <a:schemeClr val="accent1">
                    <a:lumMod val="75000"/>
                  </a:schemeClr>
                </a:solidFill>
                <a:latin typeface="Times New Roman" pitchFamily="18" charset="0"/>
                <a:cs typeface="Times New Roman" pitchFamily="18" charset="0"/>
              </a:rPr>
              <a:t> </a:t>
            </a:r>
            <a:r>
              <a:rPr lang="en-US" sz="2800" b="1" dirty="0" err="1">
                <a:solidFill>
                  <a:schemeClr val="accent1">
                    <a:lumMod val="75000"/>
                  </a:schemeClr>
                </a:solidFill>
                <a:latin typeface="Times New Roman" pitchFamily="18" charset="0"/>
                <a:cs typeface="Times New Roman" pitchFamily="18" charset="0"/>
              </a:rPr>
              <a:t>mệnh</a:t>
            </a:r>
            <a:r>
              <a:rPr lang="en-US" sz="2800" b="1" dirty="0">
                <a:solidFill>
                  <a:schemeClr val="accent1">
                    <a:lumMod val="75000"/>
                  </a:schemeClr>
                </a:solidFill>
                <a:latin typeface="Times New Roman" pitchFamily="18" charset="0"/>
                <a:cs typeface="Times New Roman" pitchFamily="18" charset="0"/>
              </a:rPr>
              <a:t> </a:t>
            </a:r>
            <a:r>
              <a:rPr lang="en-US" sz="2800" b="1" dirty="0" err="1">
                <a:solidFill>
                  <a:schemeClr val="accent1">
                    <a:lumMod val="75000"/>
                  </a:schemeClr>
                </a:solidFill>
                <a:latin typeface="Times New Roman" pitchFamily="18" charset="0"/>
                <a:cs typeface="Times New Roman" pitchFamily="18" charset="0"/>
              </a:rPr>
              <a:t>lịch</a:t>
            </a:r>
            <a:r>
              <a:rPr lang="en-US" sz="2800" b="1" dirty="0">
                <a:solidFill>
                  <a:schemeClr val="accent1">
                    <a:lumMod val="75000"/>
                  </a:schemeClr>
                </a:solidFill>
                <a:latin typeface="Times New Roman" pitchFamily="18" charset="0"/>
                <a:cs typeface="Times New Roman" pitchFamily="18" charset="0"/>
              </a:rPr>
              <a:t> </a:t>
            </a:r>
            <a:r>
              <a:rPr lang="en-US" sz="2800" b="1" dirty="0" err="1">
                <a:solidFill>
                  <a:schemeClr val="accent1">
                    <a:lumMod val="75000"/>
                  </a:schemeClr>
                </a:solidFill>
                <a:latin typeface="Times New Roman" pitchFamily="18" charset="0"/>
                <a:cs typeface="Times New Roman" pitchFamily="18" charset="0"/>
              </a:rPr>
              <a:t>sử</a:t>
            </a:r>
            <a:r>
              <a:rPr lang="en-US" sz="2800" b="1" dirty="0">
                <a:solidFill>
                  <a:schemeClr val="accent1">
                    <a:lumMod val="75000"/>
                  </a:schemeClr>
                </a:solidFill>
                <a:latin typeface="Times New Roman" pitchFamily="18" charset="0"/>
                <a:cs typeface="Times New Roman" pitchFamily="18" charset="0"/>
              </a:rPr>
              <a:t> </a:t>
            </a:r>
            <a:r>
              <a:rPr lang="en-US" sz="2800" b="1" dirty="0" err="1">
                <a:solidFill>
                  <a:schemeClr val="accent1">
                    <a:lumMod val="75000"/>
                  </a:schemeClr>
                </a:solidFill>
                <a:latin typeface="Times New Roman" pitchFamily="18" charset="0"/>
                <a:cs typeface="Times New Roman" pitchFamily="18" charset="0"/>
              </a:rPr>
              <a:t>thế</a:t>
            </a:r>
            <a:r>
              <a:rPr lang="en-US" sz="2800" b="1" dirty="0">
                <a:solidFill>
                  <a:schemeClr val="accent1">
                    <a:lumMod val="75000"/>
                  </a:schemeClr>
                </a:solidFill>
                <a:latin typeface="Times New Roman" pitchFamily="18" charset="0"/>
                <a:cs typeface="Times New Roman" pitchFamily="18" charset="0"/>
              </a:rPr>
              <a:t> </a:t>
            </a:r>
            <a:r>
              <a:rPr lang="en-US" sz="2800" b="1" dirty="0" err="1">
                <a:solidFill>
                  <a:schemeClr val="accent1">
                    <a:lumMod val="75000"/>
                  </a:schemeClr>
                </a:solidFill>
                <a:latin typeface="Times New Roman" pitchFamily="18" charset="0"/>
                <a:cs typeface="Times New Roman" pitchFamily="18" charset="0"/>
              </a:rPr>
              <a:t>giới</a:t>
            </a:r>
            <a:r>
              <a:rPr lang="en-US" sz="2800" b="1" dirty="0">
                <a:solidFill>
                  <a:schemeClr val="accent1">
                    <a:lumMod val="75000"/>
                  </a:schemeClr>
                </a:solidFill>
                <a:latin typeface="Times New Roman" pitchFamily="18" charset="0"/>
                <a:cs typeface="Times New Roman" pitchFamily="18" charset="0"/>
              </a:rPr>
              <a:t> </a:t>
            </a:r>
            <a:r>
              <a:rPr lang="en-US" sz="2800" b="1" dirty="0" err="1">
                <a:solidFill>
                  <a:schemeClr val="accent1">
                    <a:lumMod val="75000"/>
                  </a:schemeClr>
                </a:solidFill>
                <a:latin typeface="Times New Roman" pitchFamily="18" charset="0"/>
                <a:cs typeface="Times New Roman" pitchFamily="18" charset="0"/>
              </a:rPr>
              <a:t>của</a:t>
            </a:r>
            <a:r>
              <a:rPr lang="en-US" sz="2800" b="1" dirty="0">
                <a:solidFill>
                  <a:schemeClr val="accent1">
                    <a:lumMod val="75000"/>
                  </a:schemeClr>
                </a:solidFill>
                <a:latin typeface="Times New Roman" pitchFamily="18" charset="0"/>
                <a:cs typeface="Times New Roman" pitchFamily="18" charset="0"/>
              </a:rPr>
              <a:t> </a:t>
            </a:r>
            <a:r>
              <a:rPr lang="en-US" sz="2800" b="1" dirty="0" smtClean="0">
                <a:solidFill>
                  <a:schemeClr val="accent1">
                    <a:lumMod val="75000"/>
                  </a:schemeClr>
                </a:solidFill>
                <a:latin typeface="Times New Roman" pitchFamily="18" charset="0"/>
                <a:cs typeface="Times New Roman" pitchFamily="18" charset="0"/>
              </a:rPr>
              <a:t>GCCN</a:t>
            </a:r>
            <a:endParaRPr lang="en-US" sz="2800" b="1" dirty="0">
              <a:solidFill>
                <a:schemeClr val="accent1">
                  <a:lumMod val="75000"/>
                </a:schemeClr>
              </a:solidFill>
            </a:endParaRPr>
          </a:p>
          <a:p>
            <a:pPr algn="just">
              <a:lnSpc>
                <a:spcPct val="120000"/>
              </a:lnSpc>
              <a:buFontTx/>
              <a:buChar char="-"/>
              <a:defRPr/>
            </a:pPr>
            <a:endParaRPr lang="en-US" sz="2800" b="1" dirty="0">
              <a:solidFill>
                <a:schemeClr val="accent1">
                  <a:lumMod val="75000"/>
                </a:schemeClr>
              </a:solidFill>
            </a:endParaRPr>
          </a:p>
        </p:txBody>
      </p:sp>
    </p:spTree>
    <p:extLst>
      <p:ext uri="{BB962C8B-B14F-4D97-AF65-F5344CB8AC3E}">
        <p14:creationId xmlns:p14="http://schemas.microsoft.com/office/powerpoint/2010/main" val="29872335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25634">
                                            <p:txEl>
                                              <p:pRg st="0" end="0"/>
                                            </p:txEl>
                                          </p:spTgt>
                                        </p:tgtEl>
                                        <p:attrNameLst>
                                          <p:attrName>style.visibility</p:attrName>
                                        </p:attrNameLst>
                                      </p:cBhvr>
                                      <p:to>
                                        <p:strVal val="visible"/>
                                      </p:to>
                                    </p:set>
                                    <p:anim calcmode="lin" valueType="num">
                                      <p:cBhvr additive="base">
                                        <p:cTn id="7" dur="500" fill="hold"/>
                                        <p:tgtEl>
                                          <p:spTgt spid="32563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2563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325634">
                                            <p:txEl>
                                              <p:pRg st="2" end="2"/>
                                            </p:txEl>
                                          </p:spTgt>
                                        </p:tgtEl>
                                        <p:attrNameLst>
                                          <p:attrName>style.visibility</p:attrName>
                                        </p:attrNameLst>
                                      </p:cBhvr>
                                      <p:to>
                                        <p:strVal val="visible"/>
                                      </p:to>
                                    </p:set>
                                    <p:anim calcmode="lin" valueType="num">
                                      <p:cBhvr additive="base">
                                        <p:cTn id="13" dur="500" fill="hold"/>
                                        <p:tgtEl>
                                          <p:spTgt spid="325634">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2563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325634">
                                            <p:txEl>
                                              <p:pRg st="3" end="3"/>
                                            </p:txEl>
                                          </p:spTgt>
                                        </p:tgtEl>
                                        <p:attrNameLst>
                                          <p:attrName>style.visibility</p:attrName>
                                        </p:attrNameLst>
                                      </p:cBhvr>
                                      <p:to>
                                        <p:strVal val="visible"/>
                                      </p:to>
                                    </p:set>
                                    <p:anim calcmode="lin" valueType="num">
                                      <p:cBhvr additive="base">
                                        <p:cTn id="19" dur="500" fill="hold"/>
                                        <p:tgtEl>
                                          <p:spTgt spid="325634">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2563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325634">
                                            <p:txEl>
                                              <p:pRg st="4" end="4"/>
                                            </p:txEl>
                                          </p:spTgt>
                                        </p:tgtEl>
                                        <p:attrNameLst>
                                          <p:attrName>style.visibility</p:attrName>
                                        </p:attrNameLst>
                                      </p:cBhvr>
                                      <p:to>
                                        <p:strVal val="visible"/>
                                      </p:to>
                                    </p:set>
                                    <p:anim calcmode="lin" valueType="num">
                                      <p:cBhvr additive="base">
                                        <p:cTn id="25" dur="500" fill="hold"/>
                                        <p:tgtEl>
                                          <p:spTgt spid="325634">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25634">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8" name="Slide Number Placeholder 5"/>
          <p:cNvSpPr>
            <a:spLocks noGrp="1"/>
          </p:cNvSpPr>
          <p:nvPr>
            <p:ph type="sldNum" sz="quarter" idx="12"/>
          </p:nvPr>
        </p:nvSpPr>
        <p:spPr/>
        <p:txBody>
          <a:bodyPr/>
          <a:lstStyle>
            <a:lvl1pPr eaLnBrk="0" hangingPunct="0">
              <a:defRPr sz="2400">
                <a:solidFill>
                  <a:srgbClr val="00FF00"/>
                </a:solidFill>
                <a:latin typeface=".VnArial" panose="020B7200000000000000" pitchFamily="34" charset="0"/>
              </a:defRPr>
            </a:lvl1pPr>
            <a:lvl2pPr marL="742950" indent="-285750" eaLnBrk="0" hangingPunct="0">
              <a:defRPr sz="2400">
                <a:solidFill>
                  <a:srgbClr val="00FF00"/>
                </a:solidFill>
                <a:latin typeface=".VnArial" panose="020B7200000000000000" pitchFamily="34" charset="0"/>
              </a:defRPr>
            </a:lvl2pPr>
            <a:lvl3pPr marL="1143000" indent="-228600" eaLnBrk="0" hangingPunct="0">
              <a:defRPr sz="2400">
                <a:solidFill>
                  <a:srgbClr val="00FF00"/>
                </a:solidFill>
                <a:latin typeface=".VnArial" panose="020B7200000000000000" pitchFamily="34" charset="0"/>
              </a:defRPr>
            </a:lvl3pPr>
            <a:lvl4pPr marL="1600200" indent="-228600" eaLnBrk="0" hangingPunct="0">
              <a:defRPr sz="2400">
                <a:solidFill>
                  <a:srgbClr val="00FF00"/>
                </a:solidFill>
                <a:latin typeface=".VnArial" panose="020B7200000000000000" pitchFamily="34" charset="0"/>
              </a:defRPr>
            </a:lvl4pPr>
            <a:lvl5pPr marL="2057400" indent="-228600" eaLnBrk="0" hangingPunct="0">
              <a:defRPr sz="2400">
                <a:solidFill>
                  <a:srgbClr val="00FF00"/>
                </a:solidFill>
                <a:latin typeface=".VnArial" panose="020B7200000000000000" pitchFamily="34" charset="0"/>
              </a:defRPr>
            </a:lvl5pPr>
            <a:lvl6pPr marL="2514600" indent="-228600" eaLnBrk="0" fontAlgn="base" hangingPunct="0">
              <a:spcBef>
                <a:spcPct val="0"/>
              </a:spcBef>
              <a:spcAft>
                <a:spcPct val="0"/>
              </a:spcAft>
              <a:defRPr sz="2400">
                <a:solidFill>
                  <a:srgbClr val="00FF00"/>
                </a:solidFill>
                <a:latin typeface=".VnArial" panose="020B7200000000000000" pitchFamily="34" charset="0"/>
              </a:defRPr>
            </a:lvl6pPr>
            <a:lvl7pPr marL="2971800" indent="-228600" eaLnBrk="0" fontAlgn="base" hangingPunct="0">
              <a:spcBef>
                <a:spcPct val="0"/>
              </a:spcBef>
              <a:spcAft>
                <a:spcPct val="0"/>
              </a:spcAft>
              <a:defRPr sz="2400">
                <a:solidFill>
                  <a:srgbClr val="00FF00"/>
                </a:solidFill>
                <a:latin typeface=".VnArial" panose="020B7200000000000000" pitchFamily="34" charset="0"/>
              </a:defRPr>
            </a:lvl7pPr>
            <a:lvl8pPr marL="3429000" indent="-228600" eaLnBrk="0" fontAlgn="base" hangingPunct="0">
              <a:spcBef>
                <a:spcPct val="0"/>
              </a:spcBef>
              <a:spcAft>
                <a:spcPct val="0"/>
              </a:spcAft>
              <a:defRPr sz="2400">
                <a:solidFill>
                  <a:srgbClr val="00FF00"/>
                </a:solidFill>
                <a:latin typeface=".VnArial" panose="020B7200000000000000" pitchFamily="34" charset="0"/>
              </a:defRPr>
            </a:lvl8pPr>
            <a:lvl9pPr marL="3886200" indent="-228600" eaLnBrk="0" fontAlgn="base" hangingPunct="0">
              <a:spcBef>
                <a:spcPct val="0"/>
              </a:spcBef>
              <a:spcAft>
                <a:spcPct val="0"/>
              </a:spcAft>
              <a:defRPr sz="2400">
                <a:solidFill>
                  <a:srgbClr val="00FF00"/>
                </a:solidFill>
                <a:latin typeface=".VnArial" panose="020B7200000000000000" pitchFamily="34" charset="0"/>
              </a:defRPr>
            </a:lvl9pPr>
          </a:lstStyle>
          <a:p>
            <a:pPr eaLnBrk="1" hangingPunct="1"/>
            <a:fld id="{DFE28FD4-F95C-4FAA-8D01-9D8EF0B3F4B4}" type="slidenum">
              <a:rPr lang="en-US" sz="1200">
                <a:solidFill>
                  <a:srgbClr val="898989"/>
                </a:solidFill>
              </a:rPr>
              <a:pPr eaLnBrk="1" hangingPunct="1"/>
              <a:t>17</a:t>
            </a:fld>
            <a:endParaRPr lang="en-US" sz="1200">
              <a:solidFill>
                <a:srgbClr val="898989"/>
              </a:solidFill>
            </a:endParaRPr>
          </a:p>
        </p:txBody>
      </p:sp>
      <p:sp>
        <p:nvSpPr>
          <p:cNvPr id="164889" name="Line 25"/>
          <p:cNvSpPr>
            <a:spLocks noChangeShapeType="1"/>
          </p:cNvSpPr>
          <p:nvPr/>
        </p:nvSpPr>
        <p:spPr bwMode="auto">
          <a:xfrm>
            <a:off x="2286000" y="3657600"/>
            <a:ext cx="769620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64890" name="Rectangle 26"/>
          <p:cNvSpPr>
            <a:spLocks noChangeArrowheads="1"/>
          </p:cNvSpPr>
          <p:nvPr/>
        </p:nvSpPr>
        <p:spPr bwMode="auto">
          <a:xfrm>
            <a:off x="5486400" y="2927350"/>
            <a:ext cx="990600"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FF00"/>
                </a:solidFill>
                <a:latin typeface=".VnArial" panose="020B7200000000000000" pitchFamily="34" charset="0"/>
              </a:defRPr>
            </a:lvl1pPr>
            <a:lvl2pPr marL="742950" indent="-285750" eaLnBrk="0" hangingPunct="0">
              <a:defRPr sz="2400">
                <a:solidFill>
                  <a:srgbClr val="00FF00"/>
                </a:solidFill>
                <a:latin typeface=".VnArial" panose="020B7200000000000000" pitchFamily="34" charset="0"/>
              </a:defRPr>
            </a:lvl2pPr>
            <a:lvl3pPr marL="1143000" indent="-228600" eaLnBrk="0" hangingPunct="0">
              <a:defRPr sz="2400">
                <a:solidFill>
                  <a:srgbClr val="00FF00"/>
                </a:solidFill>
                <a:latin typeface=".VnArial" panose="020B7200000000000000" pitchFamily="34" charset="0"/>
              </a:defRPr>
            </a:lvl3pPr>
            <a:lvl4pPr marL="1600200" indent="-228600" eaLnBrk="0" hangingPunct="0">
              <a:defRPr sz="2400">
                <a:solidFill>
                  <a:srgbClr val="00FF00"/>
                </a:solidFill>
                <a:latin typeface=".VnArial" panose="020B7200000000000000" pitchFamily="34" charset="0"/>
              </a:defRPr>
            </a:lvl4pPr>
            <a:lvl5pPr marL="2057400" indent="-228600" eaLnBrk="0" hangingPunct="0">
              <a:defRPr sz="2400">
                <a:solidFill>
                  <a:srgbClr val="00FF00"/>
                </a:solidFill>
                <a:latin typeface=".VnArial" panose="020B7200000000000000" pitchFamily="34" charset="0"/>
              </a:defRPr>
            </a:lvl5pPr>
            <a:lvl6pPr marL="2514600" indent="-228600" eaLnBrk="0" fontAlgn="base" hangingPunct="0">
              <a:spcBef>
                <a:spcPct val="0"/>
              </a:spcBef>
              <a:spcAft>
                <a:spcPct val="0"/>
              </a:spcAft>
              <a:defRPr sz="2400">
                <a:solidFill>
                  <a:srgbClr val="00FF00"/>
                </a:solidFill>
                <a:latin typeface=".VnArial" panose="020B7200000000000000" pitchFamily="34" charset="0"/>
              </a:defRPr>
            </a:lvl6pPr>
            <a:lvl7pPr marL="2971800" indent="-228600" eaLnBrk="0" fontAlgn="base" hangingPunct="0">
              <a:spcBef>
                <a:spcPct val="0"/>
              </a:spcBef>
              <a:spcAft>
                <a:spcPct val="0"/>
              </a:spcAft>
              <a:defRPr sz="2400">
                <a:solidFill>
                  <a:srgbClr val="00FF00"/>
                </a:solidFill>
                <a:latin typeface=".VnArial" panose="020B7200000000000000" pitchFamily="34" charset="0"/>
              </a:defRPr>
            </a:lvl7pPr>
            <a:lvl8pPr marL="3429000" indent="-228600" eaLnBrk="0" fontAlgn="base" hangingPunct="0">
              <a:spcBef>
                <a:spcPct val="0"/>
              </a:spcBef>
              <a:spcAft>
                <a:spcPct val="0"/>
              </a:spcAft>
              <a:defRPr sz="2400">
                <a:solidFill>
                  <a:srgbClr val="00FF00"/>
                </a:solidFill>
                <a:latin typeface=".VnArial" panose="020B7200000000000000" pitchFamily="34" charset="0"/>
              </a:defRPr>
            </a:lvl8pPr>
            <a:lvl9pPr marL="3886200" indent="-228600" eaLnBrk="0" fontAlgn="base" hangingPunct="0">
              <a:spcBef>
                <a:spcPct val="0"/>
              </a:spcBef>
              <a:spcAft>
                <a:spcPct val="0"/>
              </a:spcAft>
              <a:defRPr sz="2400">
                <a:solidFill>
                  <a:srgbClr val="00FF00"/>
                </a:solidFill>
                <a:latin typeface=".VnArial" panose="020B7200000000000000" pitchFamily="34" charset="0"/>
              </a:defRPr>
            </a:lvl9pPr>
          </a:lstStyle>
          <a:p>
            <a:pPr eaLnBrk="1" hangingPunct="1"/>
            <a:r>
              <a:rPr lang="en-US" altLang="en-US" sz="2800" b="1">
                <a:solidFill>
                  <a:schemeClr val="tx1"/>
                </a:solidFill>
                <a:latin typeface="Calibri" panose="020F0502020204030204" pitchFamily="34" charset="0"/>
              </a:rPr>
              <a:t>1848</a:t>
            </a:r>
          </a:p>
        </p:txBody>
      </p:sp>
      <p:sp>
        <p:nvSpPr>
          <p:cNvPr id="164891" name="Rectangle 27"/>
          <p:cNvSpPr>
            <a:spLocks noChangeArrowheads="1"/>
          </p:cNvSpPr>
          <p:nvPr/>
        </p:nvSpPr>
        <p:spPr bwMode="auto">
          <a:xfrm>
            <a:off x="8875714" y="2895600"/>
            <a:ext cx="15652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rgbClr val="00FF00"/>
                </a:solidFill>
                <a:latin typeface=".VnArial" panose="020B7200000000000000" pitchFamily="34" charset="0"/>
              </a:defRPr>
            </a:lvl1pPr>
            <a:lvl2pPr marL="742950" indent="-285750" eaLnBrk="0" hangingPunct="0">
              <a:defRPr sz="2400">
                <a:solidFill>
                  <a:srgbClr val="00FF00"/>
                </a:solidFill>
                <a:latin typeface=".VnArial" panose="020B7200000000000000" pitchFamily="34" charset="0"/>
              </a:defRPr>
            </a:lvl2pPr>
            <a:lvl3pPr marL="1143000" indent="-228600" eaLnBrk="0" hangingPunct="0">
              <a:defRPr sz="2400">
                <a:solidFill>
                  <a:srgbClr val="00FF00"/>
                </a:solidFill>
                <a:latin typeface=".VnArial" panose="020B7200000000000000" pitchFamily="34" charset="0"/>
              </a:defRPr>
            </a:lvl3pPr>
            <a:lvl4pPr marL="1600200" indent="-228600" eaLnBrk="0" hangingPunct="0">
              <a:defRPr sz="2400">
                <a:solidFill>
                  <a:srgbClr val="00FF00"/>
                </a:solidFill>
                <a:latin typeface=".VnArial" panose="020B7200000000000000" pitchFamily="34" charset="0"/>
              </a:defRPr>
            </a:lvl4pPr>
            <a:lvl5pPr marL="2057400" indent="-228600" eaLnBrk="0" hangingPunct="0">
              <a:defRPr sz="2400">
                <a:solidFill>
                  <a:srgbClr val="00FF00"/>
                </a:solidFill>
                <a:latin typeface=".VnArial" panose="020B7200000000000000" pitchFamily="34" charset="0"/>
              </a:defRPr>
            </a:lvl5pPr>
            <a:lvl6pPr marL="2514600" indent="-228600" eaLnBrk="0" fontAlgn="base" hangingPunct="0">
              <a:spcBef>
                <a:spcPct val="0"/>
              </a:spcBef>
              <a:spcAft>
                <a:spcPct val="0"/>
              </a:spcAft>
              <a:defRPr sz="2400">
                <a:solidFill>
                  <a:srgbClr val="00FF00"/>
                </a:solidFill>
                <a:latin typeface=".VnArial" panose="020B7200000000000000" pitchFamily="34" charset="0"/>
              </a:defRPr>
            </a:lvl6pPr>
            <a:lvl7pPr marL="2971800" indent="-228600" eaLnBrk="0" fontAlgn="base" hangingPunct="0">
              <a:spcBef>
                <a:spcPct val="0"/>
              </a:spcBef>
              <a:spcAft>
                <a:spcPct val="0"/>
              </a:spcAft>
              <a:defRPr sz="2400">
                <a:solidFill>
                  <a:srgbClr val="00FF00"/>
                </a:solidFill>
                <a:latin typeface=".VnArial" panose="020B7200000000000000" pitchFamily="34" charset="0"/>
              </a:defRPr>
            </a:lvl7pPr>
            <a:lvl8pPr marL="3429000" indent="-228600" eaLnBrk="0" fontAlgn="base" hangingPunct="0">
              <a:spcBef>
                <a:spcPct val="0"/>
              </a:spcBef>
              <a:spcAft>
                <a:spcPct val="0"/>
              </a:spcAft>
              <a:defRPr sz="2400">
                <a:solidFill>
                  <a:srgbClr val="00FF00"/>
                </a:solidFill>
                <a:latin typeface=".VnArial" panose="020B7200000000000000" pitchFamily="34" charset="0"/>
              </a:defRPr>
            </a:lvl8pPr>
            <a:lvl9pPr marL="3886200" indent="-228600" eaLnBrk="0" fontAlgn="base" hangingPunct="0">
              <a:spcBef>
                <a:spcPct val="0"/>
              </a:spcBef>
              <a:spcAft>
                <a:spcPct val="0"/>
              </a:spcAft>
              <a:defRPr sz="2400">
                <a:solidFill>
                  <a:srgbClr val="00FF00"/>
                </a:solidFill>
                <a:latin typeface=".VnArial" panose="020B7200000000000000" pitchFamily="34" charset="0"/>
              </a:defRPr>
            </a:lvl9pPr>
          </a:lstStyle>
          <a:p>
            <a:pPr eaLnBrk="1" hangingPunct="1"/>
            <a:r>
              <a:rPr lang="en-US" altLang="en-US" b="1">
                <a:solidFill>
                  <a:schemeClr val="tx1"/>
                </a:solidFill>
                <a:latin typeface=".VnTime" panose="020B7200000000000000" pitchFamily="34" charset="0"/>
              </a:rPr>
              <a:t>TT.XHCN</a:t>
            </a:r>
          </a:p>
        </p:txBody>
      </p:sp>
      <p:sp>
        <p:nvSpPr>
          <p:cNvPr id="164892" name="Line 28"/>
          <p:cNvSpPr>
            <a:spLocks noChangeShapeType="1"/>
          </p:cNvSpPr>
          <p:nvPr/>
        </p:nvSpPr>
        <p:spPr bwMode="auto">
          <a:xfrm>
            <a:off x="2341563" y="3411538"/>
            <a:ext cx="0" cy="4572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4893" name="Line 29"/>
          <p:cNvSpPr>
            <a:spLocks noChangeShapeType="1"/>
          </p:cNvSpPr>
          <p:nvPr/>
        </p:nvSpPr>
        <p:spPr bwMode="auto">
          <a:xfrm>
            <a:off x="5981700" y="3449638"/>
            <a:ext cx="0" cy="3810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4895" name="Line 31"/>
          <p:cNvSpPr>
            <a:spLocks noChangeShapeType="1"/>
          </p:cNvSpPr>
          <p:nvPr/>
        </p:nvSpPr>
        <p:spPr bwMode="auto">
          <a:xfrm>
            <a:off x="1960563" y="3640138"/>
            <a:ext cx="381000" cy="0"/>
          </a:xfrm>
          <a:prstGeom prst="line">
            <a:avLst/>
          </a:prstGeom>
          <a:noFill/>
          <a:ln w="381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164896" name="Rectangle 32"/>
          <p:cNvSpPr>
            <a:spLocks noChangeArrowheads="1"/>
          </p:cNvSpPr>
          <p:nvPr/>
        </p:nvSpPr>
        <p:spPr bwMode="auto">
          <a:xfrm>
            <a:off x="1600200" y="2579688"/>
            <a:ext cx="121920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FF00"/>
                </a:solidFill>
                <a:latin typeface=".VnArial" panose="020B7200000000000000" pitchFamily="34" charset="0"/>
              </a:defRPr>
            </a:lvl1pPr>
            <a:lvl2pPr marL="742950" indent="-285750" eaLnBrk="0" hangingPunct="0">
              <a:defRPr sz="2400">
                <a:solidFill>
                  <a:srgbClr val="00FF00"/>
                </a:solidFill>
                <a:latin typeface=".VnArial" panose="020B7200000000000000" pitchFamily="34" charset="0"/>
              </a:defRPr>
            </a:lvl2pPr>
            <a:lvl3pPr marL="1143000" indent="-228600" eaLnBrk="0" hangingPunct="0">
              <a:defRPr sz="2400">
                <a:solidFill>
                  <a:srgbClr val="00FF00"/>
                </a:solidFill>
                <a:latin typeface=".VnArial" panose="020B7200000000000000" pitchFamily="34" charset="0"/>
              </a:defRPr>
            </a:lvl3pPr>
            <a:lvl4pPr marL="1600200" indent="-228600" eaLnBrk="0" hangingPunct="0">
              <a:defRPr sz="2400">
                <a:solidFill>
                  <a:srgbClr val="00FF00"/>
                </a:solidFill>
                <a:latin typeface=".VnArial" panose="020B7200000000000000" pitchFamily="34" charset="0"/>
              </a:defRPr>
            </a:lvl4pPr>
            <a:lvl5pPr marL="2057400" indent="-228600" eaLnBrk="0" hangingPunct="0">
              <a:defRPr sz="2400">
                <a:solidFill>
                  <a:srgbClr val="00FF00"/>
                </a:solidFill>
                <a:latin typeface=".VnArial" panose="020B7200000000000000" pitchFamily="34" charset="0"/>
              </a:defRPr>
            </a:lvl5pPr>
            <a:lvl6pPr marL="2514600" indent="-228600" eaLnBrk="0" fontAlgn="base" hangingPunct="0">
              <a:spcBef>
                <a:spcPct val="0"/>
              </a:spcBef>
              <a:spcAft>
                <a:spcPct val="0"/>
              </a:spcAft>
              <a:defRPr sz="2400">
                <a:solidFill>
                  <a:srgbClr val="00FF00"/>
                </a:solidFill>
                <a:latin typeface=".VnArial" panose="020B7200000000000000" pitchFamily="34" charset="0"/>
              </a:defRPr>
            </a:lvl6pPr>
            <a:lvl7pPr marL="2971800" indent="-228600" eaLnBrk="0" fontAlgn="base" hangingPunct="0">
              <a:spcBef>
                <a:spcPct val="0"/>
              </a:spcBef>
              <a:spcAft>
                <a:spcPct val="0"/>
              </a:spcAft>
              <a:defRPr sz="2400">
                <a:solidFill>
                  <a:srgbClr val="00FF00"/>
                </a:solidFill>
                <a:latin typeface=".VnArial" panose="020B7200000000000000" pitchFamily="34" charset="0"/>
              </a:defRPr>
            </a:lvl7pPr>
            <a:lvl8pPr marL="3429000" indent="-228600" eaLnBrk="0" fontAlgn="base" hangingPunct="0">
              <a:spcBef>
                <a:spcPct val="0"/>
              </a:spcBef>
              <a:spcAft>
                <a:spcPct val="0"/>
              </a:spcAft>
              <a:defRPr sz="2400">
                <a:solidFill>
                  <a:srgbClr val="00FF00"/>
                </a:solidFill>
                <a:latin typeface=".VnArial" panose="020B7200000000000000" pitchFamily="34" charset="0"/>
              </a:defRPr>
            </a:lvl8pPr>
            <a:lvl9pPr marL="3886200" indent="-228600" eaLnBrk="0" fontAlgn="base" hangingPunct="0">
              <a:spcBef>
                <a:spcPct val="0"/>
              </a:spcBef>
              <a:spcAft>
                <a:spcPct val="0"/>
              </a:spcAft>
              <a:defRPr sz="2400">
                <a:solidFill>
                  <a:srgbClr val="00FF00"/>
                </a:solidFill>
                <a:latin typeface=".VnArial" panose="020B7200000000000000" pitchFamily="34" charset="0"/>
              </a:defRPr>
            </a:lvl9pPr>
          </a:lstStyle>
          <a:p>
            <a:pPr>
              <a:spcBef>
                <a:spcPct val="20000"/>
              </a:spcBef>
              <a:buFont typeface="Arial" panose="020B0604020202020204" pitchFamily="34" charset="0"/>
              <a:buNone/>
            </a:pPr>
            <a:r>
              <a:rPr lang="en-US" altLang="en-US" b="1">
                <a:solidFill>
                  <a:srgbClr val="000000"/>
                </a:solidFill>
                <a:latin typeface="Times New Roman" panose="02020603050405020304" pitchFamily="18" charset="0"/>
                <a:cs typeface="Times New Roman" panose="02020603050405020304" pitchFamily="18" charset="0"/>
              </a:rPr>
              <a:t>C/h</a:t>
            </a:r>
            <a:r>
              <a:rPr lang="en-US" altLang="en-US" sz="2300" b="1">
                <a:solidFill>
                  <a:srgbClr val="000000"/>
                </a:solidFill>
                <a:latin typeface="Times New Roman" panose="02020603050405020304" pitchFamily="18" charset="0"/>
                <a:cs typeface="Times New Roman" panose="02020603050405020304" pitchFamily="18" charset="0"/>
              </a:rPr>
              <a:t>ữ</a:t>
            </a:r>
            <a:r>
              <a:rPr lang="en-US" altLang="en-US" b="1">
                <a:solidFill>
                  <a:srgbClr val="000000"/>
                </a:solidFill>
                <a:latin typeface="Times New Roman" panose="02020603050405020304" pitchFamily="18" charset="0"/>
                <a:cs typeface="Times New Roman" panose="02020603050405020304" pitchFamily="18" charset="0"/>
              </a:rPr>
              <a:t>uNô lệ</a:t>
            </a:r>
          </a:p>
        </p:txBody>
      </p:sp>
      <p:sp>
        <p:nvSpPr>
          <p:cNvPr id="164901" name="Rectangle 37"/>
          <p:cNvSpPr>
            <a:spLocks noChangeArrowheads="1"/>
          </p:cNvSpPr>
          <p:nvPr/>
        </p:nvSpPr>
        <p:spPr bwMode="auto">
          <a:xfrm>
            <a:off x="2940051" y="2338389"/>
            <a:ext cx="2327275" cy="954087"/>
          </a:xfrm>
          <a:prstGeom prst="rect">
            <a:avLst/>
          </a:prstGeom>
          <a:ln/>
        </p:spPr>
        <p:style>
          <a:lnRef idx="1">
            <a:schemeClr val="accent4"/>
          </a:lnRef>
          <a:fillRef idx="2">
            <a:schemeClr val="accent4"/>
          </a:fillRef>
          <a:effectRef idx="1">
            <a:schemeClr val="accent4"/>
          </a:effectRef>
          <a:fontRef idx="minor">
            <a:schemeClr val="dk1"/>
          </a:fontRef>
        </p:style>
        <p:txBody>
          <a:bodyPr wrap="none">
            <a:spAutoFit/>
          </a:bodyPr>
          <a:lstStyle>
            <a:lvl1pPr eaLnBrk="0" hangingPunct="0">
              <a:spcBef>
                <a:spcPct val="20000"/>
              </a:spcBef>
              <a:buFont typeface="Arial" pitchFamily="34" charset="0"/>
              <a:buChar char="•"/>
              <a:defRPr sz="3200">
                <a:solidFill>
                  <a:schemeClr val="tx1"/>
                </a:solidFill>
                <a:latin typeface="Calibri" pitchFamily="34" charset="0"/>
              </a:defRPr>
            </a:lvl1pPr>
            <a:lvl2pPr marL="742950" indent="-285750" eaLnBrk="0" hangingPunct="0">
              <a:spcBef>
                <a:spcPct val="20000"/>
              </a:spcBef>
              <a:buFont typeface="Arial" pitchFamily="34" charset="0"/>
              <a:buChar char="–"/>
              <a:defRPr sz="2800">
                <a:solidFill>
                  <a:schemeClr val="tx1"/>
                </a:solidFill>
                <a:latin typeface="Calibri" pitchFamily="34" charset="0"/>
              </a:defRPr>
            </a:lvl2pPr>
            <a:lvl3pPr marL="1143000" indent="-228600" eaLnBrk="0" hangingPunct="0">
              <a:spcBef>
                <a:spcPct val="20000"/>
              </a:spcBef>
              <a:buFont typeface="Arial" pitchFamily="34" charset="0"/>
              <a:buChar char="•"/>
              <a:defRPr sz="2400">
                <a:solidFill>
                  <a:schemeClr val="tx1"/>
                </a:solidFill>
                <a:latin typeface="Calibri" pitchFamily="34" charset="0"/>
              </a:defRPr>
            </a:lvl3pPr>
            <a:lvl4pPr marL="1600200" indent="-228600" eaLnBrk="0" hangingPunct="0">
              <a:spcBef>
                <a:spcPct val="20000"/>
              </a:spcBef>
              <a:buFont typeface="Arial" pitchFamily="34" charset="0"/>
              <a:buChar char="–"/>
              <a:defRPr sz="2000">
                <a:solidFill>
                  <a:schemeClr val="tx1"/>
                </a:solidFill>
                <a:latin typeface="Calibri" pitchFamily="34" charset="0"/>
              </a:defRPr>
            </a:lvl4pPr>
            <a:lvl5pPr marL="2057400" indent="-228600" eaLnBrk="0" hangingPunct="0">
              <a:spcBef>
                <a:spcPct val="20000"/>
              </a:spcBef>
              <a:buFont typeface="Arial" pitchFamily="34"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9pPr>
          </a:lstStyle>
          <a:p>
            <a:pPr algn="ctr" eaLnBrk="1" hangingPunct="1">
              <a:spcBef>
                <a:spcPct val="0"/>
              </a:spcBef>
              <a:buFontTx/>
              <a:buNone/>
              <a:defRPr/>
            </a:pPr>
            <a:r>
              <a:rPr lang="en-US" altLang="en-US" sz="2800" b="1" dirty="0">
                <a:latin typeface=".VnArial" panose="020B7200000000000000" pitchFamily="34" charset="0"/>
              </a:rPr>
              <a:t>CNXH</a:t>
            </a:r>
          </a:p>
          <a:p>
            <a:pPr eaLnBrk="1" hangingPunct="1">
              <a:spcBef>
                <a:spcPct val="0"/>
              </a:spcBef>
              <a:buFontTx/>
              <a:buNone/>
              <a:defRPr/>
            </a:pPr>
            <a:r>
              <a:rPr lang="en-US" altLang="en-US" sz="2800" b="1" dirty="0">
                <a:latin typeface=".VnArial" panose="020B7200000000000000" pitchFamily="34" charset="0"/>
              </a:rPr>
              <a:t> </a:t>
            </a:r>
            <a:r>
              <a:rPr lang="en-US" altLang="en-US" sz="2800" b="1" dirty="0" err="1">
                <a:latin typeface="Times New Roman" pitchFamily="18" charset="0"/>
                <a:cs typeface="Times New Roman" pitchFamily="18" charset="0"/>
              </a:rPr>
              <a:t>Không</a:t>
            </a:r>
            <a:r>
              <a:rPr lang="en-US" altLang="en-US" sz="2800" b="1" dirty="0">
                <a:latin typeface="Times New Roman" pitchFamily="18" charset="0"/>
                <a:cs typeface="Times New Roman" pitchFamily="18" charset="0"/>
              </a:rPr>
              <a:t> </a:t>
            </a:r>
            <a:r>
              <a:rPr lang="en-US" altLang="en-US" sz="2800" b="1" dirty="0" err="1">
                <a:latin typeface="Times New Roman" pitchFamily="18" charset="0"/>
                <a:cs typeface="Times New Roman" pitchFamily="18" charset="0"/>
              </a:rPr>
              <a:t>tưởng</a:t>
            </a:r>
            <a:endParaRPr lang="en-US" altLang="en-US" sz="2800" b="1" dirty="0">
              <a:latin typeface=".VnArial" panose="020B7200000000000000" pitchFamily="34" charset="0"/>
            </a:endParaRPr>
          </a:p>
        </p:txBody>
      </p:sp>
      <p:sp>
        <p:nvSpPr>
          <p:cNvPr id="164902" name="Rectangle 38"/>
          <p:cNvSpPr>
            <a:spLocks noChangeArrowheads="1"/>
          </p:cNvSpPr>
          <p:nvPr/>
        </p:nvSpPr>
        <p:spPr bwMode="auto">
          <a:xfrm>
            <a:off x="6623050" y="2325689"/>
            <a:ext cx="1981200" cy="954087"/>
          </a:xfrm>
          <a:prstGeom prst="rect">
            <a:avLst/>
          </a:prstGeom>
          <a:ln/>
        </p:spPr>
        <p:style>
          <a:lnRef idx="1">
            <a:schemeClr val="accent6"/>
          </a:lnRef>
          <a:fillRef idx="2">
            <a:schemeClr val="accent6"/>
          </a:fillRef>
          <a:effectRef idx="1">
            <a:schemeClr val="accent6"/>
          </a:effectRef>
          <a:fontRef idx="minor">
            <a:schemeClr val="dk1"/>
          </a:fontRef>
        </p:style>
        <p:txBody>
          <a:bodyPr>
            <a:spAutoFit/>
          </a:bodyPr>
          <a:lstStyle>
            <a:lvl1pPr eaLnBrk="0" hangingPunct="0">
              <a:spcBef>
                <a:spcPct val="20000"/>
              </a:spcBef>
              <a:buFont typeface="Arial" pitchFamily="34" charset="0"/>
              <a:buChar char="•"/>
              <a:defRPr sz="3200">
                <a:solidFill>
                  <a:schemeClr val="tx1"/>
                </a:solidFill>
                <a:latin typeface="Calibri" pitchFamily="34" charset="0"/>
              </a:defRPr>
            </a:lvl1pPr>
            <a:lvl2pPr marL="742950" indent="-285750" eaLnBrk="0" hangingPunct="0">
              <a:spcBef>
                <a:spcPct val="20000"/>
              </a:spcBef>
              <a:buFont typeface="Arial" pitchFamily="34" charset="0"/>
              <a:buChar char="–"/>
              <a:defRPr sz="2800">
                <a:solidFill>
                  <a:schemeClr val="tx1"/>
                </a:solidFill>
                <a:latin typeface="Calibri" pitchFamily="34" charset="0"/>
              </a:defRPr>
            </a:lvl2pPr>
            <a:lvl3pPr marL="1143000" indent="-228600" eaLnBrk="0" hangingPunct="0">
              <a:spcBef>
                <a:spcPct val="20000"/>
              </a:spcBef>
              <a:buFont typeface="Arial" pitchFamily="34" charset="0"/>
              <a:buChar char="•"/>
              <a:defRPr sz="2400">
                <a:solidFill>
                  <a:schemeClr val="tx1"/>
                </a:solidFill>
                <a:latin typeface="Calibri" pitchFamily="34" charset="0"/>
              </a:defRPr>
            </a:lvl3pPr>
            <a:lvl4pPr marL="1600200" indent="-228600" eaLnBrk="0" hangingPunct="0">
              <a:spcBef>
                <a:spcPct val="20000"/>
              </a:spcBef>
              <a:buFont typeface="Arial" pitchFamily="34" charset="0"/>
              <a:buChar char="–"/>
              <a:defRPr sz="2000">
                <a:solidFill>
                  <a:schemeClr val="tx1"/>
                </a:solidFill>
                <a:latin typeface="Calibri" pitchFamily="34" charset="0"/>
              </a:defRPr>
            </a:lvl4pPr>
            <a:lvl5pPr marL="2057400" indent="-228600" eaLnBrk="0" hangingPunct="0">
              <a:spcBef>
                <a:spcPct val="20000"/>
              </a:spcBef>
              <a:buFont typeface="Arial" pitchFamily="34"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9pPr>
          </a:lstStyle>
          <a:p>
            <a:pPr algn="ctr" eaLnBrk="1" hangingPunct="1">
              <a:spcBef>
                <a:spcPct val="0"/>
              </a:spcBef>
              <a:buFontTx/>
              <a:buNone/>
              <a:defRPr/>
            </a:pPr>
            <a:r>
              <a:rPr lang="en-US" altLang="en-US" sz="2800" b="1" dirty="0">
                <a:latin typeface=".VnArial" panose="020B7200000000000000" pitchFamily="34" charset="0"/>
              </a:rPr>
              <a:t>CNXH</a:t>
            </a:r>
          </a:p>
          <a:p>
            <a:pPr eaLnBrk="1" hangingPunct="1">
              <a:spcBef>
                <a:spcPct val="0"/>
              </a:spcBef>
              <a:buFontTx/>
              <a:buNone/>
              <a:defRPr/>
            </a:pPr>
            <a:r>
              <a:rPr lang="en-US" altLang="en-US" sz="2800" b="1" dirty="0">
                <a:latin typeface=".VnArial" panose="020B7200000000000000" pitchFamily="34" charset="0"/>
              </a:rPr>
              <a:t> </a:t>
            </a:r>
            <a:r>
              <a:rPr lang="en-US" altLang="en-US" sz="2800" b="1" dirty="0" err="1">
                <a:latin typeface=".VnArial" panose="020B7200000000000000" pitchFamily="34" charset="0"/>
              </a:rPr>
              <a:t>khoa</a:t>
            </a:r>
            <a:r>
              <a:rPr lang="en-US" altLang="en-US" sz="2800" b="1" dirty="0">
                <a:latin typeface=".VnArial" panose="020B7200000000000000" pitchFamily="34" charset="0"/>
              </a:rPr>
              <a:t> </a:t>
            </a:r>
            <a:r>
              <a:rPr lang="en-US" altLang="en-US" sz="2800" b="1" dirty="0" err="1">
                <a:latin typeface=".VnArial" panose="020B7200000000000000" pitchFamily="34" charset="0"/>
              </a:rPr>
              <a:t>học</a:t>
            </a:r>
            <a:endParaRPr lang="en-US" altLang="en-US" sz="2800" b="1" dirty="0">
              <a:latin typeface=".VnArial" panose="020B7200000000000000" pitchFamily="34" charset="0"/>
            </a:endParaRPr>
          </a:p>
        </p:txBody>
      </p:sp>
      <p:sp>
        <p:nvSpPr>
          <p:cNvPr id="47116" name="Text Box 40"/>
          <p:cNvSpPr txBox="1">
            <a:spLocks noChangeArrowheads="1"/>
          </p:cNvSpPr>
          <p:nvPr/>
        </p:nvSpPr>
        <p:spPr bwMode="auto">
          <a:xfrm>
            <a:off x="5105400" y="1219201"/>
            <a:ext cx="15240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FF00"/>
                </a:solidFill>
                <a:latin typeface=".VnArial" panose="020B7200000000000000" pitchFamily="34" charset="0"/>
              </a:defRPr>
            </a:lvl1pPr>
            <a:lvl2pPr marL="742950" indent="-285750" eaLnBrk="0" hangingPunct="0">
              <a:defRPr sz="2400">
                <a:solidFill>
                  <a:srgbClr val="00FF00"/>
                </a:solidFill>
                <a:latin typeface=".VnArial" panose="020B7200000000000000" pitchFamily="34" charset="0"/>
              </a:defRPr>
            </a:lvl2pPr>
            <a:lvl3pPr marL="1143000" indent="-228600" eaLnBrk="0" hangingPunct="0">
              <a:defRPr sz="2400">
                <a:solidFill>
                  <a:srgbClr val="00FF00"/>
                </a:solidFill>
                <a:latin typeface=".VnArial" panose="020B7200000000000000" pitchFamily="34" charset="0"/>
              </a:defRPr>
            </a:lvl3pPr>
            <a:lvl4pPr marL="1600200" indent="-228600" eaLnBrk="0" hangingPunct="0">
              <a:defRPr sz="2400">
                <a:solidFill>
                  <a:srgbClr val="00FF00"/>
                </a:solidFill>
                <a:latin typeface=".VnArial" panose="020B7200000000000000" pitchFamily="34" charset="0"/>
              </a:defRPr>
            </a:lvl4pPr>
            <a:lvl5pPr marL="2057400" indent="-228600" eaLnBrk="0" hangingPunct="0">
              <a:defRPr sz="2400">
                <a:solidFill>
                  <a:srgbClr val="00FF00"/>
                </a:solidFill>
                <a:latin typeface=".VnArial" panose="020B7200000000000000" pitchFamily="34" charset="0"/>
              </a:defRPr>
            </a:lvl5pPr>
            <a:lvl6pPr marL="2514600" indent="-228600" eaLnBrk="0" fontAlgn="base" hangingPunct="0">
              <a:spcBef>
                <a:spcPct val="0"/>
              </a:spcBef>
              <a:spcAft>
                <a:spcPct val="0"/>
              </a:spcAft>
              <a:defRPr sz="2400">
                <a:solidFill>
                  <a:srgbClr val="00FF00"/>
                </a:solidFill>
                <a:latin typeface=".VnArial" panose="020B7200000000000000" pitchFamily="34" charset="0"/>
              </a:defRPr>
            </a:lvl6pPr>
            <a:lvl7pPr marL="2971800" indent="-228600" eaLnBrk="0" fontAlgn="base" hangingPunct="0">
              <a:spcBef>
                <a:spcPct val="0"/>
              </a:spcBef>
              <a:spcAft>
                <a:spcPct val="0"/>
              </a:spcAft>
              <a:defRPr sz="2400">
                <a:solidFill>
                  <a:srgbClr val="00FF00"/>
                </a:solidFill>
                <a:latin typeface=".VnArial" panose="020B7200000000000000" pitchFamily="34" charset="0"/>
              </a:defRPr>
            </a:lvl7pPr>
            <a:lvl8pPr marL="3429000" indent="-228600" eaLnBrk="0" fontAlgn="base" hangingPunct="0">
              <a:spcBef>
                <a:spcPct val="0"/>
              </a:spcBef>
              <a:spcAft>
                <a:spcPct val="0"/>
              </a:spcAft>
              <a:defRPr sz="2400">
                <a:solidFill>
                  <a:srgbClr val="00FF00"/>
                </a:solidFill>
                <a:latin typeface=".VnArial" panose="020B7200000000000000" pitchFamily="34" charset="0"/>
              </a:defRPr>
            </a:lvl8pPr>
            <a:lvl9pPr marL="3886200" indent="-228600" eaLnBrk="0" fontAlgn="base" hangingPunct="0">
              <a:spcBef>
                <a:spcPct val="0"/>
              </a:spcBef>
              <a:spcAft>
                <a:spcPct val="0"/>
              </a:spcAft>
              <a:defRPr sz="2400">
                <a:solidFill>
                  <a:srgbClr val="00FF00"/>
                </a:solidFill>
                <a:latin typeface=".VnArial" panose="020B7200000000000000" pitchFamily="34" charset="0"/>
              </a:defRPr>
            </a:lvl9pPr>
          </a:lstStyle>
          <a:p>
            <a:pPr algn="ctr">
              <a:spcBef>
                <a:spcPct val="50000"/>
              </a:spcBef>
            </a:pPr>
            <a:r>
              <a:rPr lang="en-US" altLang="en-US" sz="2800" b="1" u="sng">
                <a:solidFill>
                  <a:srgbClr val="FF0000"/>
                </a:solidFill>
                <a:latin typeface="Times New Roman" panose="02020603050405020304" pitchFamily="18" charset="0"/>
                <a:cs typeface="Times New Roman" panose="02020603050405020304" pitchFamily="18" charset="0"/>
              </a:rPr>
              <a:t>Sơ đồ </a:t>
            </a:r>
          </a:p>
        </p:txBody>
      </p:sp>
      <p:sp>
        <p:nvSpPr>
          <p:cNvPr id="13" name="Rectangle 37"/>
          <p:cNvSpPr>
            <a:spLocks noChangeArrowheads="1"/>
          </p:cNvSpPr>
          <p:nvPr/>
        </p:nvSpPr>
        <p:spPr bwMode="auto">
          <a:xfrm>
            <a:off x="3967164" y="4114800"/>
            <a:ext cx="4029075" cy="954088"/>
          </a:xfrm>
          <a:prstGeom prst="rect">
            <a:avLst/>
          </a:prstGeom>
          <a:ln/>
        </p:spPr>
        <p:style>
          <a:lnRef idx="1">
            <a:schemeClr val="accent5"/>
          </a:lnRef>
          <a:fillRef idx="2">
            <a:schemeClr val="accent5"/>
          </a:fillRef>
          <a:effectRef idx="1">
            <a:schemeClr val="accent5"/>
          </a:effectRef>
          <a:fontRef idx="minor">
            <a:schemeClr val="dk1"/>
          </a:fontRef>
        </p:style>
        <p:txBody>
          <a:bodyPr wrap="none">
            <a:spAutoFit/>
          </a:bodyPr>
          <a:lstStyle>
            <a:lvl1pPr eaLnBrk="0" hangingPunct="0">
              <a:spcBef>
                <a:spcPct val="20000"/>
              </a:spcBef>
              <a:buFont typeface="Arial" pitchFamily="34" charset="0"/>
              <a:buChar char="•"/>
              <a:defRPr sz="3200">
                <a:solidFill>
                  <a:schemeClr val="tx1"/>
                </a:solidFill>
                <a:latin typeface="Calibri" pitchFamily="34" charset="0"/>
              </a:defRPr>
            </a:lvl1pPr>
            <a:lvl2pPr marL="742950" indent="-285750" eaLnBrk="0" hangingPunct="0">
              <a:spcBef>
                <a:spcPct val="20000"/>
              </a:spcBef>
              <a:buFont typeface="Arial" pitchFamily="34" charset="0"/>
              <a:buChar char="–"/>
              <a:defRPr sz="2800">
                <a:solidFill>
                  <a:schemeClr val="tx1"/>
                </a:solidFill>
                <a:latin typeface="Calibri" pitchFamily="34" charset="0"/>
              </a:defRPr>
            </a:lvl2pPr>
            <a:lvl3pPr marL="1143000" indent="-228600" eaLnBrk="0" hangingPunct="0">
              <a:spcBef>
                <a:spcPct val="20000"/>
              </a:spcBef>
              <a:buFont typeface="Arial" pitchFamily="34" charset="0"/>
              <a:buChar char="•"/>
              <a:defRPr sz="2400">
                <a:solidFill>
                  <a:schemeClr val="tx1"/>
                </a:solidFill>
                <a:latin typeface="Calibri" pitchFamily="34" charset="0"/>
              </a:defRPr>
            </a:lvl3pPr>
            <a:lvl4pPr marL="1600200" indent="-228600" eaLnBrk="0" hangingPunct="0">
              <a:spcBef>
                <a:spcPct val="20000"/>
              </a:spcBef>
              <a:buFont typeface="Arial" pitchFamily="34" charset="0"/>
              <a:buChar char="–"/>
              <a:defRPr sz="2000">
                <a:solidFill>
                  <a:schemeClr val="tx1"/>
                </a:solidFill>
                <a:latin typeface="Calibri" pitchFamily="34" charset="0"/>
              </a:defRPr>
            </a:lvl4pPr>
            <a:lvl5pPr marL="2057400" indent="-228600" eaLnBrk="0" hangingPunct="0">
              <a:spcBef>
                <a:spcPct val="20000"/>
              </a:spcBef>
              <a:buFont typeface="Arial" pitchFamily="34"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9pPr>
          </a:lstStyle>
          <a:p>
            <a:pPr algn="ctr" eaLnBrk="1" hangingPunct="1">
              <a:spcBef>
                <a:spcPct val="0"/>
              </a:spcBef>
              <a:buFontTx/>
              <a:buNone/>
              <a:defRPr/>
            </a:pPr>
            <a:r>
              <a:rPr lang="en-US" altLang="en-US" sz="2800" b="1" dirty="0">
                <a:latin typeface="Times New Roman" panose="02020603050405020304" pitchFamily="18" charset="0"/>
                <a:cs typeface="Times New Roman" panose="02020603050405020304" pitchFamily="18" charset="0"/>
              </a:rPr>
              <a:t>TP </a:t>
            </a:r>
            <a:r>
              <a:rPr lang="en-US" altLang="en-US" sz="2800" b="1" dirty="0" err="1">
                <a:latin typeface="Times New Roman" panose="02020603050405020304" pitchFamily="18" charset="0"/>
                <a:cs typeface="Times New Roman" panose="02020603050405020304" pitchFamily="18" charset="0"/>
              </a:rPr>
              <a:t>Tuyên</a:t>
            </a:r>
            <a:r>
              <a:rPr lang="en-US" altLang="en-US" sz="2800" b="1" dirty="0">
                <a:latin typeface="Times New Roman" panose="02020603050405020304" pitchFamily="18" charset="0"/>
                <a:cs typeface="Times New Roman" panose="02020603050405020304" pitchFamily="18" charset="0"/>
              </a:rPr>
              <a:t> </a:t>
            </a:r>
            <a:r>
              <a:rPr lang="en-US" altLang="en-US" sz="2800" b="1" dirty="0" err="1">
                <a:latin typeface="Times New Roman" panose="02020603050405020304" pitchFamily="18" charset="0"/>
                <a:cs typeface="Times New Roman" panose="02020603050405020304" pitchFamily="18" charset="0"/>
              </a:rPr>
              <a:t>ngôn</a:t>
            </a:r>
            <a:r>
              <a:rPr lang="en-US" altLang="en-US" sz="2800" b="1" dirty="0">
                <a:latin typeface="Times New Roman" panose="02020603050405020304" pitchFamily="18" charset="0"/>
                <a:cs typeface="Times New Roman" panose="02020603050405020304" pitchFamily="18" charset="0"/>
              </a:rPr>
              <a:t> </a:t>
            </a:r>
            <a:r>
              <a:rPr lang="en-US" altLang="en-US" sz="2800" b="1" dirty="0" err="1">
                <a:latin typeface="Times New Roman" panose="02020603050405020304" pitchFamily="18" charset="0"/>
                <a:cs typeface="Times New Roman" panose="02020603050405020304" pitchFamily="18" charset="0"/>
              </a:rPr>
              <a:t>của</a:t>
            </a:r>
            <a:r>
              <a:rPr lang="en-US" altLang="en-US" sz="2800" b="1" dirty="0">
                <a:latin typeface="Times New Roman" panose="02020603050405020304" pitchFamily="18" charset="0"/>
                <a:cs typeface="Times New Roman" panose="02020603050405020304" pitchFamily="18" charset="0"/>
              </a:rPr>
              <a:t> ĐCS </a:t>
            </a:r>
          </a:p>
          <a:p>
            <a:pPr algn="ctr" eaLnBrk="1" hangingPunct="1">
              <a:spcBef>
                <a:spcPct val="0"/>
              </a:spcBef>
              <a:buFontTx/>
              <a:buNone/>
              <a:defRPr/>
            </a:pPr>
            <a:r>
              <a:rPr lang="en-US" altLang="en-US" sz="2800" b="1" dirty="0">
                <a:latin typeface="Times New Roman" panose="02020603050405020304" pitchFamily="18" charset="0"/>
                <a:cs typeface="Times New Roman" panose="02020603050405020304" pitchFamily="18" charset="0"/>
              </a:rPr>
              <a:t>(</a:t>
            </a:r>
            <a:r>
              <a:rPr lang="en-US" altLang="en-US" sz="2800" b="1" dirty="0" err="1">
                <a:latin typeface="Times New Roman" panose="02020603050405020304" pitchFamily="18" charset="0"/>
                <a:cs typeface="Times New Roman" panose="02020603050405020304" pitchFamily="18" charset="0"/>
              </a:rPr>
              <a:t>Mác</a:t>
            </a:r>
            <a:r>
              <a:rPr lang="en-US" altLang="en-US" sz="2800" b="1" dirty="0">
                <a:latin typeface="Times New Roman" panose="02020603050405020304" pitchFamily="18" charset="0"/>
                <a:cs typeface="Times New Roman" panose="02020603050405020304" pitchFamily="18" charset="0"/>
              </a:rPr>
              <a:t> – </a:t>
            </a:r>
            <a:r>
              <a:rPr lang="en-US" altLang="en-US" sz="2800" b="1" dirty="0" err="1">
                <a:latin typeface="Times New Roman" panose="02020603050405020304" pitchFamily="18" charset="0"/>
                <a:cs typeface="Times New Roman" panose="02020603050405020304" pitchFamily="18" charset="0"/>
              </a:rPr>
              <a:t>Angghen</a:t>
            </a:r>
            <a:r>
              <a:rPr lang="en-US" altLang="en-US" sz="2800" b="1"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174143925"/>
      </p:ext>
    </p:extLst>
  </p:cSld>
  <p:clrMapOvr>
    <a:masterClrMapping/>
  </p:clrMapOvr>
  <p:transition>
    <p:wedg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64895"/>
                                        </p:tgtEl>
                                        <p:attrNameLst>
                                          <p:attrName>style.visibility</p:attrName>
                                        </p:attrNameLst>
                                      </p:cBhvr>
                                      <p:to>
                                        <p:strVal val="visible"/>
                                      </p:to>
                                    </p:set>
                                    <p:animEffect transition="in" filter="blinds(horizontal)">
                                      <p:cBhvr>
                                        <p:cTn id="7" dur="500"/>
                                        <p:tgtEl>
                                          <p:spTgt spid="164895"/>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64889"/>
                                        </p:tgtEl>
                                        <p:attrNameLst>
                                          <p:attrName>style.visibility</p:attrName>
                                        </p:attrNameLst>
                                      </p:cBhvr>
                                      <p:to>
                                        <p:strVal val="visible"/>
                                      </p:to>
                                    </p:set>
                                    <p:animEffect transition="in" filter="blinds(horizontal)">
                                      <p:cBhvr>
                                        <p:cTn id="10" dur="500"/>
                                        <p:tgtEl>
                                          <p:spTgt spid="164889"/>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nodeType="clickEffect">
                                  <p:stCondLst>
                                    <p:cond delay="0"/>
                                  </p:stCondLst>
                                  <p:childTnLst>
                                    <p:set>
                                      <p:cBhvr>
                                        <p:cTn id="14" dur="1" fill="hold">
                                          <p:stCondLst>
                                            <p:cond delay="0"/>
                                          </p:stCondLst>
                                        </p:cTn>
                                        <p:tgtEl>
                                          <p:spTgt spid="164891">
                                            <p:txEl>
                                              <p:pRg st="0" end="0"/>
                                            </p:txEl>
                                          </p:spTgt>
                                        </p:tgtEl>
                                        <p:attrNameLst>
                                          <p:attrName>style.visibility</p:attrName>
                                        </p:attrNameLst>
                                      </p:cBhvr>
                                      <p:to>
                                        <p:strVal val="visible"/>
                                      </p:to>
                                    </p:set>
                                    <p:animEffect transition="in" filter="blinds(horizontal)">
                                      <p:cBhvr>
                                        <p:cTn id="15" dur="500"/>
                                        <p:tgtEl>
                                          <p:spTgt spid="164891">
                                            <p:txEl>
                                              <p:pRg st="0" end="0"/>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164892"/>
                                        </p:tgtEl>
                                        <p:attrNameLst>
                                          <p:attrName>style.visibility</p:attrName>
                                        </p:attrNameLst>
                                      </p:cBhvr>
                                      <p:to>
                                        <p:strVal val="visible"/>
                                      </p:to>
                                    </p:set>
                                    <p:animEffect transition="in" filter="blinds(horizontal)">
                                      <p:cBhvr>
                                        <p:cTn id="20" dur="500"/>
                                        <p:tgtEl>
                                          <p:spTgt spid="164892"/>
                                        </p:tgtEl>
                                      </p:cBhvr>
                                    </p:animEffect>
                                  </p:childTnLst>
                                </p:cTn>
                              </p:par>
                              <p:par>
                                <p:cTn id="21" presetID="3" presetClass="entr" presetSubtype="10" fill="hold" nodeType="withEffect">
                                  <p:stCondLst>
                                    <p:cond delay="0"/>
                                  </p:stCondLst>
                                  <p:childTnLst>
                                    <p:set>
                                      <p:cBhvr>
                                        <p:cTn id="22" dur="1" fill="hold">
                                          <p:stCondLst>
                                            <p:cond delay="0"/>
                                          </p:stCondLst>
                                        </p:cTn>
                                        <p:tgtEl>
                                          <p:spTgt spid="164896">
                                            <p:txEl>
                                              <p:pRg st="0" end="0"/>
                                            </p:txEl>
                                          </p:spTgt>
                                        </p:tgtEl>
                                        <p:attrNameLst>
                                          <p:attrName>style.visibility</p:attrName>
                                        </p:attrNameLst>
                                      </p:cBhvr>
                                      <p:to>
                                        <p:strVal val="visible"/>
                                      </p:to>
                                    </p:set>
                                    <p:animEffect transition="in" filter="blinds(horizontal)">
                                      <p:cBhvr>
                                        <p:cTn id="23" dur="500"/>
                                        <p:tgtEl>
                                          <p:spTgt spid="164896">
                                            <p:txEl>
                                              <p:pRg st="0" end="0"/>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164893"/>
                                        </p:tgtEl>
                                        <p:attrNameLst>
                                          <p:attrName>style.visibility</p:attrName>
                                        </p:attrNameLst>
                                      </p:cBhvr>
                                      <p:to>
                                        <p:strVal val="visible"/>
                                      </p:to>
                                    </p:set>
                                    <p:animEffect transition="in" filter="blinds(horizontal)">
                                      <p:cBhvr>
                                        <p:cTn id="28" dur="500"/>
                                        <p:tgtEl>
                                          <p:spTgt spid="164893"/>
                                        </p:tgtEl>
                                      </p:cBhvr>
                                    </p:animEffect>
                                  </p:childTnLst>
                                </p:cTn>
                              </p:par>
                              <p:par>
                                <p:cTn id="29" presetID="3" presetClass="entr" presetSubtype="10" fill="hold" nodeType="withEffect">
                                  <p:stCondLst>
                                    <p:cond delay="0"/>
                                  </p:stCondLst>
                                  <p:childTnLst>
                                    <p:set>
                                      <p:cBhvr>
                                        <p:cTn id="30" dur="1" fill="hold">
                                          <p:stCondLst>
                                            <p:cond delay="0"/>
                                          </p:stCondLst>
                                        </p:cTn>
                                        <p:tgtEl>
                                          <p:spTgt spid="164890">
                                            <p:txEl>
                                              <p:pRg st="0" end="0"/>
                                            </p:txEl>
                                          </p:spTgt>
                                        </p:tgtEl>
                                        <p:attrNameLst>
                                          <p:attrName>style.visibility</p:attrName>
                                        </p:attrNameLst>
                                      </p:cBhvr>
                                      <p:to>
                                        <p:strVal val="visible"/>
                                      </p:to>
                                    </p:set>
                                    <p:animEffect transition="in" filter="blinds(horizontal)">
                                      <p:cBhvr>
                                        <p:cTn id="31" dur="500"/>
                                        <p:tgtEl>
                                          <p:spTgt spid="164890">
                                            <p:txEl>
                                              <p:pRg st="0" end="0"/>
                                            </p:txEl>
                                          </p:spTgt>
                                        </p:tgtEl>
                                      </p:cBhvr>
                                    </p:animEffect>
                                  </p:childTnLst>
                                </p:cTn>
                              </p:par>
                              <p:par>
                                <p:cTn id="32" presetID="3" presetClass="entr" presetSubtype="10" fill="hold" nodeType="withEffect">
                                  <p:stCondLst>
                                    <p:cond delay="0"/>
                                  </p:stCondLst>
                                  <p:childTnLst>
                                    <p:set>
                                      <p:cBhvr>
                                        <p:cTn id="33" dur="1" fill="hold">
                                          <p:stCondLst>
                                            <p:cond delay="0"/>
                                          </p:stCondLst>
                                        </p:cTn>
                                        <p:tgtEl>
                                          <p:spTgt spid="164901">
                                            <p:txEl>
                                              <p:pRg st="0" end="0"/>
                                            </p:txEl>
                                          </p:spTgt>
                                        </p:tgtEl>
                                        <p:attrNameLst>
                                          <p:attrName>style.visibility</p:attrName>
                                        </p:attrNameLst>
                                      </p:cBhvr>
                                      <p:to>
                                        <p:strVal val="visible"/>
                                      </p:to>
                                    </p:set>
                                    <p:animEffect transition="in" filter="blinds(horizontal)">
                                      <p:cBhvr>
                                        <p:cTn id="34" dur="500"/>
                                        <p:tgtEl>
                                          <p:spTgt spid="164901">
                                            <p:txEl>
                                              <p:pRg st="0" end="0"/>
                                            </p:txEl>
                                          </p:spTgt>
                                        </p:tgtEl>
                                      </p:cBhvr>
                                    </p:animEffect>
                                  </p:childTnLst>
                                </p:cTn>
                              </p:par>
                              <p:par>
                                <p:cTn id="35" presetID="3" presetClass="entr" presetSubtype="10" fill="hold" nodeType="withEffect">
                                  <p:stCondLst>
                                    <p:cond delay="0"/>
                                  </p:stCondLst>
                                  <p:childTnLst>
                                    <p:set>
                                      <p:cBhvr>
                                        <p:cTn id="36" dur="1" fill="hold">
                                          <p:stCondLst>
                                            <p:cond delay="0"/>
                                          </p:stCondLst>
                                        </p:cTn>
                                        <p:tgtEl>
                                          <p:spTgt spid="164901">
                                            <p:txEl>
                                              <p:pRg st="1" end="1"/>
                                            </p:txEl>
                                          </p:spTgt>
                                        </p:tgtEl>
                                        <p:attrNameLst>
                                          <p:attrName>style.visibility</p:attrName>
                                        </p:attrNameLst>
                                      </p:cBhvr>
                                      <p:to>
                                        <p:strVal val="visible"/>
                                      </p:to>
                                    </p:set>
                                    <p:animEffect transition="in" filter="blinds(horizontal)">
                                      <p:cBhvr>
                                        <p:cTn id="37" dur="500"/>
                                        <p:tgtEl>
                                          <p:spTgt spid="164901">
                                            <p:txEl>
                                              <p:pRg st="1" end="1"/>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164902">
                                            <p:txEl>
                                              <p:pRg st="0" end="0"/>
                                            </p:txEl>
                                          </p:spTgt>
                                        </p:tgtEl>
                                        <p:attrNameLst>
                                          <p:attrName>style.visibility</p:attrName>
                                        </p:attrNameLst>
                                      </p:cBhvr>
                                      <p:to>
                                        <p:strVal val="visible"/>
                                      </p:to>
                                    </p:set>
                                    <p:animEffect transition="in" filter="blinds(horizontal)">
                                      <p:cBhvr>
                                        <p:cTn id="42" dur="500"/>
                                        <p:tgtEl>
                                          <p:spTgt spid="164902">
                                            <p:txEl>
                                              <p:pRg st="0" end="0"/>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nodeType="clickEffect">
                                  <p:stCondLst>
                                    <p:cond delay="0"/>
                                  </p:stCondLst>
                                  <p:childTnLst>
                                    <p:set>
                                      <p:cBhvr>
                                        <p:cTn id="46" dur="1" fill="hold">
                                          <p:stCondLst>
                                            <p:cond delay="0"/>
                                          </p:stCondLst>
                                        </p:cTn>
                                        <p:tgtEl>
                                          <p:spTgt spid="164902">
                                            <p:txEl>
                                              <p:pRg st="1" end="1"/>
                                            </p:txEl>
                                          </p:spTgt>
                                        </p:tgtEl>
                                        <p:attrNameLst>
                                          <p:attrName>style.visibility</p:attrName>
                                        </p:attrNameLst>
                                      </p:cBhvr>
                                      <p:to>
                                        <p:strVal val="visible"/>
                                      </p:to>
                                    </p:set>
                                    <p:animEffect transition="in" filter="blinds(horizontal)">
                                      <p:cBhvr>
                                        <p:cTn id="47" dur="500"/>
                                        <p:tgtEl>
                                          <p:spTgt spid="164902">
                                            <p:txEl>
                                              <p:pRg st="1" end="1"/>
                                            </p:txEl>
                                          </p:spTgt>
                                        </p:tgtEl>
                                      </p:cBhvr>
                                    </p:animEffect>
                                  </p:childTnLst>
                                </p:cTn>
                              </p:par>
                              <p:par>
                                <p:cTn id="48" presetID="3" presetClass="entr" presetSubtype="10" fill="hold" nodeType="withEffect">
                                  <p:stCondLst>
                                    <p:cond delay="0"/>
                                  </p:stCondLst>
                                  <p:childTnLst>
                                    <p:set>
                                      <p:cBhvr>
                                        <p:cTn id="49" dur="1" fill="hold">
                                          <p:stCondLst>
                                            <p:cond delay="0"/>
                                          </p:stCondLst>
                                        </p:cTn>
                                        <p:tgtEl>
                                          <p:spTgt spid="13">
                                            <p:txEl>
                                              <p:pRg st="0" end="0"/>
                                            </p:txEl>
                                          </p:spTgt>
                                        </p:tgtEl>
                                        <p:attrNameLst>
                                          <p:attrName>style.visibility</p:attrName>
                                        </p:attrNameLst>
                                      </p:cBhvr>
                                      <p:to>
                                        <p:strVal val="visible"/>
                                      </p:to>
                                    </p:set>
                                    <p:animEffect transition="in" filter="blinds(horizontal)">
                                      <p:cBhvr>
                                        <p:cTn id="50" dur="500"/>
                                        <p:tgtEl>
                                          <p:spTgt spid="13">
                                            <p:txEl>
                                              <p:pRg st="0" end="0"/>
                                            </p:txEl>
                                          </p:spTgt>
                                        </p:tgtEl>
                                      </p:cBhvr>
                                    </p:animEffect>
                                  </p:childTnLst>
                                </p:cTn>
                              </p:par>
                              <p:par>
                                <p:cTn id="51" presetID="3" presetClass="entr" presetSubtype="10" fill="hold" nodeType="withEffect">
                                  <p:stCondLst>
                                    <p:cond delay="0"/>
                                  </p:stCondLst>
                                  <p:childTnLst>
                                    <p:set>
                                      <p:cBhvr>
                                        <p:cTn id="52" dur="1" fill="hold">
                                          <p:stCondLst>
                                            <p:cond delay="0"/>
                                          </p:stCondLst>
                                        </p:cTn>
                                        <p:tgtEl>
                                          <p:spTgt spid="13">
                                            <p:txEl>
                                              <p:pRg st="1" end="1"/>
                                            </p:txEl>
                                          </p:spTgt>
                                        </p:tgtEl>
                                        <p:attrNameLst>
                                          <p:attrName>style.visibility</p:attrName>
                                        </p:attrNameLst>
                                      </p:cBhvr>
                                      <p:to>
                                        <p:strVal val="visible"/>
                                      </p:to>
                                    </p:set>
                                    <p:animEffect transition="in" filter="blinds(horizontal)">
                                      <p:cBhvr>
                                        <p:cTn id="53" dur="500"/>
                                        <p:tgtEl>
                                          <p:spTgt spid="1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889" grpId="0" animBg="1"/>
      <p:bldP spid="164892" grpId="0" animBg="1"/>
      <p:bldP spid="164893" grpId="0" animBg="1"/>
      <p:bldP spid="164895"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Number Placeholder 3"/>
          <p:cNvSpPr>
            <a:spLocks noGrp="1"/>
          </p:cNvSpPr>
          <p:nvPr>
            <p:ph type="sldNum" sz="quarter" idx="12"/>
          </p:nvPr>
        </p:nvSpPr>
        <p:spPr/>
        <p:txBody>
          <a:bodyPr/>
          <a:lstStyle>
            <a:lvl1pPr eaLnBrk="0" hangingPunct="0">
              <a:defRPr sz="2400">
                <a:solidFill>
                  <a:srgbClr val="00FF00"/>
                </a:solidFill>
                <a:latin typeface=".VnArial" panose="020B7200000000000000" pitchFamily="34" charset="0"/>
              </a:defRPr>
            </a:lvl1pPr>
            <a:lvl2pPr marL="742950" indent="-285750" eaLnBrk="0" hangingPunct="0">
              <a:defRPr sz="2400">
                <a:solidFill>
                  <a:srgbClr val="00FF00"/>
                </a:solidFill>
                <a:latin typeface=".VnArial" panose="020B7200000000000000" pitchFamily="34" charset="0"/>
              </a:defRPr>
            </a:lvl2pPr>
            <a:lvl3pPr marL="1143000" indent="-228600" eaLnBrk="0" hangingPunct="0">
              <a:defRPr sz="2400">
                <a:solidFill>
                  <a:srgbClr val="00FF00"/>
                </a:solidFill>
                <a:latin typeface=".VnArial" panose="020B7200000000000000" pitchFamily="34" charset="0"/>
              </a:defRPr>
            </a:lvl3pPr>
            <a:lvl4pPr marL="1600200" indent="-228600" eaLnBrk="0" hangingPunct="0">
              <a:defRPr sz="2400">
                <a:solidFill>
                  <a:srgbClr val="00FF00"/>
                </a:solidFill>
                <a:latin typeface=".VnArial" panose="020B7200000000000000" pitchFamily="34" charset="0"/>
              </a:defRPr>
            </a:lvl4pPr>
            <a:lvl5pPr marL="2057400" indent="-228600" eaLnBrk="0" hangingPunct="0">
              <a:defRPr sz="2400">
                <a:solidFill>
                  <a:srgbClr val="00FF00"/>
                </a:solidFill>
                <a:latin typeface=".VnArial" panose="020B7200000000000000" pitchFamily="34" charset="0"/>
              </a:defRPr>
            </a:lvl5pPr>
            <a:lvl6pPr marL="2514600" indent="-228600" eaLnBrk="0" fontAlgn="base" hangingPunct="0">
              <a:spcBef>
                <a:spcPct val="0"/>
              </a:spcBef>
              <a:spcAft>
                <a:spcPct val="0"/>
              </a:spcAft>
              <a:defRPr sz="2400">
                <a:solidFill>
                  <a:srgbClr val="00FF00"/>
                </a:solidFill>
                <a:latin typeface=".VnArial" panose="020B7200000000000000" pitchFamily="34" charset="0"/>
              </a:defRPr>
            </a:lvl6pPr>
            <a:lvl7pPr marL="2971800" indent="-228600" eaLnBrk="0" fontAlgn="base" hangingPunct="0">
              <a:spcBef>
                <a:spcPct val="0"/>
              </a:spcBef>
              <a:spcAft>
                <a:spcPct val="0"/>
              </a:spcAft>
              <a:defRPr sz="2400">
                <a:solidFill>
                  <a:srgbClr val="00FF00"/>
                </a:solidFill>
                <a:latin typeface=".VnArial" panose="020B7200000000000000" pitchFamily="34" charset="0"/>
              </a:defRPr>
            </a:lvl7pPr>
            <a:lvl8pPr marL="3429000" indent="-228600" eaLnBrk="0" fontAlgn="base" hangingPunct="0">
              <a:spcBef>
                <a:spcPct val="0"/>
              </a:spcBef>
              <a:spcAft>
                <a:spcPct val="0"/>
              </a:spcAft>
              <a:defRPr sz="2400">
                <a:solidFill>
                  <a:srgbClr val="00FF00"/>
                </a:solidFill>
                <a:latin typeface=".VnArial" panose="020B7200000000000000" pitchFamily="34" charset="0"/>
              </a:defRPr>
            </a:lvl8pPr>
            <a:lvl9pPr marL="3886200" indent="-228600" eaLnBrk="0" fontAlgn="base" hangingPunct="0">
              <a:spcBef>
                <a:spcPct val="0"/>
              </a:spcBef>
              <a:spcAft>
                <a:spcPct val="0"/>
              </a:spcAft>
              <a:defRPr sz="2400">
                <a:solidFill>
                  <a:srgbClr val="00FF00"/>
                </a:solidFill>
                <a:latin typeface=".VnArial" panose="020B7200000000000000" pitchFamily="34" charset="0"/>
              </a:defRPr>
            </a:lvl9pPr>
          </a:lstStyle>
          <a:p>
            <a:pPr eaLnBrk="1" hangingPunct="1"/>
            <a:fld id="{A876F07A-D659-4AF8-BD09-5A7910EEB0FB}" type="slidenum">
              <a:rPr lang="en-US" sz="1200">
                <a:solidFill>
                  <a:srgbClr val="898989"/>
                </a:solidFill>
              </a:rPr>
              <a:pPr eaLnBrk="1" hangingPunct="1"/>
              <a:t>18</a:t>
            </a:fld>
            <a:endParaRPr lang="en-US" sz="1200">
              <a:solidFill>
                <a:srgbClr val="898989"/>
              </a:solidFill>
            </a:endParaRPr>
          </a:p>
        </p:txBody>
      </p:sp>
      <p:sp>
        <p:nvSpPr>
          <p:cNvPr id="326658" name="Rectangle 2"/>
          <p:cNvSpPr>
            <a:spLocks noChangeArrowheads="1"/>
          </p:cNvSpPr>
          <p:nvPr/>
        </p:nvSpPr>
        <p:spPr bwMode="auto">
          <a:xfrm>
            <a:off x="536027" y="1489842"/>
            <a:ext cx="11319641" cy="3811300"/>
          </a:xfrm>
          <a:prstGeom prst="rect">
            <a:avLst/>
          </a:prstGeom>
          <a:noFill/>
          <a:ln w="9525">
            <a:noFill/>
            <a:miter lim="800000"/>
            <a:headEnd/>
            <a:tailEnd/>
          </a:ln>
        </p:spPr>
        <p:txBody>
          <a:bodyPr wrap="square">
            <a:spAutoFit/>
          </a:bodyPr>
          <a:lstStyle/>
          <a:p>
            <a:pPr marL="342900" indent="-342900" algn="just">
              <a:lnSpc>
                <a:spcPts val="3500"/>
              </a:lnSpc>
              <a:spcBef>
                <a:spcPts val="600"/>
              </a:spcBef>
              <a:buFont typeface="Wingdings" panose="05000000000000000000" pitchFamily="2" charset="2"/>
              <a:buChar char="Ø"/>
              <a:defRPr/>
            </a:pPr>
            <a:r>
              <a:rPr lang="en-US" sz="2600" b="1" dirty="0" err="1">
                <a:solidFill>
                  <a:srgbClr val="002060"/>
                </a:solidFill>
                <a:latin typeface="Times New Roman" pitchFamily="18" charset="0"/>
                <a:cs typeface="Times New Roman" pitchFamily="18" charset="0"/>
              </a:rPr>
              <a:t>Tá</a:t>
            </a:r>
            <a:r>
              <a:rPr lang="vi-VN" sz="2600" b="1" dirty="0">
                <a:solidFill>
                  <a:srgbClr val="002060"/>
                </a:solidFill>
                <a:latin typeface="Times New Roman" pitchFamily="18" charset="0"/>
                <a:cs typeface="Times New Roman" pitchFamily="18" charset="0"/>
              </a:rPr>
              <a:t>c phẩm: </a:t>
            </a:r>
            <a:r>
              <a:rPr lang="vi-VN" sz="2600" b="1" i="1" dirty="0">
                <a:solidFill>
                  <a:srgbClr val="FF0000"/>
                </a:solidFill>
                <a:latin typeface="+mj-lt"/>
              </a:rPr>
              <a:t>Tuyên ngôn của Đ</a:t>
            </a:r>
            <a:r>
              <a:rPr lang="en-US" sz="2600" b="1" i="1" dirty="0">
                <a:solidFill>
                  <a:srgbClr val="FF0000"/>
                </a:solidFill>
                <a:latin typeface="+mj-lt"/>
              </a:rPr>
              <a:t>ả</a:t>
            </a:r>
            <a:r>
              <a:rPr lang="vi-VN" sz="2600" b="1" i="1" dirty="0">
                <a:solidFill>
                  <a:srgbClr val="FF0000"/>
                </a:solidFill>
                <a:latin typeface="+mj-lt"/>
              </a:rPr>
              <a:t>ng </a:t>
            </a:r>
            <a:r>
              <a:rPr lang="en-US" sz="2600" b="1" i="1" dirty="0">
                <a:solidFill>
                  <a:srgbClr val="FF0000"/>
                </a:solidFill>
                <a:latin typeface="+mj-lt"/>
              </a:rPr>
              <a:t>C</a:t>
            </a:r>
            <a:r>
              <a:rPr lang="vi-VN" sz="2600" b="1" i="1" dirty="0">
                <a:solidFill>
                  <a:srgbClr val="FF0000"/>
                </a:solidFill>
                <a:latin typeface="+mj-lt"/>
              </a:rPr>
              <a:t>ộng sản (tháng 2/1848</a:t>
            </a:r>
            <a:r>
              <a:rPr lang="vi-VN" sz="2600" b="1" dirty="0">
                <a:solidFill>
                  <a:srgbClr val="FF0000"/>
                </a:solidFill>
                <a:latin typeface="+mj-lt"/>
              </a:rPr>
              <a:t>)</a:t>
            </a:r>
            <a:r>
              <a:rPr lang="en-US" sz="2600" b="1" dirty="0">
                <a:solidFill>
                  <a:srgbClr val="002060"/>
                </a:solidFill>
                <a:latin typeface="Times New Roman" pitchFamily="18" charset="0"/>
                <a:cs typeface="Times New Roman" pitchFamily="18" charset="0"/>
              </a:rPr>
              <a:t> </a:t>
            </a:r>
            <a:r>
              <a:rPr lang="en-US" sz="2600" b="1" dirty="0" err="1">
                <a:solidFill>
                  <a:srgbClr val="002060"/>
                </a:solidFill>
                <a:latin typeface="Times New Roman" pitchFamily="18" charset="0"/>
                <a:cs typeface="Times New Roman" pitchFamily="18" charset="0"/>
              </a:rPr>
              <a:t>là</a:t>
            </a:r>
            <a:r>
              <a:rPr lang="en-US" sz="2600" b="1" dirty="0">
                <a:solidFill>
                  <a:srgbClr val="002060"/>
                </a:solidFill>
                <a:latin typeface="Times New Roman" pitchFamily="18" charset="0"/>
                <a:cs typeface="Times New Roman" pitchFamily="18" charset="0"/>
              </a:rPr>
              <a:t> C</a:t>
            </a:r>
            <a:r>
              <a:rPr lang="vi-VN" sz="2600" b="1" dirty="0">
                <a:solidFill>
                  <a:srgbClr val="002060"/>
                </a:solidFill>
                <a:latin typeface="Times New Roman" pitchFamily="18" charset="0"/>
                <a:cs typeface="Times New Roman" pitchFamily="18" charset="0"/>
              </a:rPr>
              <a:t>ương lĩnh chính trị đầu tiên của phong trào công nhân và của các đảng Cộng sản, trong đó những nguyên lý của CNXHKH đã được tr</a:t>
            </a:r>
            <a:r>
              <a:rPr lang="en-US" sz="2600" b="1" dirty="0">
                <a:solidFill>
                  <a:srgbClr val="002060"/>
                </a:solidFill>
                <a:latin typeface="Times New Roman" pitchFamily="18" charset="0"/>
                <a:cs typeface="Times New Roman" pitchFamily="18" charset="0"/>
              </a:rPr>
              <a:t>ì</a:t>
            </a:r>
            <a:r>
              <a:rPr lang="vi-VN" sz="2600" b="1" dirty="0">
                <a:solidFill>
                  <a:srgbClr val="002060"/>
                </a:solidFill>
                <a:latin typeface="Times New Roman" pitchFamily="18" charset="0"/>
                <a:cs typeface="Times New Roman" pitchFamily="18" charset="0"/>
              </a:rPr>
              <a:t>nh bày:</a:t>
            </a:r>
            <a:endParaRPr lang="en-US" sz="2600" b="1" dirty="0">
              <a:solidFill>
                <a:srgbClr val="002060"/>
              </a:solidFill>
              <a:latin typeface="Times New Roman" pitchFamily="18" charset="0"/>
              <a:cs typeface="Times New Roman" pitchFamily="18" charset="0"/>
            </a:endParaRPr>
          </a:p>
          <a:p>
            <a:pPr marL="457200" indent="-457200" algn="just">
              <a:lnSpc>
                <a:spcPts val="3700"/>
              </a:lnSpc>
              <a:buFont typeface="Wingdings" panose="05000000000000000000" pitchFamily="2" charset="2"/>
              <a:buChar char="ü"/>
              <a:defRPr/>
            </a:pPr>
            <a:r>
              <a:rPr lang="en-US" sz="2600" b="1" i="1" dirty="0" err="1">
                <a:solidFill>
                  <a:srgbClr val="002060"/>
                </a:solidFill>
                <a:latin typeface="Times New Roman" panose="02020603050405020304" pitchFamily="18" charset="0"/>
                <a:cs typeface="Times New Roman" panose="02020603050405020304" pitchFamily="18" charset="0"/>
              </a:rPr>
              <a:t>Sự</a:t>
            </a:r>
            <a:r>
              <a:rPr lang="en-US" sz="2600" b="1" i="1" dirty="0">
                <a:solidFill>
                  <a:srgbClr val="002060"/>
                </a:solidFill>
                <a:latin typeface="Times New Roman" panose="02020603050405020304" pitchFamily="18" charset="0"/>
                <a:cs typeface="Times New Roman" panose="02020603050405020304" pitchFamily="18" charset="0"/>
              </a:rPr>
              <a:t> </a:t>
            </a:r>
            <a:r>
              <a:rPr lang="en-US" sz="2600" b="1" i="1" dirty="0" err="1">
                <a:solidFill>
                  <a:srgbClr val="002060"/>
                </a:solidFill>
                <a:latin typeface="Times New Roman" panose="02020603050405020304" pitchFamily="18" charset="0"/>
                <a:cs typeface="Times New Roman" panose="02020603050405020304" pitchFamily="18" charset="0"/>
              </a:rPr>
              <a:t>ra</a:t>
            </a:r>
            <a:r>
              <a:rPr lang="en-US" sz="2600" b="1" i="1" dirty="0">
                <a:solidFill>
                  <a:srgbClr val="002060"/>
                </a:solidFill>
                <a:latin typeface="Times New Roman" panose="02020603050405020304" pitchFamily="18" charset="0"/>
                <a:cs typeface="Times New Roman" panose="02020603050405020304" pitchFamily="18" charset="0"/>
              </a:rPr>
              <a:t> </a:t>
            </a:r>
            <a:r>
              <a:rPr lang="en-US" sz="2600" b="1" i="1" dirty="0" err="1">
                <a:solidFill>
                  <a:srgbClr val="002060"/>
                </a:solidFill>
                <a:latin typeface="Times New Roman" panose="02020603050405020304" pitchFamily="18" charset="0"/>
                <a:cs typeface="Times New Roman" panose="02020603050405020304" pitchFamily="18" charset="0"/>
              </a:rPr>
              <a:t>đời</a:t>
            </a:r>
            <a:r>
              <a:rPr lang="en-US" sz="2600" b="1" i="1" dirty="0">
                <a:solidFill>
                  <a:srgbClr val="002060"/>
                </a:solidFill>
                <a:latin typeface="Times New Roman" panose="02020603050405020304" pitchFamily="18" charset="0"/>
                <a:cs typeface="Times New Roman" panose="02020603050405020304" pitchFamily="18" charset="0"/>
              </a:rPr>
              <a:t> </a:t>
            </a:r>
            <a:r>
              <a:rPr lang="en-US" sz="2600" b="1" i="1" dirty="0" err="1">
                <a:solidFill>
                  <a:srgbClr val="002060"/>
                </a:solidFill>
                <a:latin typeface="Times New Roman" panose="02020603050405020304" pitchFamily="18" charset="0"/>
                <a:cs typeface="Times New Roman" panose="02020603050405020304" pitchFamily="18" charset="0"/>
              </a:rPr>
              <a:t>tất</a:t>
            </a:r>
            <a:r>
              <a:rPr lang="en-US" sz="2600" b="1" i="1" dirty="0">
                <a:solidFill>
                  <a:srgbClr val="002060"/>
                </a:solidFill>
                <a:latin typeface="Times New Roman" panose="02020603050405020304" pitchFamily="18" charset="0"/>
                <a:cs typeface="Times New Roman" panose="02020603050405020304" pitchFamily="18" charset="0"/>
              </a:rPr>
              <a:t> </a:t>
            </a:r>
            <a:r>
              <a:rPr lang="en-US" sz="2600" b="1" i="1" dirty="0" err="1">
                <a:solidFill>
                  <a:srgbClr val="002060"/>
                </a:solidFill>
                <a:latin typeface="Times New Roman" panose="02020603050405020304" pitchFamily="18" charset="0"/>
                <a:cs typeface="Times New Roman" panose="02020603050405020304" pitchFamily="18" charset="0"/>
              </a:rPr>
              <a:t>yếu</a:t>
            </a:r>
            <a:r>
              <a:rPr lang="en-US" sz="2600" b="1" i="1" dirty="0">
                <a:solidFill>
                  <a:srgbClr val="002060"/>
                </a:solidFill>
                <a:latin typeface="Times New Roman" panose="02020603050405020304" pitchFamily="18" charset="0"/>
                <a:cs typeface="Times New Roman" panose="02020603050405020304" pitchFamily="18" charset="0"/>
              </a:rPr>
              <a:t> </a:t>
            </a:r>
            <a:r>
              <a:rPr lang="en-US" sz="2600" b="1" i="1" dirty="0" err="1">
                <a:solidFill>
                  <a:srgbClr val="002060"/>
                </a:solidFill>
                <a:latin typeface="Times New Roman" panose="02020603050405020304" pitchFamily="18" charset="0"/>
                <a:cs typeface="Times New Roman" panose="02020603050405020304" pitchFamily="18" charset="0"/>
              </a:rPr>
              <a:t>của</a:t>
            </a:r>
            <a:r>
              <a:rPr lang="en-US" sz="2600" b="1" i="1" dirty="0">
                <a:solidFill>
                  <a:srgbClr val="002060"/>
                </a:solidFill>
                <a:latin typeface="Times New Roman" panose="02020603050405020304" pitchFamily="18" charset="0"/>
                <a:cs typeface="Times New Roman" panose="02020603050405020304" pitchFamily="18" charset="0"/>
              </a:rPr>
              <a:t> CNXH </a:t>
            </a:r>
            <a:r>
              <a:rPr lang="en-US" sz="2600" b="1" i="1" dirty="0" err="1">
                <a:solidFill>
                  <a:srgbClr val="002060"/>
                </a:solidFill>
                <a:latin typeface="Times New Roman" panose="02020603050405020304" pitchFamily="18" charset="0"/>
                <a:cs typeface="Times New Roman" panose="02020603050405020304" pitchFamily="18" charset="0"/>
              </a:rPr>
              <a:t>và</a:t>
            </a:r>
            <a:r>
              <a:rPr lang="en-US" sz="2600" b="1" i="1" dirty="0">
                <a:solidFill>
                  <a:srgbClr val="002060"/>
                </a:solidFill>
                <a:latin typeface="Times New Roman" panose="02020603050405020304" pitchFamily="18" charset="0"/>
                <a:cs typeface="Times New Roman" panose="02020603050405020304" pitchFamily="18" charset="0"/>
              </a:rPr>
              <a:t> </a:t>
            </a:r>
            <a:r>
              <a:rPr lang="en-US" sz="2600" b="1" i="1" dirty="0" err="1">
                <a:solidFill>
                  <a:srgbClr val="002060"/>
                </a:solidFill>
                <a:latin typeface="Times New Roman" panose="02020603050405020304" pitchFamily="18" charset="0"/>
                <a:cs typeface="Times New Roman" panose="02020603050405020304" pitchFamily="18" charset="0"/>
              </a:rPr>
              <a:t>sự</a:t>
            </a:r>
            <a:r>
              <a:rPr lang="en-US" sz="2600" b="1" i="1" dirty="0">
                <a:solidFill>
                  <a:srgbClr val="002060"/>
                </a:solidFill>
                <a:latin typeface="Times New Roman" panose="02020603050405020304" pitchFamily="18" charset="0"/>
                <a:cs typeface="Times New Roman" panose="02020603050405020304" pitchFamily="18" charset="0"/>
              </a:rPr>
              <a:t> </a:t>
            </a:r>
            <a:r>
              <a:rPr lang="en-US" sz="2600" b="1" i="1" dirty="0" err="1">
                <a:solidFill>
                  <a:srgbClr val="002060"/>
                </a:solidFill>
                <a:latin typeface="Times New Roman" panose="02020603050405020304" pitchFamily="18" charset="0"/>
                <a:cs typeface="Times New Roman" panose="02020603050405020304" pitchFamily="18" charset="0"/>
              </a:rPr>
              <a:t>tất</a:t>
            </a:r>
            <a:r>
              <a:rPr lang="en-US" sz="2600" b="1" i="1" dirty="0">
                <a:solidFill>
                  <a:srgbClr val="002060"/>
                </a:solidFill>
                <a:latin typeface="Times New Roman" panose="02020603050405020304" pitchFamily="18" charset="0"/>
                <a:cs typeface="Times New Roman" panose="02020603050405020304" pitchFamily="18" charset="0"/>
              </a:rPr>
              <a:t> </a:t>
            </a:r>
            <a:r>
              <a:rPr lang="en-US" sz="2600" b="1" i="1" dirty="0" err="1">
                <a:solidFill>
                  <a:srgbClr val="002060"/>
                </a:solidFill>
                <a:latin typeface="Times New Roman" panose="02020603050405020304" pitchFamily="18" charset="0"/>
                <a:cs typeface="Times New Roman" panose="02020603050405020304" pitchFamily="18" charset="0"/>
              </a:rPr>
              <a:t>yếu</a:t>
            </a:r>
            <a:r>
              <a:rPr lang="en-US" sz="2600" b="1" i="1" dirty="0">
                <a:solidFill>
                  <a:srgbClr val="002060"/>
                </a:solidFill>
                <a:latin typeface="Times New Roman" panose="02020603050405020304" pitchFamily="18" charset="0"/>
                <a:cs typeface="Times New Roman" panose="02020603050405020304" pitchFamily="18" charset="0"/>
              </a:rPr>
              <a:t> </a:t>
            </a:r>
            <a:r>
              <a:rPr lang="en-US" sz="2600" b="1" i="1" dirty="0" err="1">
                <a:solidFill>
                  <a:srgbClr val="002060"/>
                </a:solidFill>
                <a:latin typeface="Times New Roman" panose="02020603050405020304" pitchFamily="18" charset="0"/>
                <a:cs typeface="Times New Roman" panose="02020603050405020304" pitchFamily="18" charset="0"/>
              </a:rPr>
              <a:t>bị</a:t>
            </a:r>
            <a:r>
              <a:rPr lang="en-US" sz="2600" b="1" i="1" dirty="0">
                <a:solidFill>
                  <a:srgbClr val="002060"/>
                </a:solidFill>
                <a:latin typeface="Times New Roman" panose="02020603050405020304" pitchFamily="18" charset="0"/>
                <a:cs typeface="Times New Roman" panose="02020603050405020304" pitchFamily="18" charset="0"/>
              </a:rPr>
              <a:t> </a:t>
            </a:r>
            <a:r>
              <a:rPr lang="en-US" sz="2600" b="1" i="1" dirty="0" err="1">
                <a:solidFill>
                  <a:srgbClr val="002060"/>
                </a:solidFill>
                <a:latin typeface="Times New Roman" panose="02020603050405020304" pitchFamily="18" charset="0"/>
                <a:cs typeface="Times New Roman" panose="02020603050405020304" pitchFamily="18" charset="0"/>
              </a:rPr>
              <a:t>phủ</a:t>
            </a:r>
            <a:r>
              <a:rPr lang="en-US" sz="2600" b="1" i="1" dirty="0">
                <a:solidFill>
                  <a:srgbClr val="002060"/>
                </a:solidFill>
                <a:latin typeface="Times New Roman" panose="02020603050405020304" pitchFamily="18" charset="0"/>
                <a:cs typeface="Times New Roman" panose="02020603050405020304" pitchFamily="18" charset="0"/>
              </a:rPr>
              <a:t> </a:t>
            </a:r>
            <a:r>
              <a:rPr lang="en-US" sz="2600" b="1" i="1" dirty="0" err="1">
                <a:solidFill>
                  <a:srgbClr val="002060"/>
                </a:solidFill>
                <a:latin typeface="Times New Roman" panose="02020603050405020304" pitchFamily="18" charset="0"/>
                <a:cs typeface="Times New Roman" panose="02020603050405020304" pitchFamily="18" charset="0"/>
              </a:rPr>
              <a:t>định</a:t>
            </a:r>
            <a:r>
              <a:rPr lang="en-US" sz="2600" b="1" i="1" dirty="0">
                <a:solidFill>
                  <a:srgbClr val="002060"/>
                </a:solidFill>
                <a:latin typeface="Times New Roman" panose="02020603050405020304" pitchFamily="18" charset="0"/>
                <a:cs typeface="Times New Roman" panose="02020603050405020304" pitchFamily="18" charset="0"/>
              </a:rPr>
              <a:t> </a:t>
            </a:r>
            <a:r>
              <a:rPr lang="en-US" sz="2600" b="1" i="1" dirty="0" err="1">
                <a:solidFill>
                  <a:srgbClr val="002060"/>
                </a:solidFill>
                <a:latin typeface="Times New Roman" panose="02020603050405020304" pitchFamily="18" charset="0"/>
                <a:cs typeface="Times New Roman" panose="02020603050405020304" pitchFamily="18" charset="0"/>
              </a:rPr>
              <a:t>của</a:t>
            </a:r>
            <a:r>
              <a:rPr lang="en-US" sz="2600" b="1" i="1" dirty="0">
                <a:solidFill>
                  <a:srgbClr val="002060"/>
                </a:solidFill>
                <a:latin typeface="Times New Roman" panose="02020603050405020304" pitchFamily="18" charset="0"/>
                <a:cs typeface="Times New Roman" panose="02020603050405020304" pitchFamily="18" charset="0"/>
              </a:rPr>
              <a:t> CNTB</a:t>
            </a:r>
          </a:p>
          <a:p>
            <a:pPr marL="457200" indent="-457200" algn="just">
              <a:lnSpc>
                <a:spcPts val="3700"/>
              </a:lnSpc>
              <a:buFont typeface="Wingdings" panose="05000000000000000000" pitchFamily="2" charset="2"/>
              <a:buChar char="ü"/>
              <a:defRPr/>
            </a:pPr>
            <a:r>
              <a:rPr lang="en-US" sz="2600" b="1" i="1" dirty="0" err="1">
                <a:solidFill>
                  <a:srgbClr val="002060"/>
                </a:solidFill>
                <a:latin typeface="Times New Roman" panose="02020603050405020304" pitchFamily="18" charset="0"/>
                <a:cs typeface="Times New Roman" panose="02020603050405020304" pitchFamily="18" charset="0"/>
              </a:rPr>
              <a:t>Sứ</a:t>
            </a:r>
            <a:r>
              <a:rPr lang="en-US" sz="2600" b="1" i="1" dirty="0">
                <a:solidFill>
                  <a:srgbClr val="002060"/>
                </a:solidFill>
                <a:latin typeface="Times New Roman" panose="02020603050405020304" pitchFamily="18" charset="0"/>
                <a:cs typeface="Times New Roman" panose="02020603050405020304" pitchFamily="18" charset="0"/>
              </a:rPr>
              <a:t> </a:t>
            </a:r>
            <a:r>
              <a:rPr lang="en-US" sz="2600" b="1" i="1" dirty="0" err="1">
                <a:solidFill>
                  <a:srgbClr val="002060"/>
                </a:solidFill>
                <a:latin typeface="Times New Roman" panose="02020603050405020304" pitchFamily="18" charset="0"/>
                <a:cs typeface="Times New Roman" panose="02020603050405020304" pitchFamily="18" charset="0"/>
              </a:rPr>
              <a:t>mệnh</a:t>
            </a:r>
            <a:r>
              <a:rPr lang="en-US" sz="2600" b="1" i="1" dirty="0">
                <a:solidFill>
                  <a:srgbClr val="002060"/>
                </a:solidFill>
                <a:latin typeface="Times New Roman" panose="02020603050405020304" pitchFamily="18" charset="0"/>
                <a:cs typeface="Times New Roman" panose="02020603050405020304" pitchFamily="18" charset="0"/>
              </a:rPr>
              <a:t> </a:t>
            </a:r>
            <a:r>
              <a:rPr lang="en-US" sz="2600" b="1" i="1" dirty="0" err="1">
                <a:solidFill>
                  <a:srgbClr val="002060"/>
                </a:solidFill>
                <a:latin typeface="Times New Roman" panose="02020603050405020304" pitchFamily="18" charset="0"/>
                <a:cs typeface="Times New Roman" panose="02020603050405020304" pitchFamily="18" charset="0"/>
              </a:rPr>
              <a:t>lịch</a:t>
            </a:r>
            <a:r>
              <a:rPr lang="en-US" sz="2600" b="1" i="1" dirty="0">
                <a:solidFill>
                  <a:srgbClr val="002060"/>
                </a:solidFill>
                <a:latin typeface="Times New Roman" panose="02020603050405020304" pitchFamily="18" charset="0"/>
                <a:cs typeface="Times New Roman" panose="02020603050405020304" pitchFamily="18" charset="0"/>
              </a:rPr>
              <a:t> </a:t>
            </a:r>
            <a:r>
              <a:rPr lang="en-US" sz="2600" b="1" i="1" dirty="0" err="1">
                <a:solidFill>
                  <a:srgbClr val="002060"/>
                </a:solidFill>
                <a:latin typeface="Times New Roman" panose="02020603050405020304" pitchFamily="18" charset="0"/>
                <a:cs typeface="Times New Roman" panose="02020603050405020304" pitchFamily="18" charset="0"/>
              </a:rPr>
              <a:t>sử</a:t>
            </a:r>
            <a:r>
              <a:rPr lang="en-US" sz="2600" b="1" i="1" dirty="0">
                <a:solidFill>
                  <a:srgbClr val="002060"/>
                </a:solidFill>
                <a:latin typeface="Times New Roman" panose="02020603050405020304" pitchFamily="18" charset="0"/>
                <a:cs typeface="Times New Roman" panose="02020603050405020304" pitchFamily="18" charset="0"/>
              </a:rPr>
              <a:t> </a:t>
            </a:r>
            <a:r>
              <a:rPr lang="en-US" sz="2600" b="1" i="1" dirty="0" err="1">
                <a:solidFill>
                  <a:srgbClr val="002060"/>
                </a:solidFill>
                <a:latin typeface="Times New Roman" panose="02020603050405020304" pitchFamily="18" charset="0"/>
                <a:cs typeface="Times New Roman" panose="02020603050405020304" pitchFamily="18" charset="0"/>
              </a:rPr>
              <a:t>của</a:t>
            </a:r>
            <a:r>
              <a:rPr lang="en-US" sz="2600" b="1" i="1" dirty="0">
                <a:solidFill>
                  <a:srgbClr val="002060"/>
                </a:solidFill>
                <a:latin typeface="Times New Roman" panose="02020603050405020304" pitchFamily="18" charset="0"/>
                <a:cs typeface="Times New Roman" panose="02020603050405020304" pitchFamily="18" charset="0"/>
              </a:rPr>
              <a:t> GCCN </a:t>
            </a:r>
            <a:r>
              <a:rPr lang="en-US" sz="2600" b="1" i="1" dirty="0" err="1">
                <a:solidFill>
                  <a:srgbClr val="002060"/>
                </a:solidFill>
                <a:latin typeface="Times New Roman" panose="02020603050405020304" pitchFamily="18" charset="0"/>
                <a:cs typeface="Times New Roman" panose="02020603050405020304" pitchFamily="18" charset="0"/>
              </a:rPr>
              <a:t>và</a:t>
            </a:r>
            <a:r>
              <a:rPr lang="en-US" sz="2600" b="1" i="1" dirty="0">
                <a:solidFill>
                  <a:srgbClr val="002060"/>
                </a:solidFill>
                <a:latin typeface="Times New Roman" panose="02020603050405020304" pitchFamily="18" charset="0"/>
                <a:cs typeface="Times New Roman" panose="02020603050405020304" pitchFamily="18" charset="0"/>
              </a:rPr>
              <a:t> </a:t>
            </a:r>
            <a:r>
              <a:rPr lang="en-US" sz="2600" b="1" i="1" dirty="0" err="1">
                <a:solidFill>
                  <a:srgbClr val="002060"/>
                </a:solidFill>
                <a:latin typeface="Times New Roman" panose="02020603050405020304" pitchFamily="18" charset="0"/>
                <a:cs typeface="Times New Roman" panose="02020603050405020304" pitchFamily="18" charset="0"/>
              </a:rPr>
              <a:t>vai</a:t>
            </a:r>
            <a:r>
              <a:rPr lang="en-US" sz="2600" b="1" i="1" dirty="0">
                <a:solidFill>
                  <a:srgbClr val="002060"/>
                </a:solidFill>
                <a:latin typeface="Times New Roman" panose="02020603050405020304" pitchFamily="18" charset="0"/>
                <a:cs typeface="Times New Roman" panose="02020603050405020304" pitchFamily="18" charset="0"/>
              </a:rPr>
              <a:t> </a:t>
            </a:r>
            <a:r>
              <a:rPr lang="en-US" sz="2600" b="1" i="1" dirty="0" err="1">
                <a:solidFill>
                  <a:srgbClr val="002060"/>
                </a:solidFill>
                <a:latin typeface="Times New Roman" panose="02020603050405020304" pitchFamily="18" charset="0"/>
                <a:cs typeface="Times New Roman" panose="02020603050405020304" pitchFamily="18" charset="0"/>
              </a:rPr>
              <a:t>trò</a:t>
            </a:r>
            <a:r>
              <a:rPr lang="en-US" sz="2600" b="1" i="1" dirty="0">
                <a:solidFill>
                  <a:srgbClr val="002060"/>
                </a:solidFill>
                <a:latin typeface="Times New Roman" panose="02020603050405020304" pitchFamily="18" charset="0"/>
                <a:cs typeface="Times New Roman" panose="02020603050405020304" pitchFamily="18" charset="0"/>
              </a:rPr>
              <a:t> </a:t>
            </a:r>
            <a:r>
              <a:rPr lang="en-US" sz="2600" b="1" i="1" dirty="0" err="1">
                <a:solidFill>
                  <a:srgbClr val="002060"/>
                </a:solidFill>
                <a:latin typeface="Times New Roman" panose="02020603050405020304" pitchFamily="18" charset="0"/>
                <a:cs typeface="Times New Roman" panose="02020603050405020304" pitchFamily="18" charset="0"/>
              </a:rPr>
              <a:t>của</a:t>
            </a:r>
            <a:r>
              <a:rPr lang="en-US" sz="2600" b="1" i="1" dirty="0">
                <a:solidFill>
                  <a:srgbClr val="002060"/>
                </a:solidFill>
                <a:latin typeface="Times New Roman" panose="02020603050405020304" pitchFamily="18" charset="0"/>
                <a:cs typeface="Times New Roman" panose="02020603050405020304" pitchFamily="18" charset="0"/>
              </a:rPr>
              <a:t> ĐCS </a:t>
            </a:r>
            <a:r>
              <a:rPr lang="en-US" sz="2600" b="1" i="1" dirty="0" err="1">
                <a:solidFill>
                  <a:srgbClr val="002060"/>
                </a:solidFill>
                <a:latin typeface="Times New Roman" panose="02020603050405020304" pitchFamily="18" charset="0"/>
                <a:cs typeface="Times New Roman" panose="02020603050405020304" pitchFamily="18" charset="0"/>
              </a:rPr>
              <a:t>trong</a:t>
            </a:r>
            <a:r>
              <a:rPr lang="en-US" sz="2600" b="1" i="1" dirty="0">
                <a:solidFill>
                  <a:srgbClr val="002060"/>
                </a:solidFill>
                <a:latin typeface="Times New Roman" panose="02020603050405020304" pitchFamily="18" charset="0"/>
                <a:cs typeface="Times New Roman" panose="02020603050405020304" pitchFamily="18" charset="0"/>
              </a:rPr>
              <a:t> </a:t>
            </a:r>
            <a:r>
              <a:rPr lang="en-US" sz="2600" b="1" i="1" dirty="0" err="1">
                <a:solidFill>
                  <a:srgbClr val="002060"/>
                </a:solidFill>
                <a:latin typeface="Times New Roman" panose="02020603050405020304" pitchFamily="18" charset="0"/>
                <a:cs typeface="Times New Roman" panose="02020603050405020304" pitchFamily="18" charset="0"/>
              </a:rPr>
              <a:t>cách</a:t>
            </a:r>
            <a:r>
              <a:rPr lang="en-US" sz="2600" b="1" i="1" dirty="0">
                <a:solidFill>
                  <a:srgbClr val="002060"/>
                </a:solidFill>
                <a:latin typeface="Times New Roman" panose="02020603050405020304" pitchFamily="18" charset="0"/>
                <a:cs typeface="Times New Roman" panose="02020603050405020304" pitchFamily="18" charset="0"/>
              </a:rPr>
              <a:t> </a:t>
            </a:r>
            <a:r>
              <a:rPr lang="en-US" sz="2600" b="1" i="1" dirty="0" err="1">
                <a:solidFill>
                  <a:srgbClr val="002060"/>
                </a:solidFill>
                <a:latin typeface="Times New Roman" panose="02020603050405020304" pitchFamily="18" charset="0"/>
                <a:cs typeface="Times New Roman" panose="02020603050405020304" pitchFamily="18" charset="0"/>
              </a:rPr>
              <a:t>mạng</a:t>
            </a:r>
            <a:r>
              <a:rPr lang="en-US" sz="2600" b="1" i="1" dirty="0">
                <a:solidFill>
                  <a:srgbClr val="002060"/>
                </a:solidFill>
                <a:latin typeface="Times New Roman" panose="02020603050405020304" pitchFamily="18" charset="0"/>
                <a:cs typeface="Times New Roman" panose="02020603050405020304" pitchFamily="18" charset="0"/>
              </a:rPr>
              <a:t> XHCN</a:t>
            </a:r>
          </a:p>
          <a:p>
            <a:pPr marL="457200" indent="-457200" algn="just">
              <a:lnSpc>
                <a:spcPts val="3700"/>
              </a:lnSpc>
              <a:buFont typeface="Wingdings" panose="05000000000000000000" pitchFamily="2" charset="2"/>
              <a:buChar char="ü"/>
              <a:defRPr/>
            </a:pPr>
            <a:r>
              <a:rPr lang="en-US" sz="2600" b="1" i="1" dirty="0">
                <a:solidFill>
                  <a:srgbClr val="002060"/>
                </a:solidFill>
                <a:latin typeface="Times New Roman" panose="02020603050405020304" pitchFamily="18" charset="0"/>
                <a:cs typeface="Times New Roman" panose="02020603050405020304" pitchFamily="18" charset="0"/>
              </a:rPr>
              <a:t>V/</a:t>
            </a:r>
            <a:r>
              <a:rPr lang="en-US" sz="2600" b="1" i="1" dirty="0" err="1">
                <a:solidFill>
                  <a:srgbClr val="002060"/>
                </a:solidFill>
                <a:latin typeface="Times New Roman" panose="02020603050405020304" pitchFamily="18" charset="0"/>
                <a:cs typeface="Times New Roman" panose="02020603050405020304" pitchFamily="18" charset="0"/>
              </a:rPr>
              <a:t>đề</a:t>
            </a:r>
            <a:r>
              <a:rPr lang="en-US" sz="2600" b="1" i="1" dirty="0">
                <a:solidFill>
                  <a:srgbClr val="002060"/>
                </a:solidFill>
                <a:latin typeface="Times New Roman" panose="02020603050405020304" pitchFamily="18" charset="0"/>
                <a:cs typeface="Times New Roman" panose="02020603050405020304" pitchFamily="18" charset="0"/>
              </a:rPr>
              <a:t> </a:t>
            </a:r>
            <a:r>
              <a:rPr lang="en-US" sz="2600" b="1" i="1" dirty="0" err="1">
                <a:solidFill>
                  <a:srgbClr val="002060"/>
                </a:solidFill>
                <a:latin typeface="Times New Roman" panose="02020603050405020304" pitchFamily="18" charset="0"/>
                <a:cs typeface="Times New Roman" panose="02020603050405020304" pitchFamily="18" charset="0"/>
              </a:rPr>
              <a:t>chuyên</a:t>
            </a:r>
            <a:r>
              <a:rPr lang="en-US" sz="2600" b="1" i="1" dirty="0">
                <a:solidFill>
                  <a:srgbClr val="002060"/>
                </a:solidFill>
                <a:latin typeface="Times New Roman" panose="02020603050405020304" pitchFamily="18" charset="0"/>
                <a:cs typeface="Times New Roman" panose="02020603050405020304" pitchFamily="18" charset="0"/>
              </a:rPr>
              <a:t> </a:t>
            </a:r>
            <a:r>
              <a:rPr lang="en-US" sz="2600" b="1" i="1" dirty="0" err="1">
                <a:solidFill>
                  <a:srgbClr val="002060"/>
                </a:solidFill>
                <a:latin typeface="Times New Roman" panose="02020603050405020304" pitchFamily="18" charset="0"/>
                <a:cs typeface="Times New Roman" panose="02020603050405020304" pitchFamily="18" charset="0"/>
              </a:rPr>
              <a:t>chính</a:t>
            </a:r>
            <a:r>
              <a:rPr lang="en-US" sz="2600" b="1" i="1" dirty="0">
                <a:solidFill>
                  <a:srgbClr val="002060"/>
                </a:solidFill>
                <a:latin typeface="Times New Roman" panose="02020603050405020304" pitchFamily="18" charset="0"/>
                <a:cs typeface="Times New Roman" panose="02020603050405020304" pitchFamily="18" charset="0"/>
              </a:rPr>
              <a:t> </a:t>
            </a:r>
            <a:r>
              <a:rPr lang="en-US" sz="2600" b="1" i="1" dirty="0" err="1">
                <a:solidFill>
                  <a:srgbClr val="002060"/>
                </a:solidFill>
                <a:latin typeface="Times New Roman" panose="02020603050405020304" pitchFamily="18" charset="0"/>
                <a:cs typeface="Times New Roman" panose="02020603050405020304" pitchFamily="18" charset="0"/>
              </a:rPr>
              <a:t>vô</a:t>
            </a:r>
            <a:r>
              <a:rPr lang="en-US" sz="2600" b="1" i="1" dirty="0">
                <a:solidFill>
                  <a:srgbClr val="002060"/>
                </a:solidFill>
                <a:latin typeface="Times New Roman" panose="02020603050405020304" pitchFamily="18" charset="0"/>
                <a:cs typeface="Times New Roman" panose="02020603050405020304" pitchFamily="18" charset="0"/>
              </a:rPr>
              <a:t> </a:t>
            </a:r>
            <a:r>
              <a:rPr lang="en-US" sz="2600" b="1" i="1" dirty="0" err="1">
                <a:solidFill>
                  <a:srgbClr val="002060"/>
                </a:solidFill>
                <a:latin typeface="Times New Roman" panose="02020603050405020304" pitchFamily="18" charset="0"/>
                <a:cs typeface="Times New Roman" panose="02020603050405020304" pitchFamily="18" charset="0"/>
              </a:rPr>
              <a:t>sản</a:t>
            </a:r>
            <a:r>
              <a:rPr lang="en-US" sz="2600" b="1" i="1" dirty="0">
                <a:solidFill>
                  <a:srgbClr val="002060"/>
                </a:solidFill>
                <a:latin typeface="Times New Roman" panose="02020603050405020304" pitchFamily="18" charset="0"/>
                <a:cs typeface="Times New Roman" panose="02020603050405020304" pitchFamily="18" charset="0"/>
              </a:rPr>
              <a:t>, </a:t>
            </a:r>
            <a:r>
              <a:rPr lang="en-US" sz="2600" b="1" i="1" dirty="0" err="1">
                <a:solidFill>
                  <a:srgbClr val="002060"/>
                </a:solidFill>
                <a:latin typeface="Times New Roman" panose="02020603050405020304" pitchFamily="18" charset="0"/>
                <a:cs typeface="Times New Roman" panose="02020603050405020304" pitchFamily="18" charset="0"/>
              </a:rPr>
              <a:t>dân</a:t>
            </a:r>
            <a:r>
              <a:rPr lang="en-US" sz="2600" b="1" i="1" dirty="0">
                <a:solidFill>
                  <a:srgbClr val="002060"/>
                </a:solidFill>
                <a:latin typeface="Times New Roman" panose="02020603050405020304" pitchFamily="18" charset="0"/>
                <a:cs typeface="Times New Roman" panose="02020603050405020304" pitchFamily="18" charset="0"/>
              </a:rPr>
              <a:t> </a:t>
            </a:r>
            <a:r>
              <a:rPr lang="en-US" sz="2600" b="1" i="1" dirty="0" err="1">
                <a:solidFill>
                  <a:srgbClr val="002060"/>
                </a:solidFill>
                <a:latin typeface="Times New Roman" panose="02020603050405020304" pitchFamily="18" charset="0"/>
                <a:cs typeface="Times New Roman" panose="02020603050405020304" pitchFamily="18" charset="0"/>
              </a:rPr>
              <a:t>chủ</a:t>
            </a:r>
            <a:r>
              <a:rPr lang="en-US" sz="2600" b="1" i="1" dirty="0">
                <a:solidFill>
                  <a:srgbClr val="002060"/>
                </a:solidFill>
                <a:latin typeface="Times New Roman" panose="02020603050405020304" pitchFamily="18" charset="0"/>
                <a:cs typeface="Times New Roman" panose="02020603050405020304" pitchFamily="18" charset="0"/>
              </a:rPr>
              <a:t> </a:t>
            </a:r>
            <a:r>
              <a:rPr lang="en-US" sz="2600" b="1" i="1" dirty="0" err="1">
                <a:solidFill>
                  <a:srgbClr val="002060"/>
                </a:solidFill>
                <a:latin typeface="Times New Roman" panose="02020603050405020304" pitchFamily="18" charset="0"/>
                <a:cs typeface="Times New Roman" panose="02020603050405020304" pitchFamily="18" charset="0"/>
              </a:rPr>
              <a:t>vô</a:t>
            </a:r>
            <a:r>
              <a:rPr lang="en-US" sz="2600" b="1" i="1" dirty="0">
                <a:solidFill>
                  <a:srgbClr val="002060"/>
                </a:solidFill>
                <a:latin typeface="Times New Roman" panose="02020603050405020304" pitchFamily="18" charset="0"/>
                <a:cs typeface="Times New Roman" panose="02020603050405020304" pitchFamily="18" charset="0"/>
              </a:rPr>
              <a:t> </a:t>
            </a:r>
            <a:r>
              <a:rPr lang="en-US" sz="2600" b="1" i="1" dirty="0" err="1">
                <a:solidFill>
                  <a:srgbClr val="002060"/>
                </a:solidFill>
                <a:latin typeface="Times New Roman" panose="02020603050405020304" pitchFamily="18" charset="0"/>
                <a:cs typeface="Times New Roman" panose="02020603050405020304" pitchFamily="18" charset="0"/>
              </a:rPr>
              <a:t>sản</a:t>
            </a:r>
            <a:r>
              <a:rPr lang="en-US" sz="2600" b="1" i="1" dirty="0">
                <a:solidFill>
                  <a:srgbClr val="002060"/>
                </a:solidFill>
                <a:latin typeface="Times New Roman" panose="02020603050405020304" pitchFamily="18" charset="0"/>
                <a:cs typeface="Times New Roman" panose="02020603050405020304" pitchFamily="18" charset="0"/>
              </a:rPr>
              <a:t> </a:t>
            </a:r>
            <a:r>
              <a:rPr lang="en-US" sz="2600" b="1" i="1" dirty="0" err="1">
                <a:solidFill>
                  <a:srgbClr val="002060"/>
                </a:solidFill>
                <a:latin typeface="Times New Roman" panose="02020603050405020304" pitchFamily="18" charset="0"/>
                <a:cs typeface="Times New Roman" panose="02020603050405020304" pitchFamily="18" charset="0"/>
              </a:rPr>
              <a:t>trong</a:t>
            </a:r>
            <a:r>
              <a:rPr lang="en-US" sz="2600" b="1" i="1" dirty="0">
                <a:solidFill>
                  <a:srgbClr val="002060"/>
                </a:solidFill>
                <a:latin typeface="Times New Roman" panose="02020603050405020304" pitchFamily="18" charset="0"/>
                <a:cs typeface="Times New Roman" panose="02020603050405020304" pitchFamily="18" charset="0"/>
              </a:rPr>
              <a:t> CM XHCN</a:t>
            </a:r>
          </a:p>
          <a:p>
            <a:pPr marL="457200" indent="-457200" algn="just">
              <a:lnSpc>
                <a:spcPts val="3700"/>
              </a:lnSpc>
              <a:buFont typeface="Wingdings" panose="05000000000000000000" pitchFamily="2" charset="2"/>
              <a:buChar char="ü"/>
              <a:defRPr/>
            </a:pPr>
            <a:r>
              <a:rPr lang="en-US" sz="2600" b="1" i="1" dirty="0">
                <a:solidFill>
                  <a:srgbClr val="002060"/>
                </a:solidFill>
                <a:latin typeface="Times New Roman" panose="02020603050405020304" pitchFamily="18" charset="0"/>
                <a:cs typeface="Times New Roman" panose="02020603050405020304" pitchFamily="18" charset="0"/>
              </a:rPr>
              <a:t>V/</a:t>
            </a:r>
            <a:r>
              <a:rPr lang="en-US" sz="2600" b="1" i="1" dirty="0" err="1">
                <a:solidFill>
                  <a:srgbClr val="002060"/>
                </a:solidFill>
                <a:latin typeface="Times New Roman" panose="02020603050405020304" pitchFamily="18" charset="0"/>
                <a:cs typeface="Times New Roman" panose="02020603050405020304" pitchFamily="18" charset="0"/>
              </a:rPr>
              <a:t>đề</a:t>
            </a:r>
            <a:r>
              <a:rPr lang="en-US" sz="2600" b="1" i="1" dirty="0">
                <a:solidFill>
                  <a:srgbClr val="002060"/>
                </a:solidFill>
                <a:latin typeface="Times New Roman" panose="02020603050405020304" pitchFamily="18" charset="0"/>
                <a:cs typeface="Times New Roman" panose="02020603050405020304" pitchFamily="18" charset="0"/>
              </a:rPr>
              <a:t> </a:t>
            </a:r>
            <a:r>
              <a:rPr lang="en-US" sz="2600" b="1" i="1" dirty="0" err="1">
                <a:solidFill>
                  <a:srgbClr val="002060"/>
                </a:solidFill>
                <a:latin typeface="Times New Roman" panose="02020603050405020304" pitchFamily="18" charset="0"/>
                <a:cs typeface="Times New Roman" panose="02020603050405020304" pitchFamily="18" charset="0"/>
              </a:rPr>
              <a:t>liên</a:t>
            </a:r>
            <a:r>
              <a:rPr lang="en-US" sz="2600" b="1" i="1" dirty="0">
                <a:solidFill>
                  <a:srgbClr val="002060"/>
                </a:solidFill>
                <a:latin typeface="Times New Roman" panose="02020603050405020304" pitchFamily="18" charset="0"/>
                <a:cs typeface="Times New Roman" panose="02020603050405020304" pitchFamily="18" charset="0"/>
              </a:rPr>
              <a:t> minh </a:t>
            </a:r>
            <a:r>
              <a:rPr lang="en-US" sz="2600" b="1" i="1" dirty="0" err="1">
                <a:solidFill>
                  <a:srgbClr val="002060"/>
                </a:solidFill>
                <a:latin typeface="Times New Roman" panose="02020603050405020304" pitchFamily="18" charset="0"/>
                <a:cs typeface="Times New Roman" panose="02020603050405020304" pitchFamily="18" charset="0"/>
              </a:rPr>
              <a:t>giai</a:t>
            </a:r>
            <a:r>
              <a:rPr lang="en-US" sz="2600" b="1" i="1" dirty="0">
                <a:solidFill>
                  <a:srgbClr val="002060"/>
                </a:solidFill>
                <a:latin typeface="Times New Roman" panose="02020603050405020304" pitchFamily="18" charset="0"/>
                <a:cs typeface="Times New Roman" panose="02020603050405020304" pitchFamily="18" charset="0"/>
              </a:rPr>
              <a:t> </a:t>
            </a:r>
            <a:r>
              <a:rPr lang="en-US" sz="2600" b="1" i="1" dirty="0" err="1">
                <a:solidFill>
                  <a:srgbClr val="002060"/>
                </a:solidFill>
                <a:latin typeface="Times New Roman" panose="02020603050405020304" pitchFamily="18" charset="0"/>
                <a:cs typeface="Times New Roman" panose="02020603050405020304" pitchFamily="18" charset="0"/>
              </a:rPr>
              <a:t>cấp</a:t>
            </a:r>
            <a:r>
              <a:rPr lang="en-US" sz="2600" b="1" i="1" dirty="0">
                <a:solidFill>
                  <a:srgbClr val="002060"/>
                </a:solidFill>
                <a:latin typeface="Times New Roman" panose="02020603050405020304" pitchFamily="18" charset="0"/>
                <a:cs typeface="Times New Roman" panose="02020603050405020304" pitchFamily="18" charset="0"/>
              </a:rPr>
              <a:t> (C - N) </a:t>
            </a:r>
            <a:r>
              <a:rPr lang="en-US" sz="2600" b="1" i="1" dirty="0" err="1">
                <a:solidFill>
                  <a:srgbClr val="002060"/>
                </a:solidFill>
                <a:latin typeface="Times New Roman" panose="02020603050405020304" pitchFamily="18" charset="0"/>
                <a:cs typeface="Times New Roman" panose="02020603050405020304" pitchFamily="18" charset="0"/>
              </a:rPr>
              <a:t>trong</a:t>
            </a:r>
            <a:r>
              <a:rPr lang="en-US" sz="2600" b="1" i="1" dirty="0">
                <a:solidFill>
                  <a:srgbClr val="002060"/>
                </a:solidFill>
                <a:latin typeface="Times New Roman" panose="02020603050405020304" pitchFamily="18" charset="0"/>
                <a:cs typeface="Times New Roman" panose="02020603050405020304" pitchFamily="18" charset="0"/>
              </a:rPr>
              <a:t> </a:t>
            </a:r>
            <a:r>
              <a:rPr lang="en-US" sz="2600" b="1" i="1" dirty="0" err="1">
                <a:solidFill>
                  <a:srgbClr val="002060"/>
                </a:solidFill>
                <a:latin typeface="Times New Roman" panose="02020603050405020304" pitchFamily="18" charset="0"/>
                <a:cs typeface="Times New Roman" panose="02020603050405020304" pitchFamily="18" charset="0"/>
              </a:rPr>
              <a:t>cách</a:t>
            </a:r>
            <a:r>
              <a:rPr lang="en-US" sz="2600" b="1" i="1" dirty="0">
                <a:solidFill>
                  <a:srgbClr val="002060"/>
                </a:solidFill>
                <a:latin typeface="Times New Roman" panose="02020603050405020304" pitchFamily="18" charset="0"/>
                <a:cs typeface="Times New Roman" panose="02020603050405020304" pitchFamily="18" charset="0"/>
              </a:rPr>
              <a:t> </a:t>
            </a:r>
            <a:r>
              <a:rPr lang="en-US" sz="2600" b="1" i="1" dirty="0" err="1">
                <a:solidFill>
                  <a:srgbClr val="002060"/>
                </a:solidFill>
                <a:latin typeface="Times New Roman" panose="02020603050405020304" pitchFamily="18" charset="0"/>
                <a:cs typeface="Times New Roman" panose="02020603050405020304" pitchFamily="18" charset="0"/>
              </a:rPr>
              <a:t>mạng</a:t>
            </a:r>
            <a:r>
              <a:rPr lang="en-US" sz="2600" b="1" i="1" dirty="0">
                <a:solidFill>
                  <a:srgbClr val="002060"/>
                </a:solidFill>
                <a:latin typeface="Times New Roman" panose="02020603050405020304" pitchFamily="18" charset="0"/>
                <a:cs typeface="Times New Roman" panose="02020603050405020304" pitchFamily="18" charset="0"/>
              </a:rPr>
              <a:t> XHCN</a:t>
            </a:r>
          </a:p>
          <a:p>
            <a:pPr marL="457200" indent="-457200" algn="just">
              <a:lnSpc>
                <a:spcPts val="3700"/>
              </a:lnSpc>
              <a:buFont typeface="Wingdings" panose="05000000000000000000" pitchFamily="2" charset="2"/>
              <a:buChar char="ü"/>
              <a:defRPr/>
            </a:pPr>
            <a:r>
              <a:rPr lang="en-US" sz="2600" b="1" i="1" dirty="0">
                <a:solidFill>
                  <a:srgbClr val="002060"/>
                </a:solidFill>
                <a:latin typeface="Times New Roman" panose="02020603050405020304" pitchFamily="18" charset="0"/>
                <a:cs typeface="Times New Roman" panose="02020603050405020304" pitchFamily="18" charset="0"/>
              </a:rPr>
              <a:t>V/đ </a:t>
            </a:r>
            <a:r>
              <a:rPr lang="en-US" sz="2600" b="1" i="1" dirty="0" err="1">
                <a:solidFill>
                  <a:srgbClr val="002060"/>
                </a:solidFill>
                <a:latin typeface="Times New Roman" panose="02020603050405020304" pitchFamily="18" charset="0"/>
                <a:cs typeface="Times New Roman" panose="02020603050405020304" pitchFamily="18" charset="0"/>
              </a:rPr>
              <a:t>dân</a:t>
            </a:r>
            <a:r>
              <a:rPr lang="en-US" sz="2600" b="1" i="1" dirty="0">
                <a:solidFill>
                  <a:srgbClr val="002060"/>
                </a:solidFill>
                <a:latin typeface="Times New Roman" panose="02020603050405020304" pitchFamily="18" charset="0"/>
                <a:cs typeface="Times New Roman" panose="02020603050405020304" pitchFamily="18" charset="0"/>
              </a:rPr>
              <a:t> </a:t>
            </a:r>
            <a:r>
              <a:rPr lang="en-US" sz="2600" b="1" i="1" dirty="0" err="1">
                <a:solidFill>
                  <a:srgbClr val="002060"/>
                </a:solidFill>
                <a:latin typeface="Times New Roman" panose="02020603050405020304" pitchFamily="18" charset="0"/>
                <a:cs typeface="Times New Roman" panose="02020603050405020304" pitchFamily="18" charset="0"/>
              </a:rPr>
              <a:t>tộc</a:t>
            </a:r>
            <a:r>
              <a:rPr lang="en-US" sz="2600" b="1" i="1" dirty="0">
                <a:solidFill>
                  <a:srgbClr val="002060"/>
                </a:solidFill>
                <a:latin typeface="Times New Roman" panose="02020603050405020304" pitchFamily="18" charset="0"/>
                <a:cs typeface="Times New Roman" panose="02020603050405020304" pitchFamily="18" charset="0"/>
              </a:rPr>
              <a:t>, con </a:t>
            </a:r>
            <a:r>
              <a:rPr lang="en-US" sz="2600" b="1" i="1" dirty="0" err="1">
                <a:solidFill>
                  <a:srgbClr val="002060"/>
                </a:solidFill>
                <a:latin typeface="Times New Roman" panose="02020603050405020304" pitchFamily="18" charset="0"/>
                <a:cs typeface="Times New Roman" panose="02020603050405020304" pitchFamily="18" charset="0"/>
              </a:rPr>
              <a:t>người</a:t>
            </a:r>
            <a:r>
              <a:rPr lang="en-US" sz="2600" b="1" i="1" dirty="0">
                <a:solidFill>
                  <a:srgbClr val="002060"/>
                </a:solidFill>
                <a:latin typeface="Times New Roman" panose="02020603050405020304" pitchFamily="18" charset="0"/>
                <a:cs typeface="Times New Roman" panose="02020603050405020304" pitchFamily="18" charset="0"/>
              </a:rPr>
              <a:t>… </a:t>
            </a:r>
            <a:r>
              <a:rPr lang="en-US" sz="2600" b="1" i="1" dirty="0" err="1">
                <a:solidFill>
                  <a:srgbClr val="002060"/>
                </a:solidFill>
                <a:latin typeface="Times New Roman" panose="02020603050405020304" pitchFamily="18" charset="0"/>
                <a:cs typeface="Times New Roman" panose="02020603050405020304" pitchFamily="18" charset="0"/>
              </a:rPr>
              <a:t>trong</a:t>
            </a:r>
            <a:r>
              <a:rPr lang="en-US" sz="2600" b="1" i="1" dirty="0">
                <a:solidFill>
                  <a:srgbClr val="002060"/>
                </a:solidFill>
                <a:latin typeface="Times New Roman" panose="02020603050405020304" pitchFamily="18" charset="0"/>
                <a:cs typeface="Times New Roman" panose="02020603050405020304" pitchFamily="18" charset="0"/>
              </a:rPr>
              <a:t> </a:t>
            </a:r>
            <a:r>
              <a:rPr lang="en-US" sz="2600" b="1" i="1" dirty="0" err="1">
                <a:solidFill>
                  <a:srgbClr val="002060"/>
                </a:solidFill>
                <a:latin typeface="Times New Roman" panose="02020603050405020304" pitchFamily="18" charset="0"/>
                <a:cs typeface="Times New Roman" panose="02020603050405020304" pitchFamily="18" charset="0"/>
              </a:rPr>
              <a:t>cách</a:t>
            </a:r>
            <a:r>
              <a:rPr lang="en-US" sz="2600" b="1" i="1" dirty="0">
                <a:solidFill>
                  <a:srgbClr val="002060"/>
                </a:solidFill>
                <a:latin typeface="Times New Roman" panose="02020603050405020304" pitchFamily="18" charset="0"/>
                <a:cs typeface="Times New Roman" panose="02020603050405020304" pitchFamily="18" charset="0"/>
              </a:rPr>
              <a:t> </a:t>
            </a:r>
            <a:r>
              <a:rPr lang="en-US" sz="2600" b="1" i="1" dirty="0" err="1">
                <a:solidFill>
                  <a:srgbClr val="002060"/>
                </a:solidFill>
                <a:latin typeface="Times New Roman" panose="02020603050405020304" pitchFamily="18" charset="0"/>
                <a:cs typeface="Times New Roman" panose="02020603050405020304" pitchFamily="18" charset="0"/>
              </a:rPr>
              <a:t>mạng</a:t>
            </a:r>
            <a:r>
              <a:rPr lang="en-US" sz="2600" b="1" i="1" dirty="0">
                <a:solidFill>
                  <a:srgbClr val="002060"/>
                </a:solidFill>
                <a:latin typeface="Times New Roman" panose="02020603050405020304" pitchFamily="18" charset="0"/>
                <a:cs typeface="Times New Roman" panose="02020603050405020304" pitchFamily="18" charset="0"/>
              </a:rPr>
              <a:t> XHCN </a:t>
            </a:r>
            <a:endParaRPr lang="en-US" sz="2600" b="1"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6624601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26658">
                                            <p:txEl>
                                              <p:pRg st="0" end="0"/>
                                            </p:txEl>
                                          </p:spTgt>
                                        </p:tgtEl>
                                        <p:attrNameLst>
                                          <p:attrName>style.visibility</p:attrName>
                                        </p:attrNameLst>
                                      </p:cBhvr>
                                      <p:to>
                                        <p:strVal val="visible"/>
                                      </p:to>
                                    </p:set>
                                    <p:anim calcmode="lin" valueType="num">
                                      <p:cBhvr additive="base">
                                        <p:cTn id="7" dur="500" fill="hold"/>
                                        <p:tgtEl>
                                          <p:spTgt spid="32665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2665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326658">
                                            <p:txEl>
                                              <p:pRg st="1" end="1"/>
                                            </p:txEl>
                                          </p:spTgt>
                                        </p:tgtEl>
                                        <p:attrNameLst>
                                          <p:attrName>style.visibility</p:attrName>
                                        </p:attrNameLst>
                                      </p:cBhvr>
                                      <p:to>
                                        <p:strVal val="visible"/>
                                      </p:to>
                                    </p:set>
                                    <p:anim calcmode="lin" valueType="num">
                                      <p:cBhvr additive="base">
                                        <p:cTn id="13" dur="500" fill="hold"/>
                                        <p:tgtEl>
                                          <p:spTgt spid="32665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2665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326658">
                                            <p:txEl>
                                              <p:pRg st="2" end="2"/>
                                            </p:txEl>
                                          </p:spTgt>
                                        </p:tgtEl>
                                        <p:attrNameLst>
                                          <p:attrName>style.visibility</p:attrName>
                                        </p:attrNameLst>
                                      </p:cBhvr>
                                      <p:to>
                                        <p:strVal val="visible"/>
                                      </p:to>
                                    </p:set>
                                    <p:anim calcmode="lin" valueType="num">
                                      <p:cBhvr additive="base">
                                        <p:cTn id="19" dur="500" fill="hold"/>
                                        <p:tgtEl>
                                          <p:spTgt spid="326658">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2665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326658">
                                            <p:txEl>
                                              <p:pRg st="3" end="3"/>
                                            </p:txEl>
                                          </p:spTgt>
                                        </p:tgtEl>
                                        <p:attrNameLst>
                                          <p:attrName>style.visibility</p:attrName>
                                        </p:attrNameLst>
                                      </p:cBhvr>
                                      <p:to>
                                        <p:strVal val="visible"/>
                                      </p:to>
                                    </p:set>
                                    <p:anim calcmode="lin" valueType="num">
                                      <p:cBhvr additive="base">
                                        <p:cTn id="25" dur="500" fill="hold"/>
                                        <p:tgtEl>
                                          <p:spTgt spid="326658">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26658">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326658">
                                            <p:txEl>
                                              <p:pRg st="4" end="4"/>
                                            </p:txEl>
                                          </p:spTgt>
                                        </p:tgtEl>
                                        <p:attrNameLst>
                                          <p:attrName>style.visibility</p:attrName>
                                        </p:attrNameLst>
                                      </p:cBhvr>
                                      <p:to>
                                        <p:strVal val="visible"/>
                                      </p:to>
                                    </p:set>
                                    <p:anim calcmode="lin" valueType="num">
                                      <p:cBhvr additive="base">
                                        <p:cTn id="31" dur="500" fill="hold"/>
                                        <p:tgtEl>
                                          <p:spTgt spid="326658">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26658">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nodeType="clickEffect">
                                  <p:stCondLst>
                                    <p:cond delay="0"/>
                                  </p:stCondLst>
                                  <p:childTnLst>
                                    <p:set>
                                      <p:cBhvr>
                                        <p:cTn id="36" dur="1" fill="hold">
                                          <p:stCondLst>
                                            <p:cond delay="0"/>
                                          </p:stCondLst>
                                        </p:cTn>
                                        <p:tgtEl>
                                          <p:spTgt spid="326658">
                                            <p:txEl>
                                              <p:pRg st="5" end="5"/>
                                            </p:txEl>
                                          </p:spTgt>
                                        </p:tgtEl>
                                        <p:attrNameLst>
                                          <p:attrName>style.visibility</p:attrName>
                                        </p:attrNameLst>
                                      </p:cBhvr>
                                      <p:to>
                                        <p:strVal val="visible"/>
                                      </p:to>
                                    </p:set>
                                    <p:anim calcmode="lin" valueType="num">
                                      <p:cBhvr additive="base">
                                        <p:cTn id="37" dur="500" fill="hold"/>
                                        <p:tgtEl>
                                          <p:spTgt spid="326658">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26658">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Number Placeholder 3"/>
          <p:cNvSpPr>
            <a:spLocks noGrp="1"/>
          </p:cNvSpPr>
          <p:nvPr>
            <p:ph type="sldNum" sz="quarter" idx="12"/>
          </p:nvPr>
        </p:nvSpPr>
        <p:spPr/>
        <p:txBody>
          <a:bodyPr/>
          <a:lstStyle>
            <a:lvl1pPr eaLnBrk="0" hangingPunct="0">
              <a:defRPr sz="2400">
                <a:solidFill>
                  <a:srgbClr val="00FF00"/>
                </a:solidFill>
                <a:latin typeface=".VnArial" panose="020B7200000000000000" pitchFamily="34" charset="0"/>
              </a:defRPr>
            </a:lvl1pPr>
            <a:lvl2pPr marL="742950" indent="-285750" eaLnBrk="0" hangingPunct="0">
              <a:defRPr sz="2400">
                <a:solidFill>
                  <a:srgbClr val="00FF00"/>
                </a:solidFill>
                <a:latin typeface=".VnArial" panose="020B7200000000000000" pitchFamily="34" charset="0"/>
              </a:defRPr>
            </a:lvl2pPr>
            <a:lvl3pPr marL="1143000" indent="-228600" eaLnBrk="0" hangingPunct="0">
              <a:defRPr sz="2400">
                <a:solidFill>
                  <a:srgbClr val="00FF00"/>
                </a:solidFill>
                <a:latin typeface=".VnArial" panose="020B7200000000000000" pitchFamily="34" charset="0"/>
              </a:defRPr>
            </a:lvl3pPr>
            <a:lvl4pPr marL="1600200" indent="-228600" eaLnBrk="0" hangingPunct="0">
              <a:defRPr sz="2400">
                <a:solidFill>
                  <a:srgbClr val="00FF00"/>
                </a:solidFill>
                <a:latin typeface=".VnArial" panose="020B7200000000000000" pitchFamily="34" charset="0"/>
              </a:defRPr>
            </a:lvl4pPr>
            <a:lvl5pPr marL="2057400" indent="-228600" eaLnBrk="0" hangingPunct="0">
              <a:defRPr sz="2400">
                <a:solidFill>
                  <a:srgbClr val="00FF00"/>
                </a:solidFill>
                <a:latin typeface=".VnArial" panose="020B7200000000000000" pitchFamily="34" charset="0"/>
              </a:defRPr>
            </a:lvl5pPr>
            <a:lvl6pPr marL="2514600" indent="-228600" eaLnBrk="0" fontAlgn="base" hangingPunct="0">
              <a:spcBef>
                <a:spcPct val="0"/>
              </a:spcBef>
              <a:spcAft>
                <a:spcPct val="0"/>
              </a:spcAft>
              <a:defRPr sz="2400">
                <a:solidFill>
                  <a:srgbClr val="00FF00"/>
                </a:solidFill>
                <a:latin typeface=".VnArial" panose="020B7200000000000000" pitchFamily="34" charset="0"/>
              </a:defRPr>
            </a:lvl6pPr>
            <a:lvl7pPr marL="2971800" indent="-228600" eaLnBrk="0" fontAlgn="base" hangingPunct="0">
              <a:spcBef>
                <a:spcPct val="0"/>
              </a:spcBef>
              <a:spcAft>
                <a:spcPct val="0"/>
              </a:spcAft>
              <a:defRPr sz="2400">
                <a:solidFill>
                  <a:srgbClr val="00FF00"/>
                </a:solidFill>
                <a:latin typeface=".VnArial" panose="020B7200000000000000" pitchFamily="34" charset="0"/>
              </a:defRPr>
            </a:lvl7pPr>
            <a:lvl8pPr marL="3429000" indent="-228600" eaLnBrk="0" fontAlgn="base" hangingPunct="0">
              <a:spcBef>
                <a:spcPct val="0"/>
              </a:spcBef>
              <a:spcAft>
                <a:spcPct val="0"/>
              </a:spcAft>
              <a:defRPr sz="2400">
                <a:solidFill>
                  <a:srgbClr val="00FF00"/>
                </a:solidFill>
                <a:latin typeface=".VnArial" panose="020B7200000000000000" pitchFamily="34" charset="0"/>
              </a:defRPr>
            </a:lvl8pPr>
            <a:lvl9pPr marL="3886200" indent="-228600" eaLnBrk="0" fontAlgn="base" hangingPunct="0">
              <a:spcBef>
                <a:spcPct val="0"/>
              </a:spcBef>
              <a:spcAft>
                <a:spcPct val="0"/>
              </a:spcAft>
              <a:defRPr sz="2400">
                <a:solidFill>
                  <a:srgbClr val="00FF00"/>
                </a:solidFill>
                <a:latin typeface=".VnArial" panose="020B7200000000000000" pitchFamily="34" charset="0"/>
              </a:defRPr>
            </a:lvl9pPr>
          </a:lstStyle>
          <a:p>
            <a:pPr eaLnBrk="1" hangingPunct="1"/>
            <a:fld id="{BD66C01E-349F-488A-9E60-938CFF791BEE}" type="slidenum">
              <a:rPr lang="en-US" sz="1200">
                <a:solidFill>
                  <a:srgbClr val="898989"/>
                </a:solidFill>
              </a:rPr>
              <a:pPr eaLnBrk="1" hangingPunct="1"/>
              <a:t>19</a:t>
            </a:fld>
            <a:endParaRPr lang="en-US" sz="1200">
              <a:solidFill>
                <a:srgbClr val="898989"/>
              </a:solidFill>
            </a:endParaRPr>
          </a:p>
        </p:txBody>
      </p:sp>
      <p:pic>
        <p:nvPicPr>
          <p:cNvPr id="49155" name="Picture 2" descr="marx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63726" y="2514600"/>
            <a:ext cx="1598613" cy="212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156" name="Text Box 3"/>
          <p:cNvSpPr txBox="1">
            <a:spLocks noChangeArrowheads="1"/>
          </p:cNvSpPr>
          <p:nvPr/>
        </p:nvSpPr>
        <p:spPr bwMode="auto">
          <a:xfrm>
            <a:off x="1828800" y="2209800"/>
            <a:ext cx="9144000" cy="71438"/>
          </a:xfrm>
          <a:prstGeom prst="rect">
            <a:avLst/>
          </a:prstGeom>
          <a:solidFill>
            <a:srgbClr val="CE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400">
                <a:solidFill>
                  <a:srgbClr val="00FF00"/>
                </a:solidFill>
                <a:latin typeface=".VnArial" panose="020B7200000000000000" pitchFamily="34" charset="0"/>
              </a:defRPr>
            </a:lvl1pPr>
            <a:lvl2pPr marL="742950" indent="-285750" eaLnBrk="0" hangingPunct="0">
              <a:defRPr sz="2400">
                <a:solidFill>
                  <a:srgbClr val="00FF00"/>
                </a:solidFill>
                <a:latin typeface=".VnArial" panose="020B7200000000000000" pitchFamily="34" charset="0"/>
              </a:defRPr>
            </a:lvl2pPr>
            <a:lvl3pPr marL="1143000" indent="-228600" eaLnBrk="0" hangingPunct="0">
              <a:defRPr sz="2400">
                <a:solidFill>
                  <a:srgbClr val="00FF00"/>
                </a:solidFill>
                <a:latin typeface=".VnArial" panose="020B7200000000000000" pitchFamily="34" charset="0"/>
              </a:defRPr>
            </a:lvl3pPr>
            <a:lvl4pPr marL="1600200" indent="-228600" eaLnBrk="0" hangingPunct="0">
              <a:defRPr sz="2400">
                <a:solidFill>
                  <a:srgbClr val="00FF00"/>
                </a:solidFill>
                <a:latin typeface=".VnArial" panose="020B7200000000000000" pitchFamily="34" charset="0"/>
              </a:defRPr>
            </a:lvl4pPr>
            <a:lvl5pPr marL="2057400" indent="-228600" eaLnBrk="0" hangingPunct="0">
              <a:defRPr sz="2400">
                <a:solidFill>
                  <a:srgbClr val="00FF00"/>
                </a:solidFill>
                <a:latin typeface=".VnArial" panose="020B7200000000000000" pitchFamily="34" charset="0"/>
              </a:defRPr>
            </a:lvl5pPr>
            <a:lvl6pPr marL="2514600" indent="-228600" eaLnBrk="0" fontAlgn="base" hangingPunct="0">
              <a:spcBef>
                <a:spcPct val="0"/>
              </a:spcBef>
              <a:spcAft>
                <a:spcPct val="0"/>
              </a:spcAft>
              <a:defRPr sz="2400">
                <a:solidFill>
                  <a:srgbClr val="00FF00"/>
                </a:solidFill>
                <a:latin typeface=".VnArial" panose="020B7200000000000000" pitchFamily="34" charset="0"/>
              </a:defRPr>
            </a:lvl6pPr>
            <a:lvl7pPr marL="2971800" indent="-228600" eaLnBrk="0" fontAlgn="base" hangingPunct="0">
              <a:spcBef>
                <a:spcPct val="0"/>
              </a:spcBef>
              <a:spcAft>
                <a:spcPct val="0"/>
              </a:spcAft>
              <a:defRPr sz="2400">
                <a:solidFill>
                  <a:srgbClr val="00FF00"/>
                </a:solidFill>
                <a:latin typeface=".VnArial" panose="020B7200000000000000" pitchFamily="34" charset="0"/>
              </a:defRPr>
            </a:lvl7pPr>
            <a:lvl8pPr marL="3429000" indent="-228600" eaLnBrk="0" fontAlgn="base" hangingPunct="0">
              <a:spcBef>
                <a:spcPct val="0"/>
              </a:spcBef>
              <a:spcAft>
                <a:spcPct val="0"/>
              </a:spcAft>
              <a:defRPr sz="2400">
                <a:solidFill>
                  <a:srgbClr val="00FF00"/>
                </a:solidFill>
                <a:latin typeface=".VnArial" panose="020B7200000000000000" pitchFamily="34" charset="0"/>
              </a:defRPr>
            </a:lvl8pPr>
            <a:lvl9pPr marL="3886200" indent="-228600" eaLnBrk="0" fontAlgn="base" hangingPunct="0">
              <a:spcBef>
                <a:spcPct val="0"/>
              </a:spcBef>
              <a:spcAft>
                <a:spcPct val="0"/>
              </a:spcAft>
              <a:defRPr sz="2400">
                <a:solidFill>
                  <a:srgbClr val="00FF00"/>
                </a:solidFill>
                <a:latin typeface=".VnArial" panose="020B7200000000000000" pitchFamily="34" charset="0"/>
              </a:defRPr>
            </a:lvl9pPr>
          </a:lstStyle>
          <a:p>
            <a:pPr algn="ctr" eaLnBrk="1" hangingPunct="1"/>
            <a:endParaRPr lang="en-US" altLang="en-US" sz="2000" b="1">
              <a:solidFill>
                <a:schemeClr val="tx1"/>
              </a:solidFill>
              <a:latin typeface="Calibri" panose="020F0502020204030204" pitchFamily="34" charset="0"/>
            </a:endParaRPr>
          </a:p>
        </p:txBody>
      </p:sp>
      <p:pic>
        <p:nvPicPr>
          <p:cNvPr id="49157" name="Picture 4" descr="Leni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24600" y="2643188"/>
            <a:ext cx="1593850" cy="208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9160" name="Picture 7" descr="Engel"/>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14800" y="2624138"/>
            <a:ext cx="1557338" cy="208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9161" name="Picture 8" descr="hcm"/>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67713" y="2590800"/>
            <a:ext cx="1655762" cy="208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162" name="Text Box 9"/>
          <p:cNvSpPr txBox="1">
            <a:spLocks noChangeArrowheads="1"/>
          </p:cNvSpPr>
          <p:nvPr/>
        </p:nvSpPr>
        <p:spPr bwMode="auto">
          <a:xfrm>
            <a:off x="1524000" y="6338888"/>
            <a:ext cx="9144000" cy="519112"/>
          </a:xfrm>
          <a:prstGeom prst="rect">
            <a:avLst/>
          </a:prstGeom>
          <a:solidFill>
            <a:srgbClr val="CE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FF00"/>
                </a:solidFill>
                <a:latin typeface=".VnArial" panose="020B7200000000000000" pitchFamily="34" charset="0"/>
              </a:defRPr>
            </a:lvl1pPr>
            <a:lvl2pPr marL="742950" indent="-285750" eaLnBrk="0" hangingPunct="0">
              <a:defRPr sz="2400">
                <a:solidFill>
                  <a:srgbClr val="00FF00"/>
                </a:solidFill>
                <a:latin typeface=".VnArial" panose="020B7200000000000000" pitchFamily="34" charset="0"/>
              </a:defRPr>
            </a:lvl2pPr>
            <a:lvl3pPr marL="1143000" indent="-228600" eaLnBrk="0" hangingPunct="0">
              <a:defRPr sz="2400">
                <a:solidFill>
                  <a:srgbClr val="00FF00"/>
                </a:solidFill>
                <a:latin typeface=".VnArial" panose="020B7200000000000000" pitchFamily="34" charset="0"/>
              </a:defRPr>
            </a:lvl3pPr>
            <a:lvl4pPr marL="1600200" indent="-228600" eaLnBrk="0" hangingPunct="0">
              <a:defRPr sz="2400">
                <a:solidFill>
                  <a:srgbClr val="00FF00"/>
                </a:solidFill>
                <a:latin typeface=".VnArial" panose="020B7200000000000000" pitchFamily="34" charset="0"/>
              </a:defRPr>
            </a:lvl4pPr>
            <a:lvl5pPr marL="2057400" indent="-228600" eaLnBrk="0" hangingPunct="0">
              <a:defRPr sz="2400">
                <a:solidFill>
                  <a:srgbClr val="00FF00"/>
                </a:solidFill>
                <a:latin typeface=".VnArial" panose="020B7200000000000000" pitchFamily="34" charset="0"/>
              </a:defRPr>
            </a:lvl5pPr>
            <a:lvl6pPr marL="2514600" indent="-228600" eaLnBrk="0" fontAlgn="base" hangingPunct="0">
              <a:spcBef>
                <a:spcPct val="0"/>
              </a:spcBef>
              <a:spcAft>
                <a:spcPct val="0"/>
              </a:spcAft>
              <a:defRPr sz="2400">
                <a:solidFill>
                  <a:srgbClr val="00FF00"/>
                </a:solidFill>
                <a:latin typeface=".VnArial" panose="020B7200000000000000" pitchFamily="34" charset="0"/>
              </a:defRPr>
            </a:lvl6pPr>
            <a:lvl7pPr marL="2971800" indent="-228600" eaLnBrk="0" fontAlgn="base" hangingPunct="0">
              <a:spcBef>
                <a:spcPct val="0"/>
              </a:spcBef>
              <a:spcAft>
                <a:spcPct val="0"/>
              </a:spcAft>
              <a:defRPr sz="2400">
                <a:solidFill>
                  <a:srgbClr val="00FF00"/>
                </a:solidFill>
                <a:latin typeface=".VnArial" panose="020B7200000000000000" pitchFamily="34" charset="0"/>
              </a:defRPr>
            </a:lvl7pPr>
            <a:lvl8pPr marL="3429000" indent="-228600" eaLnBrk="0" fontAlgn="base" hangingPunct="0">
              <a:spcBef>
                <a:spcPct val="0"/>
              </a:spcBef>
              <a:spcAft>
                <a:spcPct val="0"/>
              </a:spcAft>
              <a:defRPr sz="2400">
                <a:solidFill>
                  <a:srgbClr val="00FF00"/>
                </a:solidFill>
                <a:latin typeface=".VnArial" panose="020B7200000000000000" pitchFamily="34" charset="0"/>
              </a:defRPr>
            </a:lvl8pPr>
            <a:lvl9pPr marL="3886200" indent="-228600" eaLnBrk="0" fontAlgn="base" hangingPunct="0">
              <a:spcBef>
                <a:spcPct val="0"/>
              </a:spcBef>
              <a:spcAft>
                <a:spcPct val="0"/>
              </a:spcAft>
              <a:defRPr sz="2400">
                <a:solidFill>
                  <a:srgbClr val="00FF00"/>
                </a:solidFill>
                <a:latin typeface=".VnArial" panose="020B7200000000000000" pitchFamily="34" charset="0"/>
              </a:defRPr>
            </a:lvl9pPr>
          </a:lstStyle>
          <a:p>
            <a:pPr algn="ctr" eaLnBrk="1" hangingPunct="1"/>
            <a:endParaRPr lang="en-US" altLang="en-US" sz="2800">
              <a:solidFill>
                <a:srgbClr val="FFFF13"/>
              </a:solidFill>
              <a:latin typeface="Calibri" panose="020F0502020204030204" pitchFamily="34" charset="0"/>
            </a:endParaRPr>
          </a:p>
        </p:txBody>
      </p:sp>
      <p:sp>
        <p:nvSpPr>
          <p:cNvPr id="270346" name="WordArt 10"/>
          <p:cNvSpPr>
            <a:spLocks noChangeArrowheads="1" noChangeShapeType="1" noTextEdit="1"/>
          </p:cNvSpPr>
          <p:nvPr/>
        </p:nvSpPr>
        <p:spPr bwMode="auto">
          <a:xfrm>
            <a:off x="2743200" y="550862"/>
            <a:ext cx="8610600" cy="1143000"/>
          </a:xfrm>
          <a:prstGeom prst="rect">
            <a:avLst/>
          </a:prstGeom>
        </p:spPr>
        <p:txBody>
          <a:bodyPr wrap="none" fromWordArt="1">
            <a:prstTxWarp prst="textPlain">
              <a:avLst>
                <a:gd name="adj" fmla="val 50000"/>
              </a:avLst>
            </a:prstTxWarp>
          </a:bodyPr>
          <a:lstStyle/>
          <a:p>
            <a:r>
              <a:rPr lang="en-US" sz="4000" b="1" kern="10" dirty="0" smtClean="0">
                <a:ln w="12700">
                  <a:solidFill>
                    <a:srgbClr val="FFFF00"/>
                  </a:solidFill>
                  <a:round/>
                  <a:headEnd/>
                  <a:tailEnd/>
                </a:ln>
                <a:solidFill>
                  <a:srgbClr val="FF0000"/>
                </a:solidFill>
                <a:effectLst>
                  <a:outerShdw dist="35921" dir="2700000" sy="50000" kx="2115830" algn="bl" rotWithShape="0">
                    <a:srgbClr val="C0C0C0">
                      <a:alpha val="79999"/>
                    </a:srgbClr>
                  </a:outerShdw>
                </a:effectLst>
                <a:latin typeface="Arial" panose="020B0604020202020204" pitchFamily="34" charset="0"/>
                <a:cs typeface="Arial" panose="020B0604020202020204" pitchFamily="34" charset="0"/>
              </a:rPr>
              <a:t>1.2</a:t>
            </a:r>
            <a:r>
              <a:rPr lang="en-US" sz="4000" b="1" kern="10" dirty="0">
                <a:ln w="12700">
                  <a:solidFill>
                    <a:srgbClr val="FFFF00"/>
                  </a:solidFill>
                  <a:round/>
                  <a:headEnd/>
                  <a:tailEnd/>
                </a:ln>
                <a:solidFill>
                  <a:srgbClr val="FF0000"/>
                </a:solidFill>
                <a:effectLst>
                  <a:outerShdw dist="35921" dir="2700000" sy="50000" kx="2115830" algn="bl" rotWithShape="0">
                    <a:srgbClr val="C0C0C0">
                      <a:alpha val="79999"/>
                    </a:srgbClr>
                  </a:outerShdw>
                </a:effectLst>
                <a:latin typeface="Arial" panose="020B0604020202020204" pitchFamily="34" charset="0"/>
                <a:cs typeface="Arial" panose="020B0604020202020204" pitchFamily="34" charset="0"/>
              </a:rPr>
              <a:t>. </a:t>
            </a:r>
            <a:r>
              <a:rPr lang="en-US" sz="4000" b="1" kern="10" dirty="0" err="1">
                <a:ln w="12700">
                  <a:solidFill>
                    <a:srgbClr val="FFFF00"/>
                  </a:solidFill>
                  <a:round/>
                  <a:headEnd/>
                  <a:tailEnd/>
                </a:ln>
                <a:solidFill>
                  <a:srgbClr val="FF0000"/>
                </a:solidFill>
                <a:effectLst>
                  <a:outerShdw dist="35921" dir="2700000" sy="50000" kx="2115830" algn="bl" rotWithShape="0">
                    <a:srgbClr val="C0C0C0">
                      <a:alpha val="79999"/>
                    </a:srgbClr>
                  </a:outerShdw>
                </a:effectLst>
                <a:latin typeface="Arial" panose="020B0604020202020204" pitchFamily="34" charset="0"/>
                <a:cs typeface="Arial" panose="020B0604020202020204" pitchFamily="34" charset="0"/>
              </a:rPr>
              <a:t>Các</a:t>
            </a:r>
            <a:r>
              <a:rPr lang="en-US" sz="4000" b="1" kern="10" dirty="0">
                <a:ln w="12700">
                  <a:solidFill>
                    <a:srgbClr val="FFFF00"/>
                  </a:solidFill>
                  <a:round/>
                  <a:headEnd/>
                  <a:tailEnd/>
                </a:ln>
                <a:solidFill>
                  <a:srgbClr val="FF0000"/>
                </a:solidFill>
                <a:effectLst>
                  <a:outerShdw dist="35921" dir="2700000" sy="50000" kx="2115830" algn="bl" rotWithShape="0">
                    <a:srgbClr val="C0C0C0">
                      <a:alpha val="79999"/>
                    </a:srgbClr>
                  </a:outerShdw>
                </a:effectLst>
                <a:latin typeface="Arial" panose="020B0604020202020204" pitchFamily="34" charset="0"/>
                <a:cs typeface="Arial" panose="020B0604020202020204" pitchFamily="34" charset="0"/>
              </a:rPr>
              <a:t> </a:t>
            </a:r>
            <a:r>
              <a:rPr lang="en-US" sz="4000" b="1" kern="10" dirty="0" err="1">
                <a:ln w="12700">
                  <a:solidFill>
                    <a:srgbClr val="FFFF00"/>
                  </a:solidFill>
                  <a:round/>
                  <a:headEnd/>
                  <a:tailEnd/>
                </a:ln>
                <a:solidFill>
                  <a:srgbClr val="FF0000"/>
                </a:solidFill>
                <a:effectLst>
                  <a:outerShdw dist="35921" dir="2700000" sy="50000" kx="2115830" algn="bl" rotWithShape="0">
                    <a:srgbClr val="C0C0C0">
                      <a:alpha val="79999"/>
                    </a:srgbClr>
                  </a:outerShdw>
                </a:effectLst>
                <a:latin typeface="Arial" panose="020B0604020202020204" pitchFamily="34" charset="0"/>
                <a:cs typeface="Arial" panose="020B0604020202020204" pitchFamily="34" charset="0"/>
              </a:rPr>
              <a:t>giai</a:t>
            </a:r>
            <a:r>
              <a:rPr lang="en-US" sz="4000" b="1" kern="10" dirty="0">
                <a:ln w="12700">
                  <a:solidFill>
                    <a:srgbClr val="FFFF00"/>
                  </a:solidFill>
                  <a:round/>
                  <a:headEnd/>
                  <a:tailEnd/>
                </a:ln>
                <a:solidFill>
                  <a:srgbClr val="FF0000"/>
                </a:solidFill>
                <a:effectLst>
                  <a:outerShdw dist="35921" dir="2700000" sy="50000" kx="2115830" algn="bl" rotWithShape="0">
                    <a:srgbClr val="C0C0C0">
                      <a:alpha val="79999"/>
                    </a:srgbClr>
                  </a:outerShdw>
                </a:effectLst>
                <a:latin typeface="Arial" panose="020B0604020202020204" pitchFamily="34" charset="0"/>
                <a:cs typeface="Arial" panose="020B0604020202020204" pitchFamily="34" charset="0"/>
              </a:rPr>
              <a:t> </a:t>
            </a:r>
            <a:r>
              <a:rPr lang="en-US" sz="4000" b="1" kern="10" dirty="0" err="1">
                <a:ln w="12700">
                  <a:solidFill>
                    <a:srgbClr val="FFFF00"/>
                  </a:solidFill>
                  <a:round/>
                  <a:headEnd/>
                  <a:tailEnd/>
                </a:ln>
                <a:solidFill>
                  <a:srgbClr val="FF0000"/>
                </a:solidFill>
                <a:effectLst>
                  <a:outerShdw dist="35921" dir="2700000" sy="50000" kx="2115830" algn="bl" rotWithShape="0">
                    <a:srgbClr val="C0C0C0">
                      <a:alpha val="79999"/>
                    </a:srgbClr>
                  </a:outerShdw>
                </a:effectLst>
                <a:latin typeface="Arial" panose="020B0604020202020204" pitchFamily="34" charset="0"/>
                <a:cs typeface="Arial" panose="020B0604020202020204" pitchFamily="34" charset="0"/>
              </a:rPr>
              <a:t>đoạn</a:t>
            </a:r>
            <a:r>
              <a:rPr lang="en-US" sz="4000" b="1" kern="10" dirty="0">
                <a:ln w="12700">
                  <a:solidFill>
                    <a:srgbClr val="FFFF00"/>
                  </a:solidFill>
                  <a:round/>
                  <a:headEnd/>
                  <a:tailEnd/>
                </a:ln>
                <a:solidFill>
                  <a:srgbClr val="FF0000"/>
                </a:solidFill>
                <a:effectLst>
                  <a:outerShdw dist="35921" dir="2700000" sy="50000" kx="2115830" algn="bl" rotWithShape="0">
                    <a:srgbClr val="C0C0C0">
                      <a:alpha val="79999"/>
                    </a:srgbClr>
                  </a:outerShdw>
                </a:effectLst>
                <a:latin typeface="Arial" panose="020B0604020202020204" pitchFamily="34" charset="0"/>
                <a:cs typeface="Arial" panose="020B0604020202020204" pitchFamily="34" charset="0"/>
              </a:rPr>
              <a:t> </a:t>
            </a:r>
            <a:r>
              <a:rPr lang="en-US" sz="4000" b="1" kern="10" dirty="0" err="1">
                <a:ln w="12700">
                  <a:solidFill>
                    <a:srgbClr val="FFFF00"/>
                  </a:solidFill>
                  <a:round/>
                  <a:headEnd/>
                  <a:tailEnd/>
                </a:ln>
                <a:solidFill>
                  <a:srgbClr val="FF0000"/>
                </a:solidFill>
                <a:effectLst>
                  <a:outerShdw dist="35921" dir="2700000" sy="50000" kx="2115830" algn="bl" rotWithShape="0">
                    <a:srgbClr val="C0C0C0">
                      <a:alpha val="79999"/>
                    </a:srgbClr>
                  </a:outerShdw>
                </a:effectLst>
                <a:latin typeface="Arial" panose="020B0604020202020204" pitchFamily="34" charset="0"/>
                <a:cs typeface="Arial" panose="020B0604020202020204" pitchFamily="34" charset="0"/>
              </a:rPr>
              <a:t>phát</a:t>
            </a:r>
            <a:r>
              <a:rPr lang="en-US" sz="4000" b="1" kern="10" dirty="0">
                <a:ln w="12700">
                  <a:solidFill>
                    <a:srgbClr val="FFFF00"/>
                  </a:solidFill>
                  <a:round/>
                  <a:headEnd/>
                  <a:tailEnd/>
                </a:ln>
                <a:solidFill>
                  <a:srgbClr val="FF0000"/>
                </a:solidFill>
                <a:effectLst>
                  <a:outerShdw dist="35921" dir="2700000" sy="50000" kx="2115830" algn="bl" rotWithShape="0">
                    <a:srgbClr val="C0C0C0">
                      <a:alpha val="79999"/>
                    </a:srgbClr>
                  </a:outerShdw>
                </a:effectLst>
                <a:latin typeface="Arial" panose="020B0604020202020204" pitchFamily="34" charset="0"/>
                <a:cs typeface="Arial" panose="020B0604020202020204" pitchFamily="34" charset="0"/>
              </a:rPr>
              <a:t> </a:t>
            </a:r>
            <a:r>
              <a:rPr lang="en-US" sz="4000" b="1" kern="10" dirty="0" err="1">
                <a:ln w="12700">
                  <a:solidFill>
                    <a:srgbClr val="FFFF00"/>
                  </a:solidFill>
                  <a:round/>
                  <a:headEnd/>
                  <a:tailEnd/>
                </a:ln>
                <a:solidFill>
                  <a:srgbClr val="FF0000"/>
                </a:solidFill>
                <a:effectLst>
                  <a:outerShdw dist="35921" dir="2700000" sy="50000" kx="2115830" algn="bl" rotWithShape="0">
                    <a:srgbClr val="C0C0C0">
                      <a:alpha val="79999"/>
                    </a:srgbClr>
                  </a:outerShdw>
                </a:effectLst>
                <a:latin typeface="Arial" panose="020B0604020202020204" pitchFamily="34" charset="0"/>
                <a:cs typeface="Arial" panose="020B0604020202020204" pitchFamily="34" charset="0"/>
              </a:rPr>
              <a:t>triển</a:t>
            </a:r>
            <a:r>
              <a:rPr lang="en-US" sz="4000" b="1" kern="10" dirty="0">
                <a:ln w="12700">
                  <a:solidFill>
                    <a:srgbClr val="FFFF00"/>
                  </a:solidFill>
                  <a:round/>
                  <a:headEnd/>
                  <a:tailEnd/>
                </a:ln>
                <a:solidFill>
                  <a:srgbClr val="FF0000"/>
                </a:solidFill>
                <a:effectLst>
                  <a:outerShdw dist="35921" dir="2700000" sy="50000" kx="2115830" algn="bl" rotWithShape="0">
                    <a:srgbClr val="C0C0C0">
                      <a:alpha val="79999"/>
                    </a:srgbClr>
                  </a:outerShdw>
                </a:effectLst>
                <a:latin typeface="Arial" panose="020B0604020202020204" pitchFamily="34" charset="0"/>
                <a:cs typeface="Arial" panose="020B0604020202020204" pitchFamily="34" charset="0"/>
              </a:rPr>
              <a:t> </a:t>
            </a:r>
            <a:r>
              <a:rPr lang="en-US" sz="4000" b="1" kern="10" dirty="0" err="1" smtClean="0">
                <a:ln w="12700">
                  <a:solidFill>
                    <a:srgbClr val="FFFF00"/>
                  </a:solidFill>
                  <a:round/>
                  <a:headEnd/>
                  <a:tailEnd/>
                </a:ln>
                <a:solidFill>
                  <a:srgbClr val="FF0000"/>
                </a:solidFill>
                <a:effectLst>
                  <a:outerShdw dist="35921" dir="2700000" sy="50000" kx="2115830" algn="bl" rotWithShape="0">
                    <a:srgbClr val="C0C0C0">
                      <a:alpha val="79999"/>
                    </a:srgbClr>
                  </a:outerShdw>
                </a:effectLst>
                <a:latin typeface="Arial" panose="020B0604020202020204" pitchFamily="34" charset="0"/>
                <a:cs typeface="Arial" panose="020B0604020202020204" pitchFamily="34" charset="0"/>
              </a:rPr>
              <a:t>cơ</a:t>
            </a:r>
            <a:r>
              <a:rPr lang="en-US" sz="4000" b="1" kern="10" dirty="0" smtClean="0">
                <a:ln w="12700">
                  <a:solidFill>
                    <a:srgbClr val="FFFF00"/>
                  </a:solidFill>
                  <a:round/>
                  <a:headEnd/>
                  <a:tailEnd/>
                </a:ln>
                <a:solidFill>
                  <a:srgbClr val="FF0000"/>
                </a:solidFill>
                <a:effectLst>
                  <a:outerShdw dist="35921" dir="2700000" sy="50000" kx="2115830" algn="bl" rotWithShape="0">
                    <a:srgbClr val="C0C0C0">
                      <a:alpha val="79999"/>
                    </a:srgbClr>
                  </a:outerShdw>
                </a:effectLst>
                <a:latin typeface="Arial" panose="020B0604020202020204" pitchFamily="34" charset="0"/>
                <a:cs typeface="Arial" panose="020B0604020202020204" pitchFamily="34" charset="0"/>
              </a:rPr>
              <a:t> </a:t>
            </a:r>
            <a:r>
              <a:rPr lang="en-US" sz="4000" b="1" kern="10" dirty="0" err="1" smtClean="0">
                <a:ln w="12700">
                  <a:solidFill>
                    <a:srgbClr val="FFFF00"/>
                  </a:solidFill>
                  <a:round/>
                  <a:headEnd/>
                  <a:tailEnd/>
                </a:ln>
                <a:solidFill>
                  <a:srgbClr val="FF0000"/>
                </a:solidFill>
                <a:effectLst>
                  <a:outerShdw dist="35921" dir="2700000" sy="50000" kx="2115830" algn="bl" rotWithShape="0">
                    <a:srgbClr val="C0C0C0">
                      <a:alpha val="79999"/>
                    </a:srgbClr>
                  </a:outerShdw>
                </a:effectLst>
                <a:latin typeface="Arial" panose="020B0604020202020204" pitchFamily="34" charset="0"/>
                <a:cs typeface="Arial" panose="020B0604020202020204" pitchFamily="34" charset="0"/>
              </a:rPr>
              <a:t>bản</a:t>
            </a:r>
            <a:r>
              <a:rPr lang="en-US" sz="4000" b="1" kern="10" dirty="0" smtClean="0">
                <a:ln w="12700">
                  <a:solidFill>
                    <a:srgbClr val="FFFF00"/>
                  </a:solidFill>
                  <a:round/>
                  <a:headEnd/>
                  <a:tailEnd/>
                </a:ln>
                <a:solidFill>
                  <a:srgbClr val="FF0000"/>
                </a:solidFill>
                <a:effectLst>
                  <a:outerShdw dist="35921" dir="2700000" sy="50000" kx="2115830" algn="bl" rotWithShape="0">
                    <a:srgbClr val="C0C0C0">
                      <a:alpha val="79999"/>
                    </a:srgbClr>
                  </a:outerShdw>
                </a:effectLst>
                <a:latin typeface="Arial" panose="020B0604020202020204" pitchFamily="34" charset="0"/>
                <a:cs typeface="Arial" panose="020B0604020202020204" pitchFamily="34" charset="0"/>
              </a:rPr>
              <a:t> </a:t>
            </a:r>
            <a:r>
              <a:rPr lang="en-US" sz="4000" b="1" kern="10" dirty="0" err="1" smtClean="0">
                <a:ln w="12700">
                  <a:solidFill>
                    <a:srgbClr val="FFFF00"/>
                  </a:solidFill>
                  <a:round/>
                  <a:headEnd/>
                  <a:tailEnd/>
                </a:ln>
                <a:solidFill>
                  <a:srgbClr val="FF0000"/>
                </a:solidFill>
                <a:effectLst>
                  <a:outerShdw dist="35921" dir="2700000" sy="50000" kx="2115830" algn="bl" rotWithShape="0">
                    <a:srgbClr val="C0C0C0">
                      <a:alpha val="79999"/>
                    </a:srgbClr>
                  </a:outerShdw>
                </a:effectLst>
                <a:latin typeface="Arial" panose="020B0604020202020204" pitchFamily="34" charset="0"/>
                <a:cs typeface="Arial" panose="020B0604020202020204" pitchFamily="34" charset="0"/>
              </a:rPr>
              <a:t>của</a:t>
            </a:r>
            <a:r>
              <a:rPr lang="en-US" sz="4000" b="1" kern="10" dirty="0" smtClean="0">
                <a:ln w="12700">
                  <a:solidFill>
                    <a:srgbClr val="FFFF00"/>
                  </a:solidFill>
                  <a:round/>
                  <a:headEnd/>
                  <a:tailEnd/>
                </a:ln>
                <a:solidFill>
                  <a:srgbClr val="FF0000"/>
                </a:solidFill>
                <a:effectLst>
                  <a:outerShdw dist="35921" dir="2700000" sy="50000" kx="2115830" algn="bl" rotWithShape="0">
                    <a:srgbClr val="C0C0C0">
                      <a:alpha val="79999"/>
                    </a:srgbClr>
                  </a:outerShdw>
                </a:effectLst>
                <a:latin typeface="Arial" panose="020B0604020202020204" pitchFamily="34" charset="0"/>
                <a:cs typeface="Arial" panose="020B0604020202020204" pitchFamily="34" charset="0"/>
              </a:rPr>
              <a:t> </a:t>
            </a:r>
            <a:r>
              <a:rPr lang="en-US" sz="4000" b="1" kern="10" dirty="0">
                <a:ln w="12700">
                  <a:solidFill>
                    <a:srgbClr val="FFFF00"/>
                  </a:solidFill>
                  <a:round/>
                  <a:headEnd/>
                  <a:tailEnd/>
                </a:ln>
                <a:solidFill>
                  <a:srgbClr val="FF0000"/>
                </a:solidFill>
                <a:effectLst>
                  <a:outerShdw dist="35921" dir="2700000" sy="50000" kx="2115830" algn="bl" rotWithShape="0">
                    <a:srgbClr val="C0C0C0">
                      <a:alpha val="79999"/>
                    </a:srgbClr>
                  </a:outerShdw>
                </a:effectLst>
                <a:latin typeface="Arial" panose="020B0604020202020204" pitchFamily="34" charset="0"/>
                <a:cs typeface="Arial" panose="020B0604020202020204" pitchFamily="34" charset="0"/>
              </a:rPr>
              <a:t>CNXHKH  </a:t>
            </a:r>
          </a:p>
        </p:txBody>
      </p:sp>
    </p:spTree>
    <p:extLst>
      <p:ext uri="{BB962C8B-B14F-4D97-AF65-F5344CB8AC3E}">
        <p14:creationId xmlns:p14="http://schemas.microsoft.com/office/powerpoint/2010/main" val="202475381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70346"/>
                                        </p:tgtEl>
                                        <p:attrNameLst>
                                          <p:attrName>style.visibility</p:attrName>
                                        </p:attrNameLst>
                                      </p:cBhvr>
                                      <p:to>
                                        <p:strVal val="visible"/>
                                      </p:to>
                                    </p:set>
                                    <p:animEffect transition="in" filter="blinds(horizontal)">
                                      <p:cBhvr>
                                        <p:cTn id="7" dur="500"/>
                                        <p:tgtEl>
                                          <p:spTgt spid="2703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0346"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2"/>
          <p:cNvSpPr>
            <a:spLocks noGrp="1" noChangeArrowheads="1"/>
          </p:cNvSpPr>
          <p:nvPr>
            <p:ph type="title"/>
          </p:nvPr>
        </p:nvSpPr>
        <p:spPr>
          <a:xfrm>
            <a:off x="2285999" y="228600"/>
            <a:ext cx="9427779" cy="1143000"/>
          </a:xfrm>
        </p:spPr>
        <p:txBody>
          <a:bodyPr/>
          <a:lstStyle/>
          <a:p>
            <a:pPr eaLnBrk="1" hangingPunct="1"/>
            <a:r>
              <a:rPr lang="en-US" altLang="en-US" sz="3200" b="1" dirty="0" smtClean="0">
                <a:solidFill>
                  <a:srgbClr val="FF3300"/>
                </a:solidFill>
                <a:latin typeface="Times New Roman" panose="02020603050405020304" pitchFamily="18" charset="0"/>
                <a:cs typeface="Times New Roman" panose="02020603050405020304" pitchFamily="18" charset="0"/>
              </a:rPr>
              <a:t>1.2.1</a:t>
            </a:r>
            <a:r>
              <a:rPr lang="en-US" altLang="en-US" sz="3200" b="1" dirty="0">
                <a:solidFill>
                  <a:srgbClr val="FF3300"/>
                </a:solidFill>
                <a:latin typeface="Times New Roman" panose="02020603050405020304" pitchFamily="18" charset="0"/>
                <a:cs typeface="Times New Roman" panose="02020603050405020304" pitchFamily="18" charset="0"/>
              </a:rPr>
              <a:t>. </a:t>
            </a:r>
            <a:r>
              <a:rPr lang="en-US" altLang="en-US" sz="3200" b="1" dirty="0" err="1" smtClean="0">
                <a:solidFill>
                  <a:srgbClr val="FF3300"/>
                </a:solidFill>
                <a:latin typeface="Times New Roman" panose="02020603050405020304" pitchFamily="18" charset="0"/>
                <a:cs typeface="Times New Roman" panose="02020603050405020304" pitchFamily="18" charset="0"/>
              </a:rPr>
              <a:t>C.Mác</a:t>
            </a:r>
            <a:r>
              <a:rPr lang="en-US" altLang="en-US" sz="3200" b="1" dirty="0" smtClean="0">
                <a:solidFill>
                  <a:srgbClr val="FF3300"/>
                </a:solidFill>
                <a:latin typeface="Times New Roman" panose="02020603050405020304" pitchFamily="18" charset="0"/>
                <a:cs typeface="Times New Roman" panose="02020603050405020304" pitchFamily="18" charset="0"/>
              </a:rPr>
              <a:t> </a:t>
            </a:r>
            <a:r>
              <a:rPr lang="en-US" altLang="en-US" sz="3200" b="1" dirty="0" err="1" smtClean="0">
                <a:solidFill>
                  <a:srgbClr val="FF3300"/>
                </a:solidFill>
                <a:latin typeface="Times New Roman" panose="02020603050405020304" pitchFamily="18" charset="0"/>
                <a:cs typeface="Times New Roman" panose="02020603050405020304" pitchFamily="18" charset="0"/>
              </a:rPr>
              <a:t>và</a:t>
            </a:r>
            <a:r>
              <a:rPr lang="en-US" altLang="en-US" sz="3200" b="1" dirty="0" smtClean="0">
                <a:solidFill>
                  <a:srgbClr val="FF3300"/>
                </a:solidFill>
                <a:latin typeface="Times New Roman" panose="02020603050405020304" pitchFamily="18" charset="0"/>
                <a:cs typeface="Times New Roman" panose="02020603050405020304" pitchFamily="18" charset="0"/>
              </a:rPr>
              <a:t> </a:t>
            </a:r>
            <a:r>
              <a:rPr lang="en-US" altLang="en-US" sz="3200" b="1" dirty="0" err="1">
                <a:solidFill>
                  <a:srgbClr val="FF3300"/>
                </a:solidFill>
                <a:latin typeface="Times New Roman" panose="02020603050405020304" pitchFamily="18" charset="0"/>
                <a:cs typeface="Times New Roman" panose="02020603050405020304" pitchFamily="18" charset="0"/>
              </a:rPr>
              <a:t>Ph.Ăngghen</a:t>
            </a:r>
            <a:r>
              <a:rPr lang="en-US" altLang="en-US" sz="3200" b="1" dirty="0">
                <a:solidFill>
                  <a:srgbClr val="FF3300"/>
                </a:solidFill>
                <a:latin typeface="Times New Roman" panose="02020603050405020304" pitchFamily="18" charset="0"/>
                <a:cs typeface="Times New Roman" panose="02020603050405020304" pitchFamily="18" charset="0"/>
              </a:rPr>
              <a:t> </a:t>
            </a:r>
            <a:r>
              <a:rPr lang="en-US" altLang="en-US" sz="3200" b="1" dirty="0" err="1">
                <a:solidFill>
                  <a:srgbClr val="FF3300"/>
                </a:solidFill>
                <a:latin typeface="Times New Roman" panose="02020603050405020304" pitchFamily="18" charset="0"/>
                <a:cs typeface="Times New Roman" panose="02020603050405020304" pitchFamily="18" charset="0"/>
              </a:rPr>
              <a:t>phát</a:t>
            </a:r>
            <a:r>
              <a:rPr lang="en-US" altLang="en-US" sz="3200" b="1" dirty="0">
                <a:solidFill>
                  <a:srgbClr val="FF3300"/>
                </a:solidFill>
                <a:latin typeface="Times New Roman" panose="02020603050405020304" pitchFamily="18" charset="0"/>
                <a:cs typeface="Times New Roman" panose="02020603050405020304" pitchFamily="18" charset="0"/>
              </a:rPr>
              <a:t> </a:t>
            </a:r>
            <a:r>
              <a:rPr lang="en-US" altLang="en-US" sz="3200" b="1" dirty="0" err="1" smtClean="0">
                <a:solidFill>
                  <a:srgbClr val="FF3300"/>
                </a:solidFill>
                <a:latin typeface="Times New Roman" panose="02020603050405020304" pitchFamily="18" charset="0"/>
                <a:cs typeface="Times New Roman" panose="02020603050405020304" pitchFamily="18" charset="0"/>
              </a:rPr>
              <a:t>triển</a:t>
            </a:r>
            <a:r>
              <a:rPr lang="en-US" altLang="en-US" sz="3200" b="1" dirty="0">
                <a:solidFill>
                  <a:srgbClr val="FF3300"/>
                </a:solidFill>
                <a:latin typeface="Times New Roman" panose="02020603050405020304" pitchFamily="18" charset="0"/>
                <a:cs typeface="Times New Roman" panose="02020603050405020304" pitchFamily="18" charset="0"/>
              </a:rPr>
              <a:t> </a:t>
            </a:r>
            <a:r>
              <a:rPr lang="en-US" altLang="en-US" sz="3200" b="1" dirty="0" smtClean="0">
                <a:solidFill>
                  <a:srgbClr val="FF3300"/>
                </a:solidFill>
                <a:latin typeface="Times New Roman" panose="02020603050405020304" pitchFamily="18" charset="0"/>
                <a:cs typeface="Times New Roman" panose="02020603050405020304" pitchFamily="18" charset="0"/>
              </a:rPr>
              <a:t>CNXH KH </a:t>
            </a:r>
            <a:endParaRPr lang="en-US" altLang="en-US" sz="3200" b="1" dirty="0">
              <a:solidFill>
                <a:srgbClr val="FF3300"/>
              </a:solidFill>
              <a:latin typeface="Times New Roman" panose="02020603050405020304" pitchFamily="18" charset="0"/>
              <a:cs typeface="Times New Roman" panose="02020603050405020304" pitchFamily="18" charset="0"/>
            </a:endParaRPr>
          </a:p>
        </p:txBody>
      </p:sp>
      <p:sp>
        <p:nvSpPr>
          <p:cNvPr id="143363" name="Rectangle 3"/>
          <p:cNvSpPr>
            <a:spLocks noGrp="1" noChangeArrowheads="1"/>
          </p:cNvSpPr>
          <p:nvPr>
            <p:ph type="body" sz="half" idx="1"/>
          </p:nvPr>
        </p:nvSpPr>
        <p:spPr>
          <a:xfrm>
            <a:off x="520262" y="1524000"/>
            <a:ext cx="11193516" cy="5029200"/>
          </a:xfrm>
        </p:spPr>
        <p:txBody>
          <a:bodyPr rtlCol="0">
            <a:normAutofit/>
          </a:bodyPr>
          <a:lstStyle/>
          <a:p>
            <a:pPr algn="just">
              <a:buFont typeface="Wingdings" panose="05000000000000000000" pitchFamily="2" charset="2"/>
              <a:buChar char="Ø"/>
              <a:defRPr/>
            </a:pPr>
            <a:r>
              <a:rPr lang="en-US" b="1" i="1" dirty="0" smtClean="0">
                <a:solidFill>
                  <a:srgbClr val="FF3300"/>
                </a:solidFill>
                <a:latin typeface="Times New Roman" panose="02020603050405020304" pitchFamily="18" charset="0"/>
                <a:cs typeface="Times New Roman" panose="02020603050405020304" pitchFamily="18" charset="0"/>
              </a:rPr>
              <a:t> </a:t>
            </a:r>
            <a:r>
              <a:rPr lang="en-US" b="1" i="1" dirty="0" err="1" smtClean="0">
                <a:solidFill>
                  <a:srgbClr val="FF3300"/>
                </a:solidFill>
                <a:latin typeface="Times New Roman" panose="02020603050405020304" pitchFamily="18" charset="0"/>
                <a:cs typeface="Times New Roman" panose="02020603050405020304" pitchFamily="18" charset="0"/>
              </a:rPr>
              <a:t>Thời</a:t>
            </a:r>
            <a:r>
              <a:rPr lang="en-US" b="1" i="1" dirty="0" smtClean="0">
                <a:solidFill>
                  <a:srgbClr val="FF3300"/>
                </a:solidFill>
                <a:latin typeface="Times New Roman" panose="02020603050405020304" pitchFamily="18" charset="0"/>
                <a:cs typeface="Times New Roman" panose="02020603050405020304" pitchFamily="18" charset="0"/>
              </a:rPr>
              <a:t> </a:t>
            </a:r>
            <a:r>
              <a:rPr lang="en-US" b="1" i="1" dirty="0" err="1">
                <a:solidFill>
                  <a:srgbClr val="FF3300"/>
                </a:solidFill>
                <a:latin typeface="Times New Roman" panose="02020603050405020304" pitchFamily="18" charset="0"/>
                <a:cs typeface="Times New Roman" panose="02020603050405020304" pitchFamily="18" charset="0"/>
              </a:rPr>
              <a:t>kỳ</a:t>
            </a:r>
            <a:r>
              <a:rPr lang="en-US" b="1" i="1" dirty="0">
                <a:solidFill>
                  <a:srgbClr val="FF3300"/>
                </a:solidFill>
                <a:latin typeface="Times New Roman" panose="02020603050405020304" pitchFamily="18" charset="0"/>
                <a:cs typeface="Times New Roman" panose="02020603050405020304" pitchFamily="18" charset="0"/>
              </a:rPr>
              <a:t> </a:t>
            </a:r>
            <a:r>
              <a:rPr lang="en-US" b="1" i="1" dirty="0" err="1">
                <a:solidFill>
                  <a:srgbClr val="FF3300"/>
                </a:solidFill>
                <a:latin typeface="Times New Roman" panose="02020603050405020304" pitchFamily="18" charset="0"/>
                <a:cs typeface="Times New Roman" panose="02020603050405020304" pitchFamily="18" charset="0"/>
              </a:rPr>
              <a:t>từ</a:t>
            </a:r>
            <a:r>
              <a:rPr lang="en-US" b="1" i="1" dirty="0">
                <a:solidFill>
                  <a:srgbClr val="FF3300"/>
                </a:solidFill>
                <a:latin typeface="Times New Roman" panose="02020603050405020304" pitchFamily="18" charset="0"/>
                <a:cs typeface="Times New Roman" panose="02020603050405020304" pitchFamily="18" charset="0"/>
              </a:rPr>
              <a:t> 1848 </a:t>
            </a:r>
            <a:r>
              <a:rPr lang="en-US" b="1" i="1" dirty="0" err="1">
                <a:solidFill>
                  <a:srgbClr val="FF3300"/>
                </a:solidFill>
                <a:latin typeface="Times New Roman" panose="02020603050405020304" pitchFamily="18" charset="0"/>
                <a:cs typeface="Times New Roman" panose="02020603050405020304" pitchFamily="18" charset="0"/>
              </a:rPr>
              <a:t>đến</a:t>
            </a:r>
            <a:r>
              <a:rPr lang="en-US" b="1" i="1" dirty="0">
                <a:solidFill>
                  <a:srgbClr val="FF3300"/>
                </a:solidFill>
                <a:latin typeface="Times New Roman" panose="02020603050405020304" pitchFamily="18" charset="0"/>
                <a:cs typeface="Times New Roman" panose="02020603050405020304" pitchFamily="18" charset="0"/>
              </a:rPr>
              <a:t> 1871 (</a:t>
            </a:r>
            <a:r>
              <a:rPr lang="en-US" b="1" i="1" dirty="0" err="1">
                <a:solidFill>
                  <a:srgbClr val="FF3300"/>
                </a:solidFill>
                <a:latin typeface="Times New Roman" panose="02020603050405020304" pitchFamily="18" charset="0"/>
                <a:cs typeface="Times New Roman" panose="02020603050405020304" pitchFamily="18" charset="0"/>
              </a:rPr>
              <a:t>Công</a:t>
            </a:r>
            <a:r>
              <a:rPr lang="en-US" b="1" i="1" dirty="0">
                <a:solidFill>
                  <a:srgbClr val="FF3300"/>
                </a:solidFill>
                <a:latin typeface="Times New Roman" panose="02020603050405020304" pitchFamily="18" charset="0"/>
                <a:cs typeface="Times New Roman" panose="02020603050405020304" pitchFamily="18" charset="0"/>
              </a:rPr>
              <a:t> </a:t>
            </a:r>
            <a:r>
              <a:rPr lang="en-US" b="1" i="1" dirty="0" err="1">
                <a:solidFill>
                  <a:srgbClr val="FF3300"/>
                </a:solidFill>
                <a:latin typeface="Times New Roman" panose="02020603050405020304" pitchFamily="18" charset="0"/>
                <a:cs typeface="Times New Roman" panose="02020603050405020304" pitchFamily="18" charset="0"/>
              </a:rPr>
              <a:t>xã</a:t>
            </a:r>
            <a:r>
              <a:rPr lang="en-US" b="1" i="1" dirty="0">
                <a:solidFill>
                  <a:srgbClr val="FF3300"/>
                </a:solidFill>
                <a:latin typeface="Times New Roman" panose="02020603050405020304" pitchFamily="18" charset="0"/>
                <a:cs typeface="Times New Roman" panose="02020603050405020304" pitchFamily="18" charset="0"/>
              </a:rPr>
              <a:t> </a:t>
            </a:r>
            <a:r>
              <a:rPr lang="en-US" b="1" i="1" dirty="0" err="1">
                <a:solidFill>
                  <a:srgbClr val="FF3300"/>
                </a:solidFill>
                <a:latin typeface="Times New Roman" panose="02020603050405020304" pitchFamily="18" charset="0"/>
                <a:cs typeface="Times New Roman" panose="02020603050405020304" pitchFamily="18" charset="0"/>
              </a:rPr>
              <a:t>Pari</a:t>
            </a:r>
            <a:r>
              <a:rPr lang="en-US" b="1" i="1" dirty="0">
                <a:solidFill>
                  <a:srgbClr val="FF3300"/>
                </a:solidFill>
                <a:latin typeface="Times New Roman" panose="02020603050405020304" pitchFamily="18" charset="0"/>
                <a:cs typeface="Times New Roman" panose="02020603050405020304" pitchFamily="18" charset="0"/>
              </a:rPr>
              <a:t>): </a:t>
            </a:r>
          </a:p>
          <a:p>
            <a:pPr algn="just">
              <a:buNone/>
              <a:defRPr/>
            </a:pPr>
            <a:r>
              <a:rPr lang="en-US" b="1" i="1" dirty="0">
                <a:solidFill>
                  <a:srgbClr val="FF3300"/>
                </a:solidFill>
                <a:latin typeface="Times New Roman" panose="02020603050405020304" pitchFamily="18" charset="0"/>
                <a:cs typeface="Times New Roman" panose="02020603050405020304" pitchFamily="18" charset="0"/>
              </a:rPr>
              <a:t>	</a:t>
            </a:r>
            <a:r>
              <a:rPr lang="en-US" b="1" dirty="0">
                <a:solidFill>
                  <a:srgbClr val="002060"/>
                </a:solidFill>
                <a:latin typeface="Times New Roman" panose="02020603050405020304" pitchFamily="18" charset="0"/>
                <a:cs typeface="Times New Roman" panose="02020603050405020304" pitchFamily="18" charset="0"/>
              </a:rPr>
              <a:t>Hai </a:t>
            </a:r>
            <a:r>
              <a:rPr lang="en-US" b="1" dirty="0" err="1">
                <a:solidFill>
                  <a:srgbClr val="002060"/>
                </a:solidFill>
                <a:latin typeface="Times New Roman" panose="02020603050405020304" pitchFamily="18" charset="0"/>
                <a:cs typeface="Times New Roman" panose="02020603050405020304" pitchFamily="18" charset="0"/>
              </a:rPr>
              <a:t>ông</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tổng</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kết</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kinh</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nghiệm</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phong</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trào</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cách</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mạng</a:t>
            </a:r>
            <a:r>
              <a:rPr lang="en-US" b="1" dirty="0">
                <a:solidFill>
                  <a:srgbClr val="002060"/>
                </a:solidFill>
                <a:latin typeface="Times New Roman" panose="02020603050405020304" pitchFamily="18" charset="0"/>
                <a:cs typeface="Times New Roman" panose="02020603050405020304" pitchFamily="18" charset="0"/>
              </a:rPr>
              <a:t> 1848-1851, </a:t>
            </a:r>
            <a:r>
              <a:rPr lang="en-US" b="1" dirty="0" err="1">
                <a:solidFill>
                  <a:srgbClr val="002060"/>
                </a:solidFill>
                <a:latin typeface="Times New Roman" panose="02020603050405020304" pitchFamily="18" charset="0"/>
                <a:cs typeface="Times New Roman" panose="02020603050405020304" pitchFamily="18" charset="0"/>
              </a:rPr>
              <a:t>tiếp</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tục</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phát</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triển</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lý</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luận</a:t>
            </a:r>
            <a:r>
              <a:rPr lang="en-US" b="1" dirty="0">
                <a:solidFill>
                  <a:srgbClr val="002060"/>
                </a:solidFill>
                <a:latin typeface="Times New Roman" panose="02020603050405020304" pitchFamily="18" charset="0"/>
                <a:cs typeface="Times New Roman" panose="02020603050405020304" pitchFamily="18" charset="0"/>
              </a:rPr>
              <a:t> CNXHKH </a:t>
            </a:r>
            <a:r>
              <a:rPr lang="en-US" b="1" dirty="0" err="1">
                <a:solidFill>
                  <a:srgbClr val="002060"/>
                </a:solidFill>
                <a:latin typeface="Times New Roman" panose="02020603050405020304" pitchFamily="18" charset="0"/>
                <a:cs typeface="Times New Roman" panose="02020603050405020304" pitchFamily="18" charset="0"/>
              </a:rPr>
              <a:t>thông</a:t>
            </a:r>
            <a:r>
              <a:rPr lang="en-US" b="1" dirty="0">
                <a:solidFill>
                  <a:srgbClr val="002060"/>
                </a:solidFill>
                <a:latin typeface="Times New Roman" panose="02020603050405020304" pitchFamily="18" charset="0"/>
                <a:cs typeface="Times New Roman" panose="02020603050405020304" pitchFamily="18" charset="0"/>
              </a:rPr>
              <a:t> qua </a:t>
            </a:r>
            <a:r>
              <a:rPr lang="en-US" b="1" dirty="0" err="1">
                <a:solidFill>
                  <a:srgbClr val="002060"/>
                </a:solidFill>
                <a:latin typeface="Times New Roman" panose="02020603050405020304" pitchFamily="18" charset="0"/>
                <a:cs typeface="Times New Roman" panose="02020603050405020304" pitchFamily="18" charset="0"/>
              </a:rPr>
              <a:t>các</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tác</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phẩm</a:t>
            </a:r>
            <a:r>
              <a:rPr lang="en-US" b="1" dirty="0">
                <a:solidFill>
                  <a:srgbClr val="002060"/>
                </a:solidFill>
                <a:latin typeface="Times New Roman" panose="02020603050405020304" pitchFamily="18" charset="0"/>
                <a:cs typeface="Times New Roman" panose="02020603050405020304" pitchFamily="18" charset="0"/>
              </a:rPr>
              <a:t>:</a:t>
            </a:r>
          </a:p>
          <a:p>
            <a:pPr marL="514350" indent="-514350" algn="just">
              <a:buFont typeface="Arial" panose="020B0604020202020204" pitchFamily="34" charset="0"/>
              <a:buAutoNum type="arabicParenBoth"/>
              <a:defRPr/>
            </a:pPr>
            <a:r>
              <a:rPr lang="en-US" b="1" i="1" dirty="0">
                <a:solidFill>
                  <a:srgbClr val="7030A0"/>
                </a:solidFill>
                <a:latin typeface="Times New Roman" panose="02020603050405020304" pitchFamily="18" charset="0"/>
                <a:cs typeface="Times New Roman" panose="02020603050405020304" pitchFamily="18" charset="0"/>
              </a:rPr>
              <a:t>“</a:t>
            </a:r>
            <a:r>
              <a:rPr lang="en-US" b="1" i="1" dirty="0" err="1">
                <a:solidFill>
                  <a:srgbClr val="7030A0"/>
                </a:solidFill>
                <a:latin typeface="Times New Roman" panose="02020603050405020304" pitchFamily="18" charset="0"/>
                <a:cs typeface="Times New Roman" panose="02020603050405020304" pitchFamily="18" charset="0"/>
              </a:rPr>
              <a:t>Đấu</a:t>
            </a:r>
            <a:r>
              <a:rPr lang="en-US" b="1" i="1" dirty="0">
                <a:solidFill>
                  <a:srgbClr val="7030A0"/>
                </a:solidFill>
                <a:latin typeface="Times New Roman" panose="02020603050405020304" pitchFamily="18" charset="0"/>
                <a:cs typeface="Times New Roman" panose="02020603050405020304" pitchFamily="18" charset="0"/>
              </a:rPr>
              <a:t> </a:t>
            </a:r>
            <a:r>
              <a:rPr lang="en-US" b="1" i="1" dirty="0" err="1">
                <a:solidFill>
                  <a:srgbClr val="7030A0"/>
                </a:solidFill>
                <a:latin typeface="Times New Roman" panose="02020603050405020304" pitchFamily="18" charset="0"/>
                <a:cs typeface="Times New Roman" panose="02020603050405020304" pitchFamily="18" charset="0"/>
              </a:rPr>
              <a:t>tranh</a:t>
            </a:r>
            <a:r>
              <a:rPr lang="en-US" b="1" i="1" dirty="0">
                <a:solidFill>
                  <a:srgbClr val="7030A0"/>
                </a:solidFill>
                <a:latin typeface="Times New Roman" panose="02020603050405020304" pitchFamily="18" charset="0"/>
                <a:cs typeface="Times New Roman" panose="02020603050405020304" pitchFamily="18" charset="0"/>
              </a:rPr>
              <a:t> </a:t>
            </a:r>
            <a:r>
              <a:rPr lang="en-US" b="1" i="1" dirty="0" err="1">
                <a:solidFill>
                  <a:srgbClr val="7030A0"/>
                </a:solidFill>
                <a:latin typeface="Times New Roman" panose="02020603050405020304" pitchFamily="18" charset="0"/>
                <a:cs typeface="Times New Roman" panose="02020603050405020304" pitchFamily="18" charset="0"/>
              </a:rPr>
              <a:t>giai</a:t>
            </a:r>
            <a:r>
              <a:rPr lang="en-US" b="1" i="1" dirty="0">
                <a:solidFill>
                  <a:srgbClr val="7030A0"/>
                </a:solidFill>
                <a:latin typeface="Times New Roman" panose="02020603050405020304" pitchFamily="18" charset="0"/>
                <a:cs typeface="Times New Roman" panose="02020603050405020304" pitchFamily="18" charset="0"/>
              </a:rPr>
              <a:t> </a:t>
            </a:r>
            <a:r>
              <a:rPr lang="en-US" b="1" i="1" dirty="0" err="1">
                <a:solidFill>
                  <a:srgbClr val="7030A0"/>
                </a:solidFill>
                <a:latin typeface="Times New Roman" panose="02020603050405020304" pitchFamily="18" charset="0"/>
                <a:cs typeface="Times New Roman" panose="02020603050405020304" pitchFamily="18" charset="0"/>
              </a:rPr>
              <a:t>cấp</a:t>
            </a:r>
            <a:r>
              <a:rPr lang="en-US" b="1" i="1" dirty="0">
                <a:solidFill>
                  <a:srgbClr val="7030A0"/>
                </a:solidFill>
                <a:latin typeface="Times New Roman" panose="02020603050405020304" pitchFamily="18" charset="0"/>
                <a:cs typeface="Times New Roman" panose="02020603050405020304" pitchFamily="18" charset="0"/>
              </a:rPr>
              <a:t> ở </a:t>
            </a:r>
            <a:r>
              <a:rPr lang="en-US" b="1" i="1" dirty="0" err="1">
                <a:solidFill>
                  <a:srgbClr val="7030A0"/>
                </a:solidFill>
                <a:latin typeface="Times New Roman" panose="02020603050405020304" pitchFamily="18" charset="0"/>
                <a:cs typeface="Times New Roman" panose="02020603050405020304" pitchFamily="18" charset="0"/>
              </a:rPr>
              <a:t>Pháp</a:t>
            </a:r>
            <a:r>
              <a:rPr lang="en-US" b="1" i="1" dirty="0">
                <a:solidFill>
                  <a:srgbClr val="7030A0"/>
                </a:solidFill>
                <a:latin typeface="Times New Roman" panose="02020603050405020304" pitchFamily="18" charset="0"/>
                <a:cs typeface="Times New Roman" panose="02020603050405020304" pitchFamily="18" charset="0"/>
              </a:rPr>
              <a:t>" (1848 - 1850), </a:t>
            </a:r>
          </a:p>
          <a:p>
            <a:pPr marL="514350" indent="-514350" algn="just">
              <a:buFont typeface="Arial" panose="020B0604020202020204" pitchFamily="34" charset="0"/>
              <a:buAutoNum type="arabicParenBoth"/>
              <a:defRPr/>
            </a:pPr>
            <a:r>
              <a:rPr lang="en-US" b="1" i="1" dirty="0">
                <a:solidFill>
                  <a:srgbClr val="7030A0"/>
                </a:solidFill>
                <a:latin typeface="Times New Roman" panose="02020603050405020304" pitchFamily="18" charset="0"/>
                <a:cs typeface="Times New Roman" panose="02020603050405020304" pitchFamily="18" charset="0"/>
              </a:rPr>
              <a:t>"</a:t>
            </a:r>
            <a:r>
              <a:rPr lang="en-US" b="1" i="1" dirty="0" err="1">
                <a:solidFill>
                  <a:srgbClr val="7030A0"/>
                </a:solidFill>
                <a:latin typeface="Times New Roman" panose="02020603050405020304" pitchFamily="18" charset="0"/>
                <a:cs typeface="Times New Roman" panose="02020603050405020304" pitchFamily="18" charset="0"/>
              </a:rPr>
              <a:t>Ngày</a:t>
            </a:r>
            <a:r>
              <a:rPr lang="en-US" b="1" i="1" dirty="0">
                <a:solidFill>
                  <a:srgbClr val="7030A0"/>
                </a:solidFill>
                <a:latin typeface="Times New Roman" panose="02020603050405020304" pitchFamily="18" charset="0"/>
                <a:cs typeface="Times New Roman" panose="02020603050405020304" pitchFamily="18" charset="0"/>
              </a:rPr>
              <a:t> 18 </a:t>
            </a:r>
            <a:r>
              <a:rPr lang="en-US" b="1" i="1" dirty="0" err="1">
                <a:solidFill>
                  <a:srgbClr val="7030A0"/>
                </a:solidFill>
                <a:latin typeface="Times New Roman" panose="02020603050405020304" pitchFamily="18" charset="0"/>
                <a:cs typeface="Times New Roman" panose="02020603050405020304" pitchFamily="18" charset="0"/>
              </a:rPr>
              <a:t>tháng</a:t>
            </a:r>
            <a:r>
              <a:rPr lang="en-US" b="1" i="1" dirty="0">
                <a:solidFill>
                  <a:srgbClr val="7030A0"/>
                </a:solidFill>
                <a:latin typeface="Times New Roman" panose="02020603050405020304" pitchFamily="18" charset="0"/>
                <a:cs typeface="Times New Roman" panose="02020603050405020304" pitchFamily="18" charset="0"/>
              </a:rPr>
              <a:t> </a:t>
            </a:r>
            <a:r>
              <a:rPr lang="en-US" b="1" i="1" dirty="0" err="1">
                <a:solidFill>
                  <a:srgbClr val="7030A0"/>
                </a:solidFill>
                <a:latin typeface="Times New Roman" panose="02020603050405020304" pitchFamily="18" charset="0"/>
                <a:cs typeface="Times New Roman" panose="02020603050405020304" pitchFamily="18" charset="0"/>
              </a:rPr>
              <a:t>Sương</a:t>
            </a:r>
            <a:r>
              <a:rPr lang="en-US" b="1" i="1" dirty="0">
                <a:solidFill>
                  <a:srgbClr val="7030A0"/>
                </a:solidFill>
                <a:latin typeface="Times New Roman" panose="02020603050405020304" pitchFamily="18" charset="0"/>
                <a:cs typeface="Times New Roman" panose="02020603050405020304" pitchFamily="18" charset="0"/>
              </a:rPr>
              <a:t> </a:t>
            </a:r>
            <a:r>
              <a:rPr lang="en-US" b="1" i="1" dirty="0" err="1">
                <a:solidFill>
                  <a:srgbClr val="7030A0"/>
                </a:solidFill>
                <a:latin typeface="Times New Roman" panose="02020603050405020304" pitchFamily="18" charset="0"/>
                <a:cs typeface="Times New Roman" panose="02020603050405020304" pitchFamily="18" charset="0"/>
              </a:rPr>
              <a:t>mù</a:t>
            </a:r>
            <a:r>
              <a:rPr lang="en-US" b="1" i="1" dirty="0">
                <a:solidFill>
                  <a:srgbClr val="7030A0"/>
                </a:solidFill>
                <a:latin typeface="Times New Roman" panose="02020603050405020304" pitchFamily="18" charset="0"/>
                <a:cs typeface="Times New Roman" panose="02020603050405020304" pitchFamily="18" charset="0"/>
              </a:rPr>
              <a:t> </a:t>
            </a:r>
            <a:r>
              <a:rPr lang="en-US" b="1" i="1" dirty="0" err="1">
                <a:solidFill>
                  <a:srgbClr val="7030A0"/>
                </a:solidFill>
                <a:latin typeface="Times New Roman" panose="02020603050405020304" pitchFamily="18" charset="0"/>
                <a:cs typeface="Times New Roman" panose="02020603050405020304" pitchFamily="18" charset="0"/>
              </a:rPr>
              <a:t>của</a:t>
            </a:r>
            <a:r>
              <a:rPr lang="en-US" b="1" i="1" dirty="0">
                <a:solidFill>
                  <a:srgbClr val="7030A0"/>
                </a:solidFill>
                <a:latin typeface="Times New Roman" panose="02020603050405020304" pitchFamily="18" charset="0"/>
                <a:cs typeface="Times New Roman" panose="02020603050405020304" pitchFamily="18" charset="0"/>
              </a:rPr>
              <a:t> </a:t>
            </a:r>
            <a:r>
              <a:rPr lang="en-US" b="1" i="1" dirty="0" err="1">
                <a:solidFill>
                  <a:srgbClr val="7030A0"/>
                </a:solidFill>
                <a:latin typeface="Times New Roman" panose="02020603050405020304" pitchFamily="18" charset="0"/>
                <a:cs typeface="Times New Roman" panose="02020603050405020304" pitchFamily="18" charset="0"/>
              </a:rPr>
              <a:t>Luibônapác</a:t>
            </a:r>
            <a:r>
              <a:rPr lang="en-US" b="1" i="1" dirty="0">
                <a:solidFill>
                  <a:srgbClr val="7030A0"/>
                </a:solidFill>
                <a:latin typeface="Times New Roman" panose="02020603050405020304" pitchFamily="18" charset="0"/>
                <a:cs typeface="Times New Roman" panose="02020603050405020304" pitchFamily="18" charset="0"/>
              </a:rPr>
              <a:t> </a:t>
            </a:r>
            <a:r>
              <a:rPr lang="en-US" b="1" i="1" dirty="0" err="1">
                <a:solidFill>
                  <a:srgbClr val="7030A0"/>
                </a:solidFill>
                <a:latin typeface="Times New Roman" panose="02020603050405020304" pitchFamily="18" charset="0"/>
                <a:cs typeface="Times New Roman" panose="02020603050405020304" pitchFamily="18" charset="0"/>
              </a:rPr>
              <a:t>tơ</a:t>
            </a:r>
            <a:r>
              <a:rPr lang="en-US" b="1" i="1" dirty="0">
                <a:solidFill>
                  <a:srgbClr val="7030A0"/>
                </a:solidFill>
                <a:latin typeface="Times New Roman" panose="02020603050405020304" pitchFamily="18" charset="0"/>
                <a:cs typeface="Times New Roman" panose="02020603050405020304" pitchFamily="18" charset="0"/>
              </a:rPr>
              <a:t>" (1851)</a:t>
            </a:r>
          </a:p>
          <a:p>
            <a:pPr marL="514350" indent="-514350" algn="just">
              <a:buFont typeface="Arial" panose="020B0604020202020204" pitchFamily="34" charset="0"/>
              <a:buAutoNum type="arabicParenBoth"/>
              <a:defRPr/>
            </a:pPr>
            <a:r>
              <a:rPr lang="en-US" b="1" i="1" dirty="0">
                <a:solidFill>
                  <a:srgbClr val="7030A0"/>
                </a:solidFill>
                <a:latin typeface="Times New Roman" panose="02020603050405020304" pitchFamily="18" charset="0"/>
                <a:cs typeface="Times New Roman" panose="02020603050405020304" pitchFamily="18" charset="0"/>
              </a:rPr>
              <a:t>"</a:t>
            </a:r>
            <a:r>
              <a:rPr lang="en-US" b="1" i="1" dirty="0" err="1">
                <a:solidFill>
                  <a:srgbClr val="7030A0"/>
                </a:solidFill>
                <a:latin typeface="Times New Roman" panose="02020603050405020304" pitchFamily="18" charset="0"/>
                <a:cs typeface="Times New Roman" panose="02020603050405020304" pitchFamily="18" charset="0"/>
              </a:rPr>
              <a:t>Chiến</a:t>
            </a:r>
            <a:r>
              <a:rPr lang="en-US" b="1" i="1" dirty="0">
                <a:solidFill>
                  <a:srgbClr val="7030A0"/>
                </a:solidFill>
                <a:latin typeface="Times New Roman" panose="02020603050405020304" pitchFamily="18" charset="0"/>
                <a:cs typeface="Times New Roman" panose="02020603050405020304" pitchFamily="18" charset="0"/>
              </a:rPr>
              <a:t> </a:t>
            </a:r>
            <a:r>
              <a:rPr lang="en-US" b="1" i="1" dirty="0" err="1">
                <a:solidFill>
                  <a:srgbClr val="7030A0"/>
                </a:solidFill>
                <a:latin typeface="Times New Roman" panose="02020603050405020304" pitchFamily="18" charset="0"/>
                <a:cs typeface="Times New Roman" panose="02020603050405020304" pitchFamily="18" charset="0"/>
              </a:rPr>
              <a:t>tranh</a:t>
            </a:r>
            <a:r>
              <a:rPr lang="en-US" b="1" i="1" dirty="0">
                <a:solidFill>
                  <a:srgbClr val="7030A0"/>
                </a:solidFill>
                <a:latin typeface="Times New Roman" panose="02020603050405020304" pitchFamily="18" charset="0"/>
                <a:cs typeface="Times New Roman" panose="02020603050405020304" pitchFamily="18" charset="0"/>
              </a:rPr>
              <a:t> </a:t>
            </a:r>
            <a:r>
              <a:rPr lang="en-US" b="1" i="1" dirty="0" err="1">
                <a:solidFill>
                  <a:srgbClr val="7030A0"/>
                </a:solidFill>
                <a:latin typeface="Times New Roman" panose="02020603050405020304" pitchFamily="18" charset="0"/>
                <a:cs typeface="Times New Roman" panose="02020603050405020304" pitchFamily="18" charset="0"/>
              </a:rPr>
              <a:t>nông</a:t>
            </a:r>
            <a:r>
              <a:rPr lang="en-US" b="1" i="1" dirty="0">
                <a:solidFill>
                  <a:srgbClr val="7030A0"/>
                </a:solidFill>
                <a:latin typeface="Times New Roman" panose="02020603050405020304" pitchFamily="18" charset="0"/>
                <a:cs typeface="Times New Roman" panose="02020603050405020304" pitchFamily="18" charset="0"/>
              </a:rPr>
              <a:t> </a:t>
            </a:r>
            <a:r>
              <a:rPr lang="en-US" b="1" i="1" dirty="0" err="1">
                <a:solidFill>
                  <a:srgbClr val="7030A0"/>
                </a:solidFill>
                <a:latin typeface="Times New Roman" panose="02020603050405020304" pitchFamily="18" charset="0"/>
                <a:cs typeface="Times New Roman" panose="02020603050405020304" pitchFamily="18" charset="0"/>
              </a:rPr>
              <a:t>dân</a:t>
            </a:r>
            <a:r>
              <a:rPr lang="en-US" b="1" i="1" dirty="0">
                <a:solidFill>
                  <a:srgbClr val="7030A0"/>
                </a:solidFill>
                <a:latin typeface="Times New Roman" panose="02020603050405020304" pitchFamily="18" charset="0"/>
                <a:cs typeface="Times New Roman" panose="02020603050405020304" pitchFamily="18" charset="0"/>
              </a:rPr>
              <a:t> ở </a:t>
            </a:r>
            <a:r>
              <a:rPr lang="en-US" b="1" i="1" dirty="0" err="1">
                <a:solidFill>
                  <a:srgbClr val="7030A0"/>
                </a:solidFill>
                <a:latin typeface="Times New Roman" panose="02020603050405020304" pitchFamily="18" charset="0"/>
                <a:cs typeface="Times New Roman" panose="02020603050405020304" pitchFamily="18" charset="0"/>
              </a:rPr>
              <a:t>Đức</a:t>
            </a:r>
            <a:r>
              <a:rPr lang="en-US" b="1" i="1" dirty="0">
                <a:solidFill>
                  <a:srgbClr val="7030A0"/>
                </a:solidFill>
                <a:latin typeface="Times New Roman" panose="02020603050405020304" pitchFamily="18" charset="0"/>
                <a:cs typeface="Times New Roman" panose="02020603050405020304" pitchFamily="18" charset="0"/>
              </a:rPr>
              <a:t>" (1850), </a:t>
            </a:r>
          </a:p>
          <a:p>
            <a:pPr marL="514350" indent="-514350" algn="just">
              <a:buFont typeface="Arial" panose="020B0604020202020204" pitchFamily="34" charset="0"/>
              <a:buAutoNum type="arabicParenBoth"/>
              <a:defRPr/>
            </a:pPr>
            <a:r>
              <a:rPr lang="en-US" b="1" i="1" dirty="0">
                <a:solidFill>
                  <a:srgbClr val="7030A0"/>
                </a:solidFill>
                <a:latin typeface="Times New Roman" panose="02020603050405020304" pitchFamily="18" charset="0"/>
                <a:cs typeface="Times New Roman" panose="02020603050405020304" pitchFamily="18" charset="0"/>
              </a:rPr>
              <a:t>"</a:t>
            </a:r>
            <a:r>
              <a:rPr lang="en-US" b="1" i="1" dirty="0" err="1">
                <a:solidFill>
                  <a:srgbClr val="7030A0"/>
                </a:solidFill>
                <a:latin typeface="Times New Roman" panose="02020603050405020304" pitchFamily="18" charset="0"/>
                <a:cs typeface="Times New Roman" panose="02020603050405020304" pitchFamily="18" charset="0"/>
              </a:rPr>
              <a:t>Cách</a:t>
            </a:r>
            <a:r>
              <a:rPr lang="en-US" b="1" i="1" dirty="0">
                <a:solidFill>
                  <a:srgbClr val="7030A0"/>
                </a:solidFill>
                <a:latin typeface="Times New Roman" panose="02020603050405020304" pitchFamily="18" charset="0"/>
                <a:cs typeface="Times New Roman" panose="02020603050405020304" pitchFamily="18" charset="0"/>
              </a:rPr>
              <a:t> </a:t>
            </a:r>
            <a:r>
              <a:rPr lang="en-US" b="1" i="1" dirty="0" err="1">
                <a:solidFill>
                  <a:srgbClr val="7030A0"/>
                </a:solidFill>
                <a:latin typeface="Times New Roman" panose="02020603050405020304" pitchFamily="18" charset="0"/>
                <a:cs typeface="Times New Roman" panose="02020603050405020304" pitchFamily="18" charset="0"/>
              </a:rPr>
              <a:t>mạng</a:t>
            </a:r>
            <a:r>
              <a:rPr lang="en-US" b="1" i="1" dirty="0">
                <a:solidFill>
                  <a:srgbClr val="7030A0"/>
                </a:solidFill>
                <a:latin typeface="Times New Roman" panose="02020603050405020304" pitchFamily="18" charset="0"/>
                <a:cs typeface="Times New Roman" panose="02020603050405020304" pitchFamily="18" charset="0"/>
              </a:rPr>
              <a:t> </a:t>
            </a:r>
            <a:r>
              <a:rPr lang="en-US" b="1" i="1" dirty="0" err="1">
                <a:solidFill>
                  <a:srgbClr val="7030A0"/>
                </a:solidFill>
                <a:latin typeface="Times New Roman" panose="02020603050405020304" pitchFamily="18" charset="0"/>
                <a:cs typeface="Times New Roman" panose="02020603050405020304" pitchFamily="18" charset="0"/>
              </a:rPr>
              <a:t>và</a:t>
            </a:r>
            <a:r>
              <a:rPr lang="en-US" b="1" i="1" dirty="0">
                <a:solidFill>
                  <a:srgbClr val="7030A0"/>
                </a:solidFill>
                <a:latin typeface="Times New Roman" panose="02020603050405020304" pitchFamily="18" charset="0"/>
                <a:cs typeface="Times New Roman" panose="02020603050405020304" pitchFamily="18" charset="0"/>
              </a:rPr>
              <a:t> </a:t>
            </a:r>
            <a:r>
              <a:rPr lang="en-US" b="1" i="1" dirty="0" err="1">
                <a:solidFill>
                  <a:srgbClr val="7030A0"/>
                </a:solidFill>
                <a:latin typeface="Times New Roman" panose="02020603050405020304" pitchFamily="18" charset="0"/>
                <a:cs typeface="Times New Roman" panose="02020603050405020304" pitchFamily="18" charset="0"/>
              </a:rPr>
              <a:t>phản</a:t>
            </a:r>
            <a:r>
              <a:rPr lang="en-US" b="1" i="1" dirty="0">
                <a:solidFill>
                  <a:srgbClr val="7030A0"/>
                </a:solidFill>
                <a:latin typeface="Times New Roman" panose="02020603050405020304" pitchFamily="18" charset="0"/>
                <a:cs typeface="Times New Roman" panose="02020603050405020304" pitchFamily="18" charset="0"/>
              </a:rPr>
              <a:t> </a:t>
            </a:r>
            <a:r>
              <a:rPr lang="en-US" b="1" i="1" dirty="0" err="1">
                <a:solidFill>
                  <a:srgbClr val="7030A0"/>
                </a:solidFill>
                <a:latin typeface="Times New Roman" panose="02020603050405020304" pitchFamily="18" charset="0"/>
                <a:cs typeface="Times New Roman" panose="02020603050405020304" pitchFamily="18" charset="0"/>
              </a:rPr>
              <a:t>cách</a:t>
            </a:r>
            <a:r>
              <a:rPr lang="en-US" b="1" i="1" dirty="0">
                <a:solidFill>
                  <a:srgbClr val="7030A0"/>
                </a:solidFill>
                <a:latin typeface="Times New Roman" panose="02020603050405020304" pitchFamily="18" charset="0"/>
                <a:cs typeface="Times New Roman" panose="02020603050405020304" pitchFamily="18" charset="0"/>
              </a:rPr>
              <a:t> </a:t>
            </a:r>
            <a:r>
              <a:rPr lang="en-US" b="1" i="1" dirty="0" err="1">
                <a:solidFill>
                  <a:srgbClr val="7030A0"/>
                </a:solidFill>
                <a:latin typeface="Times New Roman" panose="02020603050405020304" pitchFamily="18" charset="0"/>
                <a:cs typeface="Times New Roman" panose="02020603050405020304" pitchFamily="18" charset="0"/>
              </a:rPr>
              <a:t>mạng</a:t>
            </a:r>
            <a:r>
              <a:rPr lang="en-US" b="1" i="1" dirty="0">
                <a:solidFill>
                  <a:srgbClr val="7030A0"/>
                </a:solidFill>
                <a:latin typeface="Times New Roman" panose="02020603050405020304" pitchFamily="18" charset="0"/>
                <a:cs typeface="Times New Roman" panose="02020603050405020304" pitchFamily="18" charset="0"/>
              </a:rPr>
              <a:t> ở </a:t>
            </a:r>
            <a:r>
              <a:rPr lang="en-US" b="1" i="1" dirty="0" err="1">
                <a:solidFill>
                  <a:srgbClr val="7030A0"/>
                </a:solidFill>
                <a:latin typeface="Times New Roman" panose="02020603050405020304" pitchFamily="18" charset="0"/>
                <a:cs typeface="Times New Roman" panose="02020603050405020304" pitchFamily="18" charset="0"/>
              </a:rPr>
              <a:t>Đức</a:t>
            </a:r>
            <a:r>
              <a:rPr lang="en-US" b="1" i="1" dirty="0">
                <a:solidFill>
                  <a:srgbClr val="7030A0"/>
                </a:solidFill>
                <a:latin typeface="Times New Roman" panose="02020603050405020304" pitchFamily="18" charset="0"/>
                <a:cs typeface="Times New Roman" panose="02020603050405020304" pitchFamily="18" charset="0"/>
              </a:rPr>
              <a:t>" (1852)…</a:t>
            </a:r>
          </a:p>
          <a:p>
            <a:pPr algn="just">
              <a:buNone/>
              <a:defRPr/>
            </a:pPr>
            <a:endParaRPr lang="en-US" b="1" i="1" dirty="0">
              <a:solidFill>
                <a:srgbClr val="FF3300"/>
              </a:solidFill>
              <a:latin typeface="Times New Roman" panose="02020603050405020304" pitchFamily="18" charset="0"/>
              <a:cs typeface="Times New Roman" panose="02020603050405020304" pitchFamily="18" charset="0"/>
            </a:endParaRPr>
          </a:p>
          <a:p>
            <a:pPr algn="just">
              <a:buNone/>
              <a:defRPr/>
            </a:pPr>
            <a:endParaRPr lang="en-US" sz="2400" b="1" dirty="0">
              <a:solidFill>
                <a:srgbClr val="FF3300"/>
              </a:solidFill>
              <a:latin typeface="Times New Roman" panose="02020603050405020304" pitchFamily="18" charset="0"/>
              <a:cs typeface="Times New Roman" panose="02020603050405020304" pitchFamily="18" charset="0"/>
            </a:endParaRPr>
          </a:p>
        </p:txBody>
      </p:sp>
      <p:sp>
        <p:nvSpPr>
          <p:cNvPr id="7" name="Slide Number Placeholder 6"/>
          <p:cNvSpPr>
            <a:spLocks noGrp="1"/>
          </p:cNvSpPr>
          <p:nvPr>
            <p:ph type="sldNum" sz="quarter" idx="12"/>
          </p:nvPr>
        </p:nvSpPr>
        <p:spPr/>
        <p:txBody>
          <a:bodyPr/>
          <a:lstStyle>
            <a:lvl1pPr eaLnBrk="0" hangingPunct="0">
              <a:defRPr sz="2400">
                <a:solidFill>
                  <a:srgbClr val="00FF00"/>
                </a:solidFill>
                <a:latin typeface=".VnArial" panose="020B7200000000000000" pitchFamily="34" charset="0"/>
              </a:defRPr>
            </a:lvl1pPr>
            <a:lvl2pPr marL="742950" indent="-285750" eaLnBrk="0" hangingPunct="0">
              <a:defRPr sz="2400">
                <a:solidFill>
                  <a:srgbClr val="00FF00"/>
                </a:solidFill>
                <a:latin typeface=".VnArial" panose="020B7200000000000000" pitchFamily="34" charset="0"/>
              </a:defRPr>
            </a:lvl2pPr>
            <a:lvl3pPr marL="1143000" indent="-228600" eaLnBrk="0" hangingPunct="0">
              <a:defRPr sz="2400">
                <a:solidFill>
                  <a:srgbClr val="00FF00"/>
                </a:solidFill>
                <a:latin typeface=".VnArial" panose="020B7200000000000000" pitchFamily="34" charset="0"/>
              </a:defRPr>
            </a:lvl3pPr>
            <a:lvl4pPr marL="1600200" indent="-228600" eaLnBrk="0" hangingPunct="0">
              <a:defRPr sz="2400">
                <a:solidFill>
                  <a:srgbClr val="00FF00"/>
                </a:solidFill>
                <a:latin typeface=".VnArial" panose="020B7200000000000000" pitchFamily="34" charset="0"/>
              </a:defRPr>
            </a:lvl4pPr>
            <a:lvl5pPr marL="2057400" indent="-228600" eaLnBrk="0" hangingPunct="0">
              <a:defRPr sz="2400">
                <a:solidFill>
                  <a:srgbClr val="00FF00"/>
                </a:solidFill>
                <a:latin typeface=".VnArial" panose="020B7200000000000000" pitchFamily="34" charset="0"/>
              </a:defRPr>
            </a:lvl5pPr>
            <a:lvl6pPr marL="2514600" indent="-228600" eaLnBrk="0" fontAlgn="base" hangingPunct="0">
              <a:spcBef>
                <a:spcPct val="0"/>
              </a:spcBef>
              <a:spcAft>
                <a:spcPct val="0"/>
              </a:spcAft>
              <a:defRPr sz="2400">
                <a:solidFill>
                  <a:srgbClr val="00FF00"/>
                </a:solidFill>
                <a:latin typeface=".VnArial" panose="020B7200000000000000" pitchFamily="34" charset="0"/>
              </a:defRPr>
            </a:lvl6pPr>
            <a:lvl7pPr marL="2971800" indent="-228600" eaLnBrk="0" fontAlgn="base" hangingPunct="0">
              <a:spcBef>
                <a:spcPct val="0"/>
              </a:spcBef>
              <a:spcAft>
                <a:spcPct val="0"/>
              </a:spcAft>
              <a:defRPr sz="2400">
                <a:solidFill>
                  <a:srgbClr val="00FF00"/>
                </a:solidFill>
                <a:latin typeface=".VnArial" panose="020B7200000000000000" pitchFamily="34" charset="0"/>
              </a:defRPr>
            </a:lvl7pPr>
            <a:lvl8pPr marL="3429000" indent="-228600" eaLnBrk="0" fontAlgn="base" hangingPunct="0">
              <a:spcBef>
                <a:spcPct val="0"/>
              </a:spcBef>
              <a:spcAft>
                <a:spcPct val="0"/>
              </a:spcAft>
              <a:defRPr sz="2400">
                <a:solidFill>
                  <a:srgbClr val="00FF00"/>
                </a:solidFill>
                <a:latin typeface=".VnArial" panose="020B7200000000000000" pitchFamily="34" charset="0"/>
              </a:defRPr>
            </a:lvl8pPr>
            <a:lvl9pPr marL="3886200" indent="-228600" eaLnBrk="0" fontAlgn="base" hangingPunct="0">
              <a:spcBef>
                <a:spcPct val="0"/>
              </a:spcBef>
              <a:spcAft>
                <a:spcPct val="0"/>
              </a:spcAft>
              <a:defRPr sz="2400">
                <a:solidFill>
                  <a:srgbClr val="00FF00"/>
                </a:solidFill>
                <a:latin typeface=".VnArial" panose="020B7200000000000000" pitchFamily="34" charset="0"/>
              </a:defRPr>
            </a:lvl9pPr>
          </a:lstStyle>
          <a:p>
            <a:pPr eaLnBrk="1" hangingPunct="1"/>
            <a:fld id="{2A0F77BE-5F5E-4517-9B93-764E2C2D98A8}" type="slidenum">
              <a:rPr lang="en-US" sz="1200">
                <a:solidFill>
                  <a:srgbClr val="898989"/>
                </a:solidFill>
              </a:rPr>
              <a:pPr eaLnBrk="1" hangingPunct="1"/>
              <a:t>20</a:t>
            </a:fld>
            <a:endParaRPr lang="en-US" sz="1200">
              <a:solidFill>
                <a:srgbClr val="898989"/>
              </a:solidFill>
            </a:endParaRPr>
          </a:p>
        </p:txBody>
      </p:sp>
    </p:spTree>
    <p:extLst>
      <p:ext uri="{BB962C8B-B14F-4D97-AF65-F5344CB8AC3E}">
        <p14:creationId xmlns:p14="http://schemas.microsoft.com/office/powerpoint/2010/main" val="3329333369"/>
      </p:ext>
    </p:extLst>
  </p:cSld>
  <p:clrMapOvr>
    <a:masterClrMapping/>
  </p:clrMapOvr>
  <p:transition>
    <p:wheel spokes="8"/>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43362"/>
                                        </p:tgtEl>
                                        <p:attrNameLst>
                                          <p:attrName>style.visibility</p:attrName>
                                        </p:attrNameLst>
                                      </p:cBhvr>
                                      <p:to>
                                        <p:strVal val="visible"/>
                                      </p:to>
                                    </p:set>
                                    <p:animEffect transition="in" filter="box(in)">
                                      <p:cBhvr>
                                        <p:cTn id="7" dur="500"/>
                                        <p:tgtEl>
                                          <p:spTgt spid="14336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143363">
                                            <p:txEl>
                                              <p:pRg st="0" end="0"/>
                                            </p:txEl>
                                          </p:spTgt>
                                        </p:tgtEl>
                                        <p:attrNameLst>
                                          <p:attrName>style.visibility</p:attrName>
                                        </p:attrNameLst>
                                      </p:cBhvr>
                                      <p:to>
                                        <p:strVal val="visible"/>
                                      </p:to>
                                    </p:set>
                                    <p:anim calcmode="lin" valueType="num">
                                      <p:cBhvr additive="base">
                                        <p:cTn id="12" dur="500" fill="hold"/>
                                        <p:tgtEl>
                                          <p:spTgt spid="14336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14336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143363">
                                            <p:txEl>
                                              <p:pRg st="1" end="1"/>
                                            </p:txEl>
                                          </p:spTgt>
                                        </p:tgtEl>
                                        <p:attrNameLst>
                                          <p:attrName>style.visibility</p:attrName>
                                        </p:attrNameLst>
                                      </p:cBhvr>
                                      <p:to>
                                        <p:strVal val="visible"/>
                                      </p:to>
                                    </p:set>
                                    <p:anim calcmode="lin" valueType="num">
                                      <p:cBhvr additive="base">
                                        <p:cTn id="18" dur="500" fill="hold"/>
                                        <p:tgtEl>
                                          <p:spTgt spid="143363">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14336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143363">
                                            <p:txEl>
                                              <p:pRg st="2" end="2"/>
                                            </p:txEl>
                                          </p:spTgt>
                                        </p:tgtEl>
                                        <p:attrNameLst>
                                          <p:attrName>style.visibility</p:attrName>
                                        </p:attrNameLst>
                                      </p:cBhvr>
                                      <p:to>
                                        <p:strVal val="visible"/>
                                      </p:to>
                                    </p:set>
                                    <p:anim calcmode="lin" valueType="num">
                                      <p:cBhvr additive="base">
                                        <p:cTn id="24" dur="500" fill="hold"/>
                                        <p:tgtEl>
                                          <p:spTgt spid="143363">
                                            <p:txEl>
                                              <p:pRg st="2" end="2"/>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14336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6" fill="hold" nodeType="clickPar">
                      <p:stCondLst>
                        <p:cond delay="indefinite"/>
                      </p:stCondLst>
                      <p:childTnLst>
                        <p:par>
                          <p:cTn id="27" fill="hold" nodeType="withGroup">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143363">
                                            <p:txEl>
                                              <p:pRg st="3" end="3"/>
                                            </p:txEl>
                                          </p:spTgt>
                                        </p:tgtEl>
                                        <p:attrNameLst>
                                          <p:attrName>style.visibility</p:attrName>
                                        </p:attrNameLst>
                                      </p:cBhvr>
                                      <p:to>
                                        <p:strVal val="visible"/>
                                      </p:to>
                                    </p:set>
                                    <p:anim calcmode="lin" valueType="num">
                                      <p:cBhvr additive="base">
                                        <p:cTn id="30" dur="500" fill="hold"/>
                                        <p:tgtEl>
                                          <p:spTgt spid="143363">
                                            <p:txEl>
                                              <p:pRg st="3" end="3"/>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14336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2" fill="hold" nodeType="clickPar">
                      <p:stCondLst>
                        <p:cond delay="indefinite"/>
                      </p:stCondLst>
                      <p:childTnLst>
                        <p:par>
                          <p:cTn id="33" fill="hold" nodeType="withGroup">
                            <p:stCondLst>
                              <p:cond delay="0"/>
                            </p:stCondLst>
                            <p:childTnLst>
                              <p:par>
                                <p:cTn id="34" presetID="2" presetClass="entr" presetSubtype="4" fill="hold" grpId="0" nodeType="clickEffect">
                                  <p:stCondLst>
                                    <p:cond delay="0"/>
                                  </p:stCondLst>
                                  <p:childTnLst>
                                    <p:set>
                                      <p:cBhvr>
                                        <p:cTn id="35" dur="1" fill="hold">
                                          <p:stCondLst>
                                            <p:cond delay="0"/>
                                          </p:stCondLst>
                                        </p:cTn>
                                        <p:tgtEl>
                                          <p:spTgt spid="143363">
                                            <p:txEl>
                                              <p:pRg st="4" end="4"/>
                                            </p:txEl>
                                          </p:spTgt>
                                        </p:tgtEl>
                                        <p:attrNameLst>
                                          <p:attrName>style.visibility</p:attrName>
                                        </p:attrNameLst>
                                      </p:cBhvr>
                                      <p:to>
                                        <p:strVal val="visible"/>
                                      </p:to>
                                    </p:set>
                                    <p:anim calcmode="lin" valueType="num">
                                      <p:cBhvr additive="base">
                                        <p:cTn id="36" dur="500" fill="hold"/>
                                        <p:tgtEl>
                                          <p:spTgt spid="143363">
                                            <p:txEl>
                                              <p:pRg st="4" end="4"/>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14336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8" fill="hold" nodeType="clickPar">
                      <p:stCondLst>
                        <p:cond delay="indefinite"/>
                      </p:stCondLst>
                      <p:childTnLst>
                        <p:par>
                          <p:cTn id="39" fill="hold" nodeType="withGroup">
                            <p:stCondLst>
                              <p:cond delay="0"/>
                            </p:stCondLst>
                            <p:childTnLst>
                              <p:par>
                                <p:cTn id="40" presetID="2" presetClass="entr" presetSubtype="4" fill="hold" grpId="0" nodeType="clickEffect">
                                  <p:stCondLst>
                                    <p:cond delay="0"/>
                                  </p:stCondLst>
                                  <p:childTnLst>
                                    <p:set>
                                      <p:cBhvr>
                                        <p:cTn id="41" dur="1" fill="hold">
                                          <p:stCondLst>
                                            <p:cond delay="0"/>
                                          </p:stCondLst>
                                        </p:cTn>
                                        <p:tgtEl>
                                          <p:spTgt spid="143363">
                                            <p:txEl>
                                              <p:pRg st="5" end="5"/>
                                            </p:txEl>
                                          </p:spTgt>
                                        </p:tgtEl>
                                        <p:attrNameLst>
                                          <p:attrName>style.visibility</p:attrName>
                                        </p:attrNameLst>
                                      </p:cBhvr>
                                      <p:to>
                                        <p:strVal val="visible"/>
                                      </p:to>
                                    </p:set>
                                    <p:anim calcmode="lin" valueType="num">
                                      <p:cBhvr additive="base">
                                        <p:cTn id="42" dur="500" fill="hold"/>
                                        <p:tgtEl>
                                          <p:spTgt spid="143363">
                                            <p:txEl>
                                              <p:pRg st="5" end="5"/>
                                            </p:txEl>
                                          </p:spTgt>
                                        </p:tgtEl>
                                        <p:attrNameLst>
                                          <p:attrName>ppt_x</p:attrName>
                                        </p:attrNameLst>
                                      </p:cBhvr>
                                      <p:tavLst>
                                        <p:tav tm="0">
                                          <p:val>
                                            <p:strVal val="#ppt_x"/>
                                          </p:val>
                                        </p:tav>
                                        <p:tav tm="100000">
                                          <p:val>
                                            <p:strVal val="#ppt_x"/>
                                          </p:val>
                                        </p:tav>
                                      </p:tavLst>
                                    </p:anim>
                                    <p:anim calcmode="lin" valueType="num">
                                      <p:cBhvr additive="base">
                                        <p:cTn id="43" dur="500" fill="hold"/>
                                        <p:tgtEl>
                                          <p:spTgt spid="14336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62" grpId="0"/>
      <p:bldP spid="14336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2"/>
          <p:cNvSpPr>
            <a:spLocks noGrp="1" noChangeArrowheads="1"/>
          </p:cNvSpPr>
          <p:nvPr>
            <p:ph type="title"/>
          </p:nvPr>
        </p:nvSpPr>
        <p:spPr>
          <a:xfrm>
            <a:off x="2349063" y="305011"/>
            <a:ext cx="8153400" cy="1143000"/>
          </a:xfrm>
        </p:spPr>
        <p:txBody>
          <a:bodyPr/>
          <a:lstStyle/>
          <a:p>
            <a:pPr marL="457200" indent="-457200" eaLnBrk="1" hangingPunct="1">
              <a:buFont typeface="Wingdings" panose="05000000000000000000" pitchFamily="2" charset="2"/>
              <a:buChar char="Ø"/>
            </a:pPr>
            <a:r>
              <a:rPr lang="en-US" altLang="en-US" sz="2800" b="1" i="1" dirty="0" err="1" smtClean="0">
                <a:solidFill>
                  <a:srgbClr val="FF0000"/>
                </a:solidFill>
                <a:latin typeface="Times New Roman" panose="02020603050405020304" pitchFamily="18" charset="0"/>
                <a:cs typeface="Times New Roman" panose="02020603050405020304" pitchFamily="18" charset="0"/>
              </a:rPr>
              <a:t>Thời</a:t>
            </a:r>
            <a:r>
              <a:rPr lang="en-US" altLang="en-US" sz="2800" b="1" i="1" dirty="0" smtClean="0">
                <a:solidFill>
                  <a:srgbClr val="FF0000"/>
                </a:solidFill>
                <a:latin typeface="Times New Roman" panose="02020603050405020304" pitchFamily="18" charset="0"/>
                <a:cs typeface="Times New Roman" panose="02020603050405020304" pitchFamily="18" charset="0"/>
              </a:rPr>
              <a:t> </a:t>
            </a:r>
            <a:r>
              <a:rPr lang="en-US" altLang="en-US" sz="2800" b="1" i="1" dirty="0" err="1">
                <a:solidFill>
                  <a:srgbClr val="FF0000"/>
                </a:solidFill>
                <a:latin typeface="Times New Roman" panose="02020603050405020304" pitchFamily="18" charset="0"/>
                <a:cs typeface="Times New Roman" panose="02020603050405020304" pitchFamily="18" charset="0"/>
              </a:rPr>
              <a:t>kỳ</a:t>
            </a:r>
            <a:r>
              <a:rPr lang="en-US" altLang="en-US" sz="2800" b="1" i="1" dirty="0">
                <a:solidFill>
                  <a:srgbClr val="FF0000"/>
                </a:solidFill>
                <a:latin typeface="Times New Roman" panose="02020603050405020304" pitchFamily="18" charset="0"/>
                <a:cs typeface="Times New Roman" panose="02020603050405020304" pitchFamily="18" charset="0"/>
              </a:rPr>
              <a:t> </a:t>
            </a:r>
            <a:r>
              <a:rPr lang="en-US" altLang="en-US" sz="2800" b="1" i="1" dirty="0" err="1">
                <a:solidFill>
                  <a:srgbClr val="FF0000"/>
                </a:solidFill>
                <a:latin typeface="Times New Roman" panose="02020603050405020304" pitchFamily="18" charset="0"/>
                <a:cs typeface="Times New Roman" panose="02020603050405020304" pitchFamily="18" charset="0"/>
              </a:rPr>
              <a:t>từ</a:t>
            </a:r>
            <a:r>
              <a:rPr lang="en-US" altLang="en-US" sz="2800" b="1" i="1" dirty="0">
                <a:solidFill>
                  <a:srgbClr val="FF0000"/>
                </a:solidFill>
                <a:latin typeface="Times New Roman" panose="02020603050405020304" pitchFamily="18" charset="0"/>
                <a:cs typeface="Times New Roman" panose="02020603050405020304" pitchFamily="18" charset="0"/>
              </a:rPr>
              <a:t> 1848 </a:t>
            </a:r>
            <a:r>
              <a:rPr lang="en-US" altLang="en-US" sz="2800" b="1" i="1" dirty="0" err="1">
                <a:solidFill>
                  <a:srgbClr val="FF0000"/>
                </a:solidFill>
                <a:latin typeface="Times New Roman" panose="02020603050405020304" pitchFamily="18" charset="0"/>
                <a:cs typeface="Times New Roman" panose="02020603050405020304" pitchFamily="18" charset="0"/>
              </a:rPr>
              <a:t>đến</a:t>
            </a:r>
            <a:r>
              <a:rPr lang="en-US" altLang="en-US" sz="2800" b="1" i="1" dirty="0">
                <a:solidFill>
                  <a:srgbClr val="FF0000"/>
                </a:solidFill>
                <a:latin typeface="Times New Roman" panose="02020603050405020304" pitchFamily="18" charset="0"/>
                <a:cs typeface="Times New Roman" panose="02020603050405020304" pitchFamily="18" charset="0"/>
              </a:rPr>
              <a:t> 1871 (</a:t>
            </a:r>
            <a:r>
              <a:rPr lang="en-US" altLang="en-US" sz="2800" b="1" i="1" dirty="0" err="1">
                <a:solidFill>
                  <a:srgbClr val="FF0000"/>
                </a:solidFill>
                <a:latin typeface="Times New Roman" panose="02020603050405020304" pitchFamily="18" charset="0"/>
                <a:cs typeface="Times New Roman" panose="02020603050405020304" pitchFamily="18" charset="0"/>
              </a:rPr>
              <a:t>Công</a:t>
            </a:r>
            <a:r>
              <a:rPr lang="en-US" altLang="en-US" sz="2800" b="1" i="1" dirty="0">
                <a:solidFill>
                  <a:srgbClr val="FF0000"/>
                </a:solidFill>
                <a:latin typeface="Times New Roman" panose="02020603050405020304" pitchFamily="18" charset="0"/>
                <a:cs typeface="Times New Roman" panose="02020603050405020304" pitchFamily="18" charset="0"/>
              </a:rPr>
              <a:t> </a:t>
            </a:r>
            <a:r>
              <a:rPr lang="en-US" altLang="en-US" sz="2800" b="1" i="1" dirty="0" err="1">
                <a:solidFill>
                  <a:srgbClr val="FF0000"/>
                </a:solidFill>
                <a:latin typeface="Times New Roman" panose="02020603050405020304" pitchFamily="18" charset="0"/>
                <a:cs typeface="Times New Roman" panose="02020603050405020304" pitchFamily="18" charset="0"/>
              </a:rPr>
              <a:t>xã</a:t>
            </a:r>
            <a:r>
              <a:rPr lang="en-US" altLang="en-US" sz="2800" b="1" i="1" dirty="0">
                <a:solidFill>
                  <a:srgbClr val="FF0000"/>
                </a:solidFill>
                <a:latin typeface="Times New Roman" panose="02020603050405020304" pitchFamily="18" charset="0"/>
                <a:cs typeface="Times New Roman" panose="02020603050405020304" pitchFamily="18" charset="0"/>
              </a:rPr>
              <a:t> </a:t>
            </a:r>
            <a:r>
              <a:rPr lang="en-US" altLang="en-US" sz="2800" b="1" i="1" dirty="0" err="1">
                <a:solidFill>
                  <a:srgbClr val="FF0000"/>
                </a:solidFill>
                <a:latin typeface="Times New Roman" panose="02020603050405020304" pitchFamily="18" charset="0"/>
                <a:cs typeface="Times New Roman" panose="02020603050405020304" pitchFamily="18" charset="0"/>
              </a:rPr>
              <a:t>Pari</a:t>
            </a:r>
            <a:r>
              <a:rPr lang="en-US" altLang="en-US" sz="2800" b="1" i="1" dirty="0">
                <a:solidFill>
                  <a:srgbClr val="FF0000"/>
                </a:solidFill>
                <a:latin typeface="Times New Roman" panose="02020603050405020304" pitchFamily="18" charset="0"/>
                <a:cs typeface="Times New Roman" panose="02020603050405020304" pitchFamily="18" charset="0"/>
              </a:rPr>
              <a:t>)</a:t>
            </a:r>
          </a:p>
        </p:txBody>
      </p:sp>
      <p:sp>
        <p:nvSpPr>
          <p:cNvPr id="143363" name="Rectangle 3"/>
          <p:cNvSpPr>
            <a:spLocks noGrp="1" noChangeArrowheads="1"/>
          </p:cNvSpPr>
          <p:nvPr>
            <p:ph type="body" sz="half" idx="1"/>
          </p:nvPr>
        </p:nvSpPr>
        <p:spPr>
          <a:xfrm>
            <a:off x="488732" y="1807779"/>
            <a:ext cx="11319641" cy="5410200"/>
          </a:xfrm>
        </p:spPr>
        <p:txBody>
          <a:bodyPr rtlCol="0">
            <a:normAutofit/>
          </a:bodyPr>
          <a:lstStyle/>
          <a:p>
            <a:pPr>
              <a:lnSpc>
                <a:spcPts val="4000"/>
              </a:lnSpc>
              <a:spcBef>
                <a:spcPts val="1200"/>
              </a:spcBef>
              <a:buFont typeface="Wingdings" panose="05000000000000000000" pitchFamily="2" charset="2"/>
              <a:buChar char="ü"/>
              <a:defRPr/>
            </a:pPr>
            <a:r>
              <a:rPr lang="en-US" b="1" dirty="0" err="1">
                <a:solidFill>
                  <a:srgbClr val="FF3300"/>
                </a:solidFill>
                <a:latin typeface="Times New Roman" panose="02020603050405020304" pitchFamily="18" charset="0"/>
                <a:cs typeface="Times New Roman" panose="02020603050405020304" pitchFamily="18" charset="0"/>
              </a:rPr>
              <a:t>Về</a:t>
            </a:r>
            <a:r>
              <a:rPr lang="en-US" b="1" dirty="0">
                <a:solidFill>
                  <a:srgbClr val="FF3300"/>
                </a:solidFill>
                <a:latin typeface="Times New Roman" panose="02020603050405020304" pitchFamily="18" charset="0"/>
                <a:cs typeface="Times New Roman" panose="02020603050405020304" pitchFamily="18" charset="0"/>
              </a:rPr>
              <a:t> </a:t>
            </a:r>
            <a:r>
              <a:rPr lang="en-US" b="1" dirty="0" err="1">
                <a:solidFill>
                  <a:srgbClr val="FF3300"/>
                </a:solidFill>
                <a:latin typeface="Times New Roman" panose="02020603050405020304" pitchFamily="18" charset="0"/>
                <a:cs typeface="Times New Roman" panose="02020603050405020304" pitchFamily="18" charset="0"/>
              </a:rPr>
              <a:t>tư</a:t>
            </a:r>
            <a:r>
              <a:rPr lang="en-US" b="1" dirty="0">
                <a:solidFill>
                  <a:srgbClr val="FF3300"/>
                </a:solidFill>
                <a:latin typeface="Times New Roman" panose="02020603050405020304" pitchFamily="18" charset="0"/>
                <a:cs typeface="Times New Roman" panose="02020603050405020304" pitchFamily="18" charset="0"/>
              </a:rPr>
              <a:t> </a:t>
            </a:r>
            <a:r>
              <a:rPr lang="en-US" b="1" dirty="0" err="1">
                <a:solidFill>
                  <a:srgbClr val="FF3300"/>
                </a:solidFill>
                <a:latin typeface="Times New Roman" panose="02020603050405020304" pitchFamily="18" charset="0"/>
                <a:cs typeface="Times New Roman" panose="02020603050405020304" pitchFamily="18" charset="0"/>
              </a:rPr>
              <a:t>tưởng</a:t>
            </a:r>
            <a:r>
              <a:rPr lang="en-US" b="1" dirty="0">
                <a:solidFill>
                  <a:srgbClr val="FF3300"/>
                </a:solidFill>
                <a:latin typeface="Times New Roman" panose="02020603050405020304" pitchFamily="18" charset="0"/>
                <a:cs typeface="Times New Roman" panose="02020603050405020304" pitchFamily="18" charset="0"/>
              </a:rPr>
              <a:t> </a:t>
            </a:r>
            <a:r>
              <a:rPr lang="en-US" b="1" dirty="0" err="1">
                <a:solidFill>
                  <a:srgbClr val="FF3300"/>
                </a:solidFill>
                <a:latin typeface="Times New Roman" panose="02020603050405020304" pitchFamily="18" charset="0"/>
                <a:cs typeface="Times New Roman" panose="02020603050405020304" pitchFamily="18" charset="0"/>
              </a:rPr>
              <a:t>cách</a:t>
            </a:r>
            <a:r>
              <a:rPr lang="en-US" b="1" dirty="0">
                <a:solidFill>
                  <a:srgbClr val="FF3300"/>
                </a:solidFill>
                <a:latin typeface="Times New Roman" panose="02020603050405020304" pitchFamily="18" charset="0"/>
                <a:cs typeface="Times New Roman" panose="02020603050405020304" pitchFamily="18" charset="0"/>
              </a:rPr>
              <a:t> </a:t>
            </a:r>
            <a:r>
              <a:rPr lang="en-US" b="1" dirty="0" err="1">
                <a:solidFill>
                  <a:srgbClr val="FF3300"/>
                </a:solidFill>
                <a:latin typeface="Times New Roman" panose="02020603050405020304" pitchFamily="18" charset="0"/>
                <a:cs typeface="Times New Roman" panose="02020603050405020304" pitchFamily="18" charset="0"/>
              </a:rPr>
              <a:t>mạng</a:t>
            </a:r>
            <a:r>
              <a:rPr lang="en-US" b="1" dirty="0">
                <a:solidFill>
                  <a:srgbClr val="FF3300"/>
                </a:solidFill>
                <a:latin typeface="Times New Roman" panose="02020603050405020304" pitchFamily="18" charset="0"/>
                <a:cs typeface="Times New Roman" panose="02020603050405020304" pitchFamily="18" charset="0"/>
              </a:rPr>
              <a:t> </a:t>
            </a:r>
            <a:r>
              <a:rPr lang="en-US" b="1" dirty="0" err="1">
                <a:solidFill>
                  <a:srgbClr val="FF3300"/>
                </a:solidFill>
                <a:latin typeface="Times New Roman" panose="02020603050405020304" pitchFamily="18" charset="0"/>
                <a:cs typeface="Times New Roman" panose="02020603050405020304" pitchFamily="18" charset="0"/>
              </a:rPr>
              <a:t>không</a:t>
            </a:r>
            <a:r>
              <a:rPr lang="en-US" b="1" dirty="0">
                <a:solidFill>
                  <a:srgbClr val="FF3300"/>
                </a:solidFill>
                <a:latin typeface="Times New Roman" panose="02020603050405020304" pitchFamily="18" charset="0"/>
                <a:cs typeface="Times New Roman" panose="02020603050405020304" pitchFamily="18" charset="0"/>
              </a:rPr>
              <a:t> </a:t>
            </a:r>
            <a:r>
              <a:rPr lang="en-US" b="1" dirty="0" err="1">
                <a:solidFill>
                  <a:srgbClr val="FF3300"/>
                </a:solidFill>
                <a:latin typeface="Times New Roman" panose="02020603050405020304" pitchFamily="18" charset="0"/>
                <a:cs typeface="Times New Roman" panose="02020603050405020304" pitchFamily="18" charset="0"/>
              </a:rPr>
              <a:t>ngừng</a:t>
            </a:r>
            <a:endParaRPr lang="en-US" b="1" dirty="0">
              <a:solidFill>
                <a:srgbClr val="FF3300"/>
              </a:solidFill>
              <a:latin typeface="Times New Roman" panose="02020603050405020304" pitchFamily="18" charset="0"/>
              <a:cs typeface="Times New Roman" panose="02020603050405020304" pitchFamily="18" charset="0"/>
            </a:endParaRPr>
          </a:p>
          <a:p>
            <a:pPr>
              <a:lnSpc>
                <a:spcPts val="4000"/>
              </a:lnSpc>
              <a:spcBef>
                <a:spcPts val="1200"/>
              </a:spcBef>
              <a:buFontTx/>
              <a:buChar char="-"/>
              <a:defRPr/>
            </a:pPr>
            <a:r>
              <a:rPr lang="en-US" b="1" dirty="0">
                <a:solidFill>
                  <a:srgbClr val="002060"/>
                </a:solidFill>
                <a:latin typeface="Times New Roman" panose="02020603050405020304" pitchFamily="18" charset="0"/>
                <a:cs typeface="Times New Roman" panose="02020603050405020304" pitchFamily="18" charset="0"/>
              </a:rPr>
              <a:t>CM </a:t>
            </a:r>
            <a:r>
              <a:rPr lang="en-US" b="1" dirty="0" err="1">
                <a:solidFill>
                  <a:srgbClr val="002060"/>
                </a:solidFill>
                <a:latin typeface="Times New Roman" panose="02020603050405020304" pitchFamily="18" charset="0"/>
                <a:cs typeface="Times New Roman" panose="02020603050405020304" pitchFamily="18" charset="0"/>
              </a:rPr>
              <a:t>vô</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sản</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của</a:t>
            </a:r>
            <a:r>
              <a:rPr lang="en-US" b="1" dirty="0">
                <a:solidFill>
                  <a:srgbClr val="002060"/>
                </a:solidFill>
                <a:latin typeface="Times New Roman" panose="02020603050405020304" pitchFamily="18" charset="0"/>
                <a:cs typeface="Times New Roman" panose="02020603050405020304" pitchFamily="18" charset="0"/>
              </a:rPr>
              <a:t> GCCN </a:t>
            </a:r>
            <a:r>
              <a:rPr lang="en-US" b="1" dirty="0" err="1">
                <a:solidFill>
                  <a:srgbClr val="002060"/>
                </a:solidFill>
                <a:latin typeface="Times New Roman" panose="02020603050405020304" pitchFamily="18" charset="0"/>
                <a:cs typeface="Times New Roman" panose="02020603050405020304" pitchFamily="18" charset="0"/>
              </a:rPr>
              <a:t>có</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tính</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chất</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khó</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khăn</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phức</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tạp</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phải</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trải</a:t>
            </a:r>
            <a:r>
              <a:rPr lang="en-US" b="1" dirty="0">
                <a:solidFill>
                  <a:srgbClr val="002060"/>
                </a:solidFill>
                <a:latin typeface="Times New Roman" panose="02020603050405020304" pitchFamily="18" charset="0"/>
                <a:cs typeface="Times New Roman" panose="02020603050405020304" pitchFamily="18" charset="0"/>
              </a:rPr>
              <a:t> qua </a:t>
            </a:r>
            <a:r>
              <a:rPr lang="en-US" b="1" dirty="0" err="1">
                <a:solidFill>
                  <a:srgbClr val="002060"/>
                </a:solidFill>
                <a:latin typeface="Times New Roman" panose="02020603050405020304" pitchFamily="18" charset="0"/>
                <a:cs typeface="Times New Roman" panose="02020603050405020304" pitchFamily="18" charset="0"/>
              </a:rPr>
              <a:t>nhiều</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giai</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đoạn</a:t>
            </a:r>
            <a:endParaRPr lang="en-US" b="1" dirty="0">
              <a:solidFill>
                <a:srgbClr val="002060"/>
              </a:solidFill>
              <a:latin typeface="Times New Roman" panose="02020603050405020304" pitchFamily="18" charset="0"/>
              <a:cs typeface="Times New Roman" panose="02020603050405020304" pitchFamily="18" charset="0"/>
            </a:endParaRPr>
          </a:p>
          <a:p>
            <a:pPr>
              <a:lnSpc>
                <a:spcPts val="4000"/>
              </a:lnSpc>
              <a:spcBef>
                <a:spcPts val="1200"/>
              </a:spcBef>
              <a:buFontTx/>
              <a:buChar char="-"/>
              <a:defRPr/>
            </a:pPr>
            <a:r>
              <a:rPr lang="en-US" b="1" dirty="0" err="1">
                <a:solidFill>
                  <a:srgbClr val="002060"/>
                </a:solidFill>
                <a:latin typeface="Times New Roman" panose="02020603050405020304" pitchFamily="18" charset="0"/>
                <a:cs typeface="Times New Roman" panose="02020603050405020304" pitchFamily="18" charset="0"/>
              </a:rPr>
              <a:t>Mỗi</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giai</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đoạn</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có</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nhiệm</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vụ</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riêng</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nhưng</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phải</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nối</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tiếp</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nhau</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giữa</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các</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giai</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đoạn</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không</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có</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giai</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đoạn</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ngừng</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nghỉ</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Mỗi</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giai</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đoạn</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vừa</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là</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tiền</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đề</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vừa</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là</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điều</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kiện</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cho</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nhau</a:t>
            </a:r>
            <a:endParaRPr lang="en-US" b="1"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84434870"/>
      </p:ext>
    </p:extLst>
  </p:cSld>
  <p:clrMapOvr>
    <a:masterClrMapping/>
  </p:clrMapOvr>
  <p:transition>
    <p:wheel spokes="8"/>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43362"/>
                                        </p:tgtEl>
                                        <p:attrNameLst>
                                          <p:attrName>style.visibility</p:attrName>
                                        </p:attrNameLst>
                                      </p:cBhvr>
                                      <p:to>
                                        <p:strVal val="visible"/>
                                      </p:to>
                                    </p:set>
                                    <p:animEffect transition="in" filter="box(in)">
                                      <p:cBhvr>
                                        <p:cTn id="7" dur="500"/>
                                        <p:tgtEl>
                                          <p:spTgt spid="14336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143363">
                                            <p:txEl>
                                              <p:pRg st="0" end="0"/>
                                            </p:txEl>
                                          </p:spTgt>
                                        </p:tgtEl>
                                        <p:attrNameLst>
                                          <p:attrName>style.visibility</p:attrName>
                                        </p:attrNameLst>
                                      </p:cBhvr>
                                      <p:to>
                                        <p:strVal val="visible"/>
                                      </p:to>
                                    </p:set>
                                    <p:anim calcmode="lin" valueType="num">
                                      <p:cBhvr additive="base">
                                        <p:cTn id="12" dur="500" fill="hold"/>
                                        <p:tgtEl>
                                          <p:spTgt spid="14336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14336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143363">
                                            <p:txEl>
                                              <p:pRg st="1" end="1"/>
                                            </p:txEl>
                                          </p:spTgt>
                                        </p:tgtEl>
                                        <p:attrNameLst>
                                          <p:attrName>style.visibility</p:attrName>
                                        </p:attrNameLst>
                                      </p:cBhvr>
                                      <p:to>
                                        <p:strVal val="visible"/>
                                      </p:to>
                                    </p:set>
                                    <p:anim calcmode="lin" valueType="num">
                                      <p:cBhvr additive="base">
                                        <p:cTn id="18" dur="500" fill="hold"/>
                                        <p:tgtEl>
                                          <p:spTgt spid="143363">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14336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143363">
                                            <p:txEl>
                                              <p:pRg st="2" end="2"/>
                                            </p:txEl>
                                          </p:spTgt>
                                        </p:tgtEl>
                                        <p:attrNameLst>
                                          <p:attrName>style.visibility</p:attrName>
                                        </p:attrNameLst>
                                      </p:cBhvr>
                                      <p:to>
                                        <p:strVal val="visible"/>
                                      </p:to>
                                    </p:set>
                                    <p:anim calcmode="lin" valueType="num">
                                      <p:cBhvr additive="base">
                                        <p:cTn id="24" dur="500" fill="hold"/>
                                        <p:tgtEl>
                                          <p:spTgt spid="143363">
                                            <p:txEl>
                                              <p:pRg st="2" end="2"/>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14336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62" grpId="0"/>
      <p:bldP spid="14336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3" name="Rectangle 3"/>
          <p:cNvSpPr>
            <a:spLocks noGrp="1" noChangeArrowheads="1"/>
          </p:cNvSpPr>
          <p:nvPr>
            <p:ph type="body" sz="half" idx="1"/>
          </p:nvPr>
        </p:nvSpPr>
        <p:spPr>
          <a:xfrm>
            <a:off x="409902" y="1870842"/>
            <a:ext cx="11414235" cy="5410200"/>
          </a:xfrm>
        </p:spPr>
        <p:txBody>
          <a:bodyPr rtlCol="0">
            <a:normAutofit/>
          </a:bodyPr>
          <a:lstStyle/>
          <a:p>
            <a:pPr>
              <a:buFont typeface="Wingdings" panose="05000000000000000000" pitchFamily="2" charset="2"/>
              <a:buChar char="ü"/>
              <a:defRPr/>
            </a:pPr>
            <a:r>
              <a:rPr lang="en-US" b="1" dirty="0" err="1">
                <a:solidFill>
                  <a:srgbClr val="FF3300"/>
                </a:solidFill>
                <a:latin typeface="Times New Roman" panose="02020603050405020304" pitchFamily="18" charset="0"/>
                <a:cs typeface="Times New Roman" panose="02020603050405020304" pitchFamily="18" charset="0"/>
              </a:rPr>
              <a:t>Về</a:t>
            </a:r>
            <a:r>
              <a:rPr lang="en-US" b="1" dirty="0">
                <a:solidFill>
                  <a:srgbClr val="FF3300"/>
                </a:solidFill>
                <a:latin typeface="Times New Roman" panose="02020603050405020304" pitchFamily="18" charset="0"/>
                <a:cs typeface="Times New Roman" panose="02020603050405020304" pitchFamily="18" charset="0"/>
              </a:rPr>
              <a:t> </a:t>
            </a:r>
            <a:r>
              <a:rPr lang="en-US" b="1" dirty="0" err="1">
                <a:solidFill>
                  <a:srgbClr val="FF3300"/>
                </a:solidFill>
                <a:latin typeface="Times New Roman" panose="02020603050405020304" pitchFamily="18" charset="0"/>
                <a:cs typeface="Times New Roman" panose="02020603050405020304" pitchFamily="18" charset="0"/>
              </a:rPr>
              <a:t>nhà</a:t>
            </a:r>
            <a:r>
              <a:rPr lang="en-US" b="1" dirty="0">
                <a:solidFill>
                  <a:srgbClr val="FF3300"/>
                </a:solidFill>
                <a:latin typeface="Times New Roman" panose="02020603050405020304" pitchFamily="18" charset="0"/>
                <a:cs typeface="Times New Roman" panose="02020603050405020304" pitchFamily="18" charset="0"/>
              </a:rPr>
              <a:t> </a:t>
            </a:r>
            <a:r>
              <a:rPr lang="en-US" b="1" dirty="0" err="1">
                <a:solidFill>
                  <a:srgbClr val="FF3300"/>
                </a:solidFill>
                <a:latin typeface="Times New Roman" panose="02020603050405020304" pitchFamily="18" charset="0"/>
                <a:cs typeface="Times New Roman" panose="02020603050405020304" pitchFamily="18" charset="0"/>
              </a:rPr>
              <a:t>nước</a:t>
            </a:r>
            <a:r>
              <a:rPr lang="en-US" b="1" dirty="0">
                <a:solidFill>
                  <a:srgbClr val="FF3300"/>
                </a:solidFill>
                <a:latin typeface="Times New Roman" panose="02020603050405020304" pitchFamily="18" charset="0"/>
                <a:cs typeface="Times New Roman" panose="02020603050405020304" pitchFamily="18" charset="0"/>
              </a:rPr>
              <a:t> </a:t>
            </a:r>
            <a:r>
              <a:rPr lang="en-US" b="1" dirty="0" err="1">
                <a:solidFill>
                  <a:srgbClr val="FF3300"/>
                </a:solidFill>
                <a:latin typeface="Times New Roman" panose="02020603050405020304" pitchFamily="18" charset="0"/>
                <a:cs typeface="Times New Roman" panose="02020603050405020304" pitchFamily="18" charset="0"/>
              </a:rPr>
              <a:t>chuyên</a:t>
            </a:r>
            <a:r>
              <a:rPr lang="en-US" b="1" dirty="0">
                <a:solidFill>
                  <a:srgbClr val="FF3300"/>
                </a:solidFill>
                <a:latin typeface="Times New Roman" panose="02020603050405020304" pitchFamily="18" charset="0"/>
                <a:cs typeface="Times New Roman" panose="02020603050405020304" pitchFamily="18" charset="0"/>
              </a:rPr>
              <a:t> </a:t>
            </a:r>
            <a:r>
              <a:rPr lang="en-US" b="1" dirty="0" err="1">
                <a:solidFill>
                  <a:srgbClr val="FF3300"/>
                </a:solidFill>
                <a:latin typeface="Times New Roman" panose="02020603050405020304" pitchFamily="18" charset="0"/>
                <a:cs typeface="Times New Roman" panose="02020603050405020304" pitchFamily="18" charset="0"/>
              </a:rPr>
              <a:t>chính</a:t>
            </a:r>
            <a:r>
              <a:rPr lang="en-US" b="1" dirty="0">
                <a:solidFill>
                  <a:srgbClr val="FF3300"/>
                </a:solidFill>
                <a:latin typeface="Times New Roman" panose="02020603050405020304" pitchFamily="18" charset="0"/>
                <a:cs typeface="Times New Roman" panose="02020603050405020304" pitchFamily="18" charset="0"/>
              </a:rPr>
              <a:t> </a:t>
            </a:r>
            <a:r>
              <a:rPr lang="en-US" b="1" dirty="0" err="1">
                <a:solidFill>
                  <a:srgbClr val="FF3300"/>
                </a:solidFill>
                <a:latin typeface="Times New Roman" panose="02020603050405020304" pitchFamily="18" charset="0"/>
                <a:cs typeface="Times New Roman" panose="02020603050405020304" pitchFamily="18" charset="0"/>
              </a:rPr>
              <a:t>vô</a:t>
            </a:r>
            <a:r>
              <a:rPr lang="en-US" b="1" dirty="0">
                <a:solidFill>
                  <a:srgbClr val="FF3300"/>
                </a:solidFill>
                <a:latin typeface="Times New Roman" panose="02020603050405020304" pitchFamily="18" charset="0"/>
                <a:cs typeface="Times New Roman" panose="02020603050405020304" pitchFamily="18" charset="0"/>
              </a:rPr>
              <a:t> </a:t>
            </a:r>
            <a:r>
              <a:rPr lang="en-US" b="1" dirty="0" err="1">
                <a:solidFill>
                  <a:srgbClr val="FF3300"/>
                </a:solidFill>
                <a:latin typeface="Times New Roman" panose="02020603050405020304" pitchFamily="18" charset="0"/>
                <a:cs typeface="Times New Roman" panose="02020603050405020304" pitchFamily="18" charset="0"/>
              </a:rPr>
              <a:t>sản</a:t>
            </a:r>
            <a:endParaRPr lang="en-US" b="1" dirty="0">
              <a:solidFill>
                <a:srgbClr val="FF3300"/>
              </a:solidFill>
              <a:latin typeface="Times New Roman" panose="02020603050405020304" pitchFamily="18" charset="0"/>
              <a:cs typeface="Times New Roman" panose="02020603050405020304" pitchFamily="18" charset="0"/>
            </a:endParaRPr>
          </a:p>
          <a:p>
            <a:pPr algn="just">
              <a:lnSpc>
                <a:spcPts val="3800"/>
              </a:lnSpc>
              <a:buFontTx/>
              <a:buChar char="-"/>
              <a:defRPr/>
            </a:pPr>
            <a:r>
              <a:rPr lang="en-US" b="1" dirty="0" err="1">
                <a:solidFill>
                  <a:srgbClr val="002060"/>
                </a:solidFill>
                <a:latin typeface="Times New Roman" panose="02020603050405020304" pitchFamily="18" charset="0"/>
                <a:cs typeface="Times New Roman" panose="02020603050405020304" pitchFamily="18" charset="0"/>
              </a:rPr>
              <a:t>Mục</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tiêu</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đầu</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tiên</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của</a:t>
            </a:r>
            <a:r>
              <a:rPr lang="en-US" b="1" dirty="0">
                <a:solidFill>
                  <a:srgbClr val="002060"/>
                </a:solidFill>
                <a:latin typeface="Times New Roman" panose="02020603050405020304" pitchFamily="18" charset="0"/>
                <a:cs typeface="Times New Roman" panose="02020603050405020304" pitchFamily="18" charset="0"/>
              </a:rPr>
              <a:t> GCVS </a:t>
            </a:r>
            <a:r>
              <a:rPr lang="en-US" b="1" dirty="0" err="1">
                <a:solidFill>
                  <a:srgbClr val="002060"/>
                </a:solidFill>
                <a:latin typeface="Times New Roman" panose="02020603050405020304" pitchFamily="18" charset="0"/>
                <a:cs typeface="Times New Roman" panose="02020603050405020304" pitchFamily="18" charset="0"/>
              </a:rPr>
              <a:t>là</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giành</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chính</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quyền</a:t>
            </a:r>
            <a:endParaRPr lang="en-US" b="1" dirty="0">
              <a:solidFill>
                <a:srgbClr val="002060"/>
              </a:solidFill>
              <a:latin typeface="Times New Roman" panose="02020603050405020304" pitchFamily="18" charset="0"/>
              <a:cs typeface="Times New Roman" panose="02020603050405020304" pitchFamily="18" charset="0"/>
            </a:endParaRPr>
          </a:p>
          <a:p>
            <a:pPr algn="just">
              <a:lnSpc>
                <a:spcPts val="3800"/>
              </a:lnSpc>
              <a:buFontTx/>
              <a:buChar char="-"/>
              <a:defRPr/>
            </a:pPr>
            <a:r>
              <a:rPr lang="en-US" b="1" dirty="0" err="1">
                <a:solidFill>
                  <a:srgbClr val="002060"/>
                </a:solidFill>
                <a:latin typeface="Times New Roman" panose="02020603050405020304" pitchFamily="18" charset="0"/>
                <a:cs typeface="Times New Roman" panose="02020603050405020304" pitchFamily="18" charset="0"/>
              </a:rPr>
              <a:t>Mục</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tiêu</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quan</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trọng</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nhất</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là</a:t>
            </a:r>
            <a:r>
              <a:rPr lang="en-US" b="1" dirty="0">
                <a:solidFill>
                  <a:srgbClr val="002060"/>
                </a:solidFill>
                <a:latin typeface="Times New Roman" panose="02020603050405020304" pitchFamily="18" charset="0"/>
                <a:cs typeface="Times New Roman" panose="02020603050405020304" pitchFamily="18" charset="0"/>
              </a:rPr>
              <a:t> </a:t>
            </a:r>
            <a:r>
              <a:rPr lang="en-US" b="1" i="1" dirty="0" err="1">
                <a:solidFill>
                  <a:srgbClr val="FF0000"/>
                </a:solidFill>
                <a:latin typeface="Times New Roman" panose="02020603050405020304" pitchFamily="18" charset="0"/>
                <a:cs typeface="Times New Roman" panose="02020603050405020304" pitchFamily="18" charset="0"/>
              </a:rPr>
              <a:t>đập</a:t>
            </a:r>
            <a:r>
              <a:rPr lang="en-US" b="1" i="1" dirty="0">
                <a:solidFill>
                  <a:srgbClr val="FF0000"/>
                </a:solidFill>
                <a:latin typeface="Times New Roman" panose="02020603050405020304" pitchFamily="18" charset="0"/>
                <a:cs typeface="Times New Roman" panose="02020603050405020304" pitchFamily="18" charset="0"/>
              </a:rPr>
              <a:t> tan</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nhà</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nước</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của</a:t>
            </a:r>
            <a:r>
              <a:rPr lang="en-US" b="1" dirty="0">
                <a:solidFill>
                  <a:srgbClr val="002060"/>
                </a:solidFill>
                <a:latin typeface="Times New Roman" panose="02020603050405020304" pitchFamily="18" charset="0"/>
                <a:cs typeface="Times New Roman" panose="02020603050405020304" pitchFamily="18" charset="0"/>
              </a:rPr>
              <a:t> GC </a:t>
            </a:r>
            <a:r>
              <a:rPr lang="en-US" b="1" dirty="0" err="1">
                <a:solidFill>
                  <a:srgbClr val="002060"/>
                </a:solidFill>
                <a:latin typeface="Times New Roman" panose="02020603050405020304" pitchFamily="18" charset="0"/>
                <a:cs typeface="Times New Roman" panose="02020603050405020304" pitchFamily="18" charset="0"/>
              </a:rPr>
              <a:t>bóc</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lột</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thiết</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lập</a:t>
            </a:r>
            <a:r>
              <a:rPr lang="en-US" b="1" dirty="0">
                <a:solidFill>
                  <a:srgbClr val="002060"/>
                </a:solidFill>
                <a:latin typeface="Times New Roman" panose="02020603050405020304" pitchFamily="18" charset="0"/>
                <a:cs typeface="Times New Roman" panose="02020603050405020304" pitchFamily="18" charset="0"/>
              </a:rPr>
              <a:t> NN </a:t>
            </a:r>
            <a:r>
              <a:rPr lang="en-US" b="1" dirty="0" err="1">
                <a:solidFill>
                  <a:srgbClr val="002060"/>
                </a:solidFill>
                <a:latin typeface="Times New Roman" panose="02020603050405020304" pitchFamily="18" charset="0"/>
                <a:cs typeface="Times New Roman" panose="02020603050405020304" pitchFamily="18" charset="0"/>
              </a:rPr>
              <a:t>của</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mình</a:t>
            </a:r>
            <a:r>
              <a:rPr lang="en-US" b="1" dirty="0">
                <a:solidFill>
                  <a:srgbClr val="002060"/>
                </a:solidFill>
                <a:latin typeface="Times New Roman" panose="02020603050405020304" pitchFamily="18" charset="0"/>
                <a:cs typeface="Times New Roman" panose="02020603050405020304" pitchFamily="18" charset="0"/>
              </a:rPr>
              <a:t> (NN </a:t>
            </a:r>
            <a:r>
              <a:rPr lang="en-US" b="1" dirty="0" err="1">
                <a:solidFill>
                  <a:srgbClr val="002060"/>
                </a:solidFill>
                <a:latin typeface="Times New Roman" panose="02020603050405020304" pitchFamily="18" charset="0"/>
                <a:cs typeface="Times New Roman" panose="02020603050405020304" pitchFamily="18" charset="0"/>
              </a:rPr>
              <a:t>chuyên</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chính</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vô</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sản</a:t>
            </a:r>
            <a:r>
              <a:rPr lang="en-US" b="1" dirty="0">
                <a:solidFill>
                  <a:srgbClr val="002060"/>
                </a:solidFill>
                <a:latin typeface="Times New Roman" panose="02020603050405020304" pitchFamily="18" charset="0"/>
                <a:cs typeface="Times New Roman" panose="02020603050405020304" pitchFamily="18" charset="0"/>
              </a:rPr>
              <a:t>) – </a:t>
            </a:r>
            <a:r>
              <a:rPr lang="en-US" b="1" i="1" dirty="0" err="1">
                <a:solidFill>
                  <a:srgbClr val="FF0000"/>
                </a:solidFill>
                <a:latin typeface="Times New Roman" panose="02020603050405020304" pitchFamily="18" charset="0"/>
                <a:cs typeface="Times New Roman" panose="02020603050405020304" pitchFamily="18" charset="0"/>
              </a:rPr>
              <a:t>khác</a:t>
            </a:r>
            <a:r>
              <a:rPr lang="en-US" b="1" i="1" dirty="0">
                <a:solidFill>
                  <a:srgbClr val="FF0000"/>
                </a:solidFill>
                <a:latin typeface="Times New Roman" panose="02020603050405020304" pitchFamily="18" charset="0"/>
                <a:cs typeface="Times New Roman" panose="02020603050405020304" pitchFamily="18" charset="0"/>
              </a:rPr>
              <a:t> </a:t>
            </a:r>
            <a:r>
              <a:rPr lang="en-US" b="1" i="1" dirty="0" err="1">
                <a:solidFill>
                  <a:srgbClr val="FF0000"/>
                </a:solidFill>
                <a:latin typeface="Times New Roman" panose="02020603050405020304" pitchFamily="18" charset="0"/>
                <a:cs typeface="Times New Roman" panose="02020603050405020304" pitchFamily="18" charset="0"/>
              </a:rPr>
              <a:t>với</a:t>
            </a:r>
            <a:r>
              <a:rPr lang="en-US" b="1" i="1" dirty="0">
                <a:solidFill>
                  <a:srgbClr val="FF0000"/>
                </a:solidFill>
                <a:latin typeface="Times New Roman" panose="02020603050405020304" pitchFamily="18" charset="0"/>
                <a:cs typeface="Times New Roman" panose="02020603050405020304" pitchFamily="18" charset="0"/>
              </a:rPr>
              <a:t> </a:t>
            </a:r>
            <a:r>
              <a:rPr lang="en-US" b="1" i="1" dirty="0" err="1">
                <a:solidFill>
                  <a:srgbClr val="FF0000"/>
                </a:solidFill>
                <a:latin typeface="Times New Roman" panose="02020603050405020304" pitchFamily="18" charset="0"/>
                <a:cs typeface="Times New Roman" panose="02020603050405020304" pitchFamily="18" charset="0"/>
              </a:rPr>
              <a:t>tất</a:t>
            </a:r>
            <a:r>
              <a:rPr lang="en-US" b="1" i="1" dirty="0">
                <a:solidFill>
                  <a:srgbClr val="FF0000"/>
                </a:solidFill>
                <a:latin typeface="Times New Roman" panose="02020603050405020304" pitchFamily="18" charset="0"/>
                <a:cs typeface="Times New Roman" panose="02020603050405020304" pitchFamily="18" charset="0"/>
              </a:rPr>
              <a:t> </a:t>
            </a:r>
            <a:r>
              <a:rPr lang="en-US" b="1" i="1" dirty="0" err="1">
                <a:solidFill>
                  <a:srgbClr val="FF0000"/>
                </a:solidFill>
                <a:latin typeface="Times New Roman" panose="02020603050405020304" pitchFamily="18" charset="0"/>
                <a:cs typeface="Times New Roman" panose="02020603050405020304" pitchFamily="18" charset="0"/>
              </a:rPr>
              <a:t>cả</a:t>
            </a:r>
            <a:r>
              <a:rPr lang="en-US" b="1" i="1" dirty="0">
                <a:solidFill>
                  <a:srgbClr val="FF0000"/>
                </a:solidFill>
                <a:latin typeface="Times New Roman" panose="02020603050405020304" pitchFamily="18" charset="0"/>
                <a:cs typeface="Times New Roman" panose="02020603050405020304" pitchFamily="18" charset="0"/>
              </a:rPr>
              <a:t> </a:t>
            </a:r>
            <a:r>
              <a:rPr lang="en-US" b="1" i="1" dirty="0" err="1">
                <a:solidFill>
                  <a:srgbClr val="FF0000"/>
                </a:solidFill>
                <a:latin typeface="Times New Roman" panose="02020603050405020304" pitchFamily="18" charset="0"/>
                <a:cs typeface="Times New Roman" panose="02020603050405020304" pitchFamily="18" charset="0"/>
              </a:rPr>
              <a:t>các</a:t>
            </a:r>
            <a:r>
              <a:rPr lang="en-US" b="1" i="1" dirty="0">
                <a:solidFill>
                  <a:srgbClr val="FF0000"/>
                </a:solidFill>
                <a:latin typeface="Times New Roman" panose="02020603050405020304" pitchFamily="18" charset="0"/>
                <a:cs typeface="Times New Roman" panose="02020603050405020304" pitchFamily="18" charset="0"/>
              </a:rPr>
              <a:t> </a:t>
            </a:r>
            <a:r>
              <a:rPr lang="en-US" b="1" i="1" dirty="0" err="1">
                <a:solidFill>
                  <a:srgbClr val="FF0000"/>
                </a:solidFill>
                <a:latin typeface="Times New Roman" panose="02020603050405020304" pitchFamily="18" charset="0"/>
                <a:cs typeface="Times New Roman" panose="02020603050405020304" pitchFamily="18" charset="0"/>
              </a:rPr>
              <a:t>cuộc</a:t>
            </a:r>
            <a:r>
              <a:rPr lang="en-US" b="1" i="1" dirty="0">
                <a:solidFill>
                  <a:srgbClr val="FF0000"/>
                </a:solidFill>
                <a:latin typeface="Times New Roman" panose="02020603050405020304" pitchFamily="18" charset="0"/>
                <a:cs typeface="Times New Roman" panose="02020603050405020304" pitchFamily="18" charset="0"/>
              </a:rPr>
              <a:t> CM </a:t>
            </a:r>
            <a:r>
              <a:rPr lang="en-US" b="1" i="1" dirty="0" err="1">
                <a:solidFill>
                  <a:srgbClr val="FF0000"/>
                </a:solidFill>
                <a:latin typeface="Times New Roman" panose="02020603050405020304" pitchFamily="18" charset="0"/>
                <a:cs typeface="Times New Roman" panose="02020603050405020304" pitchFamily="18" charset="0"/>
              </a:rPr>
              <a:t>trước</a:t>
            </a:r>
            <a:r>
              <a:rPr lang="en-US" b="1" i="1" dirty="0">
                <a:solidFill>
                  <a:srgbClr val="FF0000"/>
                </a:solidFill>
                <a:latin typeface="Times New Roman" panose="02020603050405020304" pitchFamily="18" charset="0"/>
                <a:cs typeface="Times New Roman" panose="02020603050405020304" pitchFamily="18" charset="0"/>
              </a:rPr>
              <a:t> </a:t>
            </a:r>
            <a:r>
              <a:rPr lang="en-US" b="1" i="1" dirty="0" err="1">
                <a:solidFill>
                  <a:srgbClr val="FF0000"/>
                </a:solidFill>
                <a:latin typeface="Times New Roman" panose="02020603050405020304" pitchFamily="18" charset="0"/>
                <a:cs typeface="Times New Roman" panose="02020603050405020304" pitchFamily="18" charset="0"/>
              </a:rPr>
              <a:t>đó</a:t>
            </a:r>
            <a:endParaRPr lang="en-US" b="1" i="1" dirty="0">
              <a:solidFill>
                <a:srgbClr val="FF0000"/>
              </a:solidFill>
              <a:latin typeface="Times New Roman" panose="02020603050405020304" pitchFamily="18" charset="0"/>
              <a:cs typeface="Times New Roman" panose="02020603050405020304" pitchFamily="18" charset="0"/>
            </a:endParaRPr>
          </a:p>
          <a:p>
            <a:pPr algn="just">
              <a:lnSpc>
                <a:spcPts val="3800"/>
              </a:lnSpc>
              <a:buFontTx/>
              <a:buChar char="-"/>
              <a:defRPr/>
            </a:pPr>
            <a:r>
              <a:rPr lang="en-US" b="1" dirty="0">
                <a:solidFill>
                  <a:srgbClr val="002060"/>
                </a:solidFill>
                <a:latin typeface="Times New Roman" panose="02020603050405020304" pitchFamily="18" charset="0"/>
                <a:cs typeface="Times New Roman" panose="02020603050405020304" pitchFamily="18" charset="0"/>
              </a:rPr>
              <a:t>“</a:t>
            </a:r>
            <a:r>
              <a:rPr lang="en-US" b="1" dirty="0" err="1">
                <a:solidFill>
                  <a:srgbClr val="002060"/>
                </a:solidFill>
                <a:latin typeface="Times New Roman" panose="02020603050405020304" pitchFamily="18" charset="0"/>
                <a:cs typeface="Times New Roman" panose="02020603050405020304" pitchFamily="18" charset="0"/>
              </a:rPr>
              <a:t>Đập</a:t>
            </a:r>
            <a:r>
              <a:rPr lang="en-US" b="1" dirty="0">
                <a:solidFill>
                  <a:srgbClr val="002060"/>
                </a:solidFill>
                <a:latin typeface="Times New Roman" panose="02020603050405020304" pitchFamily="18" charset="0"/>
                <a:cs typeface="Times New Roman" panose="02020603050405020304" pitchFamily="18" charset="0"/>
              </a:rPr>
              <a:t> tan” </a:t>
            </a:r>
            <a:r>
              <a:rPr lang="en-US" b="1" dirty="0" err="1">
                <a:solidFill>
                  <a:srgbClr val="002060"/>
                </a:solidFill>
                <a:latin typeface="Times New Roman" panose="02020603050405020304" pitchFamily="18" charset="0"/>
                <a:cs typeface="Times New Roman" panose="02020603050405020304" pitchFamily="18" charset="0"/>
              </a:rPr>
              <a:t>nhà</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nước</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của</a:t>
            </a:r>
            <a:r>
              <a:rPr lang="en-US" b="1" dirty="0">
                <a:solidFill>
                  <a:srgbClr val="002060"/>
                </a:solidFill>
                <a:latin typeface="Times New Roman" panose="02020603050405020304" pitchFamily="18" charset="0"/>
                <a:cs typeface="Times New Roman" panose="02020603050405020304" pitchFamily="18" charset="0"/>
              </a:rPr>
              <a:t> GC </a:t>
            </a:r>
            <a:r>
              <a:rPr lang="en-US" b="1" dirty="0" err="1">
                <a:solidFill>
                  <a:srgbClr val="002060"/>
                </a:solidFill>
                <a:latin typeface="Times New Roman" panose="02020603050405020304" pitchFamily="18" charset="0"/>
                <a:cs typeface="Times New Roman" panose="02020603050405020304" pitchFamily="18" charset="0"/>
              </a:rPr>
              <a:t>bóc</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lột</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như</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thế</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nào</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chưa</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được</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các</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ông</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chỉ</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ra</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cụ</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thể</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phải</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sau</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công</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xã</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Pari</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mới</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được</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làm</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rõ</a:t>
            </a:r>
            <a:r>
              <a:rPr lang="en-US" b="1" dirty="0">
                <a:solidFill>
                  <a:srgbClr val="002060"/>
                </a:solidFill>
                <a:latin typeface="Times New Roman" panose="02020603050405020304" pitchFamily="18" charset="0"/>
                <a:cs typeface="Times New Roman" panose="02020603050405020304" pitchFamily="18" charset="0"/>
              </a:rPr>
              <a:t>)</a:t>
            </a:r>
          </a:p>
        </p:txBody>
      </p:sp>
      <p:sp>
        <p:nvSpPr>
          <p:cNvPr id="7" name="Slide Number Placeholder 6"/>
          <p:cNvSpPr>
            <a:spLocks noGrp="1"/>
          </p:cNvSpPr>
          <p:nvPr>
            <p:ph type="sldNum" sz="quarter" idx="12"/>
          </p:nvPr>
        </p:nvSpPr>
        <p:spPr/>
        <p:txBody>
          <a:bodyPr/>
          <a:lstStyle>
            <a:lvl1pPr eaLnBrk="0" hangingPunct="0">
              <a:defRPr sz="2400">
                <a:solidFill>
                  <a:srgbClr val="00FF00"/>
                </a:solidFill>
                <a:latin typeface=".VnArial" panose="020B7200000000000000" pitchFamily="34" charset="0"/>
              </a:defRPr>
            </a:lvl1pPr>
            <a:lvl2pPr marL="742950" indent="-285750" eaLnBrk="0" hangingPunct="0">
              <a:defRPr sz="2400">
                <a:solidFill>
                  <a:srgbClr val="00FF00"/>
                </a:solidFill>
                <a:latin typeface=".VnArial" panose="020B7200000000000000" pitchFamily="34" charset="0"/>
              </a:defRPr>
            </a:lvl2pPr>
            <a:lvl3pPr marL="1143000" indent="-228600" eaLnBrk="0" hangingPunct="0">
              <a:defRPr sz="2400">
                <a:solidFill>
                  <a:srgbClr val="00FF00"/>
                </a:solidFill>
                <a:latin typeface=".VnArial" panose="020B7200000000000000" pitchFamily="34" charset="0"/>
              </a:defRPr>
            </a:lvl3pPr>
            <a:lvl4pPr marL="1600200" indent="-228600" eaLnBrk="0" hangingPunct="0">
              <a:defRPr sz="2400">
                <a:solidFill>
                  <a:srgbClr val="00FF00"/>
                </a:solidFill>
                <a:latin typeface=".VnArial" panose="020B7200000000000000" pitchFamily="34" charset="0"/>
              </a:defRPr>
            </a:lvl4pPr>
            <a:lvl5pPr marL="2057400" indent="-228600" eaLnBrk="0" hangingPunct="0">
              <a:defRPr sz="2400">
                <a:solidFill>
                  <a:srgbClr val="00FF00"/>
                </a:solidFill>
                <a:latin typeface=".VnArial" panose="020B7200000000000000" pitchFamily="34" charset="0"/>
              </a:defRPr>
            </a:lvl5pPr>
            <a:lvl6pPr marL="2514600" indent="-228600" eaLnBrk="0" fontAlgn="base" hangingPunct="0">
              <a:spcBef>
                <a:spcPct val="0"/>
              </a:spcBef>
              <a:spcAft>
                <a:spcPct val="0"/>
              </a:spcAft>
              <a:defRPr sz="2400">
                <a:solidFill>
                  <a:srgbClr val="00FF00"/>
                </a:solidFill>
                <a:latin typeface=".VnArial" panose="020B7200000000000000" pitchFamily="34" charset="0"/>
              </a:defRPr>
            </a:lvl6pPr>
            <a:lvl7pPr marL="2971800" indent="-228600" eaLnBrk="0" fontAlgn="base" hangingPunct="0">
              <a:spcBef>
                <a:spcPct val="0"/>
              </a:spcBef>
              <a:spcAft>
                <a:spcPct val="0"/>
              </a:spcAft>
              <a:defRPr sz="2400">
                <a:solidFill>
                  <a:srgbClr val="00FF00"/>
                </a:solidFill>
                <a:latin typeface=".VnArial" panose="020B7200000000000000" pitchFamily="34" charset="0"/>
              </a:defRPr>
            </a:lvl7pPr>
            <a:lvl8pPr marL="3429000" indent="-228600" eaLnBrk="0" fontAlgn="base" hangingPunct="0">
              <a:spcBef>
                <a:spcPct val="0"/>
              </a:spcBef>
              <a:spcAft>
                <a:spcPct val="0"/>
              </a:spcAft>
              <a:defRPr sz="2400">
                <a:solidFill>
                  <a:srgbClr val="00FF00"/>
                </a:solidFill>
                <a:latin typeface=".VnArial" panose="020B7200000000000000" pitchFamily="34" charset="0"/>
              </a:defRPr>
            </a:lvl8pPr>
            <a:lvl9pPr marL="3886200" indent="-228600" eaLnBrk="0" fontAlgn="base" hangingPunct="0">
              <a:spcBef>
                <a:spcPct val="0"/>
              </a:spcBef>
              <a:spcAft>
                <a:spcPct val="0"/>
              </a:spcAft>
              <a:defRPr sz="2400">
                <a:solidFill>
                  <a:srgbClr val="00FF00"/>
                </a:solidFill>
                <a:latin typeface=".VnArial" panose="020B7200000000000000" pitchFamily="34" charset="0"/>
              </a:defRPr>
            </a:lvl9pPr>
          </a:lstStyle>
          <a:p>
            <a:pPr eaLnBrk="1" hangingPunct="1"/>
            <a:fld id="{E0104DBB-9DAC-4B5A-99A4-EC635F6CF795}" type="slidenum">
              <a:rPr lang="en-US" sz="1200">
                <a:solidFill>
                  <a:srgbClr val="898989"/>
                </a:solidFill>
              </a:rPr>
              <a:pPr eaLnBrk="1" hangingPunct="1"/>
              <a:t>22</a:t>
            </a:fld>
            <a:endParaRPr lang="en-US" sz="1200">
              <a:solidFill>
                <a:srgbClr val="898989"/>
              </a:solidFill>
            </a:endParaRPr>
          </a:p>
        </p:txBody>
      </p:sp>
      <p:sp>
        <p:nvSpPr>
          <p:cNvPr id="6" name="Rectangle 2"/>
          <p:cNvSpPr txBox="1">
            <a:spLocks noChangeArrowheads="1"/>
          </p:cNvSpPr>
          <p:nvPr/>
        </p:nvSpPr>
        <p:spPr>
          <a:xfrm>
            <a:off x="2349063" y="305011"/>
            <a:ext cx="8153400" cy="1143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indent="-457200">
              <a:buFont typeface="Wingdings" panose="05000000000000000000" pitchFamily="2" charset="2"/>
              <a:buChar char="Ø"/>
            </a:pPr>
            <a:r>
              <a:rPr lang="en-US" altLang="en-US" sz="2800" b="1" i="1" smtClean="0">
                <a:solidFill>
                  <a:srgbClr val="FF0000"/>
                </a:solidFill>
                <a:latin typeface="Times New Roman" panose="02020603050405020304" pitchFamily="18" charset="0"/>
                <a:cs typeface="Times New Roman" panose="02020603050405020304" pitchFamily="18" charset="0"/>
              </a:rPr>
              <a:t>Thời kỳ từ 1848 đến 1871 (Công xã Pari)</a:t>
            </a:r>
            <a:endParaRPr lang="en-US" altLang="en-US" sz="2800" b="1" i="1"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93928718"/>
      </p:ext>
    </p:extLst>
  </p:cSld>
  <p:clrMapOvr>
    <a:masterClrMapping/>
  </p:clrMapOvr>
  <p:transition>
    <p:wheel spokes="8"/>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3363">
                                            <p:txEl>
                                              <p:pRg st="0" end="0"/>
                                            </p:txEl>
                                          </p:spTgt>
                                        </p:tgtEl>
                                        <p:attrNameLst>
                                          <p:attrName>style.visibility</p:attrName>
                                        </p:attrNameLst>
                                      </p:cBhvr>
                                      <p:to>
                                        <p:strVal val="visible"/>
                                      </p:to>
                                    </p:set>
                                    <p:anim calcmode="lin" valueType="num">
                                      <p:cBhvr additive="base">
                                        <p:cTn id="7" dur="500" fill="hold"/>
                                        <p:tgtEl>
                                          <p:spTgt spid="14336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336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43363">
                                            <p:txEl>
                                              <p:pRg st="1" end="1"/>
                                            </p:txEl>
                                          </p:spTgt>
                                        </p:tgtEl>
                                        <p:attrNameLst>
                                          <p:attrName>style.visibility</p:attrName>
                                        </p:attrNameLst>
                                      </p:cBhvr>
                                      <p:to>
                                        <p:strVal val="visible"/>
                                      </p:to>
                                    </p:set>
                                    <p:anim calcmode="lin" valueType="num">
                                      <p:cBhvr additive="base">
                                        <p:cTn id="13" dur="500" fill="hold"/>
                                        <p:tgtEl>
                                          <p:spTgt spid="14336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4336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43363">
                                            <p:txEl>
                                              <p:pRg st="2" end="2"/>
                                            </p:txEl>
                                          </p:spTgt>
                                        </p:tgtEl>
                                        <p:attrNameLst>
                                          <p:attrName>style.visibility</p:attrName>
                                        </p:attrNameLst>
                                      </p:cBhvr>
                                      <p:to>
                                        <p:strVal val="visible"/>
                                      </p:to>
                                    </p:set>
                                    <p:anim calcmode="lin" valueType="num">
                                      <p:cBhvr additive="base">
                                        <p:cTn id="19" dur="500" fill="hold"/>
                                        <p:tgtEl>
                                          <p:spTgt spid="14336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4336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43363">
                                            <p:txEl>
                                              <p:pRg st="3" end="3"/>
                                            </p:txEl>
                                          </p:spTgt>
                                        </p:tgtEl>
                                        <p:attrNameLst>
                                          <p:attrName>style.visibility</p:attrName>
                                        </p:attrNameLst>
                                      </p:cBhvr>
                                      <p:to>
                                        <p:strVal val="visible"/>
                                      </p:to>
                                    </p:set>
                                    <p:anim calcmode="lin" valueType="num">
                                      <p:cBhvr additive="base">
                                        <p:cTn id="25" dur="500" fill="hold"/>
                                        <p:tgtEl>
                                          <p:spTgt spid="14336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4336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 presetClass="entr" presetSubtype="16"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box(in)">
                                      <p:cBhvr>
                                        <p:cTn id="3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63" grpId="0" build="p"/>
      <p:bldP spid="6"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3" name="Rectangle 3"/>
          <p:cNvSpPr>
            <a:spLocks noGrp="1" noChangeArrowheads="1"/>
          </p:cNvSpPr>
          <p:nvPr>
            <p:ph type="body" sz="half" idx="1"/>
          </p:nvPr>
        </p:nvSpPr>
        <p:spPr>
          <a:xfrm>
            <a:off x="457199" y="1807779"/>
            <a:ext cx="11319641" cy="5410200"/>
          </a:xfrm>
        </p:spPr>
        <p:txBody>
          <a:bodyPr rtlCol="0">
            <a:normAutofit/>
          </a:bodyPr>
          <a:lstStyle/>
          <a:p>
            <a:pPr algn="just">
              <a:lnSpc>
                <a:spcPts val="4000"/>
              </a:lnSpc>
              <a:buFont typeface="Wingdings" panose="05000000000000000000" pitchFamily="2" charset="2"/>
              <a:buChar char="ü"/>
              <a:defRPr/>
            </a:pPr>
            <a:r>
              <a:rPr lang="en-US" b="1" dirty="0">
                <a:solidFill>
                  <a:srgbClr val="FF3300"/>
                </a:solidFill>
                <a:latin typeface="+mj-lt"/>
              </a:rPr>
              <a:t> </a:t>
            </a:r>
            <a:r>
              <a:rPr lang="en-US" b="1" dirty="0" err="1">
                <a:solidFill>
                  <a:srgbClr val="FF0000"/>
                </a:solidFill>
              </a:rPr>
              <a:t>Về</a:t>
            </a:r>
            <a:r>
              <a:rPr lang="en-US" b="1" dirty="0">
                <a:solidFill>
                  <a:srgbClr val="FF0000"/>
                </a:solidFill>
              </a:rPr>
              <a:t> </a:t>
            </a:r>
            <a:r>
              <a:rPr lang="en-US" b="1" dirty="0" err="1">
                <a:solidFill>
                  <a:srgbClr val="FF0000"/>
                </a:solidFill>
              </a:rPr>
              <a:t>tư</a:t>
            </a:r>
            <a:r>
              <a:rPr lang="en-US" b="1" dirty="0">
                <a:solidFill>
                  <a:srgbClr val="FF0000"/>
                </a:solidFill>
              </a:rPr>
              <a:t> </a:t>
            </a:r>
            <a:r>
              <a:rPr lang="en-US" b="1" dirty="0" err="1">
                <a:solidFill>
                  <a:srgbClr val="FF0000"/>
                </a:solidFill>
              </a:rPr>
              <a:t>tưởng</a:t>
            </a:r>
            <a:r>
              <a:rPr lang="en-US" b="1" dirty="0">
                <a:solidFill>
                  <a:srgbClr val="FF0000"/>
                </a:solidFill>
              </a:rPr>
              <a:t> </a:t>
            </a:r>
            <a:r>
              <a:rPr lang="en-US" b="1" dirty="0" err="1">
                <a:solidFill>
                  <a:srgbClr val="FF0000"/>
                </a:solidFill>
              </a:rPr>
              <a:t>liên</a:t>
            </a:r>
            <a:r>
              <a:rPr lang="en-US" b="1" dirty="0">
                <a:solidFill>
                  <a:srgbClr val="FF0000"/>
                </a:solidFill>
              </a:rPr>
              <a:t> minh </a:t>
            </a:r>
            <a:r>
              <a:rPr lang="en-US" b="1" dirty="0" err="1">
                <a:solidFill>
                  <a:srgbClr val="FF0000"/>
                </a:solidFill>
              </a:rPr>
              <a:t>giai</a:t>
            </a:r>
            <a:r>
              <a:rPr lang="en-US" b="1" dirty="0">
                <a:solidFill>
                  <a:srgbClr val="FF0000"/>
                </a:solidFill>
              </a:rPr>
              <a:t> </a:t>
            </a:r>
            <a:r>
              <a:rPr lang="en-US" b="1" dirty="0" err="1">
                <a:solidFill>
                  <a:srgbClr val="FF0000"/>
                </a:solidFill>
              </a:rPr>
              <a:t>cấp</a:t>
            </a:r>
            <a:r>
              <a:rPr lang="en-US" b="1" dirty="0">
                <a:solidFill>
                  <a:srgbClr val="FF0000"/>
                </a:solidFill>
              </a:rPr>
              <a:t> (C-N)</a:t>
            </a:r>
          </a:p>
          <a:p>
            <a:pPr algn="just">
              <a:lnSpc>
                <a:spcPts val="4000"/>
              </a:lnSpc>
              <a:buFontTx/>
              <a:buChar char="-"/>
              <a:defRPr/>
            </a:pPr>
            <a:r>
              <a:rPr lang="en-US" b="1" dirty="0">
                <a:solidFill>
                  <a:srgbClr val="002060"/>
                </a:solidFill>
              </a:rPr>
              <a:t>“</a:t>
            </a:r>
            <a:r>
              <a:rPr lang="en-US" b="1" dirty="0" err="1">
                <a:solidFill>
                  <a:srgbClr val="002060"/>
                </a:solidFill>
              </a:rPr>
              <a:t>Nếu</a:t>
            </a:r>
            <a:r>
              <a:rPr lang="en-US" b="1" dirty="0">
                <a:solidFill>
                  <a:srgbClr val="002060"/>
                </a:solidFill>
              </a:rPr>
              <a:t> GCCN </a:t>
            </a:r>
            <a:r>
              <a:rPr lang="en-US" b="1" dirty="0" err="1">
                <a:solidFill>
                  <a:srgbClr val="002060"/>
                </a:solidFill>
              </a:rPr>
              <a:t>không</a:t>
            </a:r>
            <a:r>
              <a:rPr lang="en-US" b="1" dirty="0">
                <a:solidFill>
                  <a:srgbClr val="002060"/>
                </a:solidFill>
              </a:rPr>
              <a:t> </a:t>
            </a:r>
            <a:r>
              <a:rPr lang="en-US" b="1" dirty="0" err="1">
                <a:solidFill>
                  <a:srgbClr val="002060"/>
                </a:solidFill>
              </a:rPr>
              <a:t>liên</a:t>
            </a:r>
            <a:r>
              <a:rPr lang="en-US" b="1" dirty="0">
                <a:solidFill>
                  <a:srgbClr val="002060"/>
                </a:solidFill>
              </a:rPr>
              <a:t> minh </a:t>
            </a:r>
            <a:r>
              <a:rPr lang="en-US" b="1" dirty="0" err="1">
                <a:solidFill>
                  <a:srgbClr val="002060"/>
                </a:solidFill>
              </a:rPr>
              <a:t>được</a:t>
            </a:r>
            <a:r>
              <a:rPr lang="en-US" b="1" dirty="0">
                <a:solidFill>
                  <a:srgbClr val="002060"/>
                </a:solidFill>
              </a:rPr>
              <a:t> </a:t>
            </a:r>
            <a:r>
              <a:rPr lang="en-US" b="1" dirty="0" err="1">
                <a:solidFill>
                  <a:srgbClr val="002060"/>
                </a:solidFill>
              </a:rPr>
              <a:t>với</a:t>
            </a:r>
            <a:r>
              <a:rPr lang="en-US" b="1" dirty="0">
                <a:solidFill>
                  <a:srgbClr val="002060"/>
                </a:solidFill>
              </a:rPr>
              <a:t> </a:t>
            </a:r>
            <a:r>
              <a:rPr lang="en-US" b="1" dirty="0" err="1">
                <a:solidFill>
                  <a:srgbClr val="002060"/>
                </a:solidFill>
              </a:rPr>
              <a:t>người</a:t>
            </a:r>
            <a:r>
              <a:rPr lang="en-US" b="1" dirty="0">
                <a:solidFill>
                  <a:srgbClr val="002060"/>
                </a:solidFill>
              </a:rPr>
              <a:t> </a:t>
            </a:r>
            <a:r>
              <a:rPr lang="en-US" b="1" dirty="0" err="1">
                <a:solidFill>
                  <a:srgbClr val="002060"/>
                </a:solidFill>
              </a:rPr>
              <a:t>bạn</a:t>
            </a:r>
            <a:r>
              <a:rPr lang="en-US" b="1" dirty="0">
                <a:solidFill>
                  <a:srgbClr val="002060"/>
                </a:solidFill>
              </a:rPr>
              <a:t> </a:t>
            </a:r>
            <a:r>
              <a:rPr lang="en-US" b="1" dirty="0" err="1">
                <a:solidFill>
                  <a:srgbClr val="002060"/>
                </a:solidFill>
              </a:rPr>
              <a:t>đồng</a:t>
            </a:r>
            <a:r>
              <a:rPr lang="en-US" b="1" dirty="0">
                <a:solidFill>
                  <a:srgbClr val="002060"/>
                </a:solidFill>
              </a:rPr>
              <a:t> minh </a:t>
            </a:r>
            <a:r>
              <a:rPr lang="en-US" b="1" dirty="0" err="1">
                <a:solidFill>
                  <a:srgbClr val="002060"/>
                </a:solidFill>
              </a:rPr>
              <a:t>tự</a:t>
            </a:r>
            <a:r>
              <a:rPr lang="en-US" b="1" dirty="0">
                <a:solidFill>
                  <a:srgbClr val="002060"/>
                </a:solidFill>
              </a:rPr>
              <a:t> </a:t>
            </a:r>
            <a:r>
              <a:rPr lang="en-US" b="1" dirty="0" err="1">
                <a:solidFill>
                  <a:srgbClr val="002060"/>
                </a:solidFill>
              </a:rPr>
              <a:t>nhiên</a:t>
            </a:r>
            <a:r>
              <a:rPr lang="en-US" b="1" dirty="0">
                <a:solidFill>
                  <a:srgbClr val="002060"/>
                </a:solidFill>
              </a:rPr>
              <a:t> </a:t>
            </a:r>
            <a:r>
              <a:rPr lang="en-US" b="1" dirty="0" err="1">
                <a:solidFill>
                  <a:srgbClr val="002060"/>
                </a:solidFill>
              </a:rPr>
              <a:t>của</a:t>
            </a:r>
            <a:r>
              <a:rPr lang="en-US" b="1" dirty="0">
                <a:solidFill>
                  <a:srgbClr val="002060"/>
                </a:solidFill>
              </a:rPr>
              <a:t> </a:t>
            </a:r>
            <a:r>
              <a:rPr lang="en-US" b="1" dirty="0" err="1">
                <a:solidFill>
                  <a:srgbClr val="002060"/>
                </a:solidFill>
              </a:rPr>
              <a:t>mình</a:t>
            </a:r>
            <a:r>
              <a:rPr lang="en-US" b="1" dirty="0">
                <a:solidFill>
                  <a:srgbClr val="002060"/>
                </a:solidFill>
              </a:rPr>
              <a:t> </a:t>
            </a:r>
            <a:r>
              <a:rPr lang="en-US" b="1" dirty="0" err="1">
                <a:solidFill>
                  <a:srgbClr val="002060"/>
                </a:solidFill>
              </a:rPr>
              <a:t>là</a:t>
            </a:r>
            <a:r>
              <a:rPr lang="en-US" b="1" dirty="0">
                <a:solidFill>
                  <a:srgbClr val="002060"/>
                </a:solidFill>
              </a:rPr>
              <a:t> GC </a:t>
            </a:r>
            <a:r>
              <a:rPr lang="en-US" b="1" dirty="0" err="1">
                <a:solidFill>
                  <a:srgbClr val="002060"/>
                </a:solidFill>
              </a:rPr>
              <a:t>nông</a:t>
            </a:r>
            <a:r>
              <a:rPr lang="en-US" b="1" dirty="0">
                <a:solidFill>
                  <a:srgbClr val="002060"/>
                </a:solidFill>
              </a:rPr>
              <a:t> </a:t>
            </a:r>
            <a:r>
              <a:rPr lang="en-US" b="1" dirty="0" err="1">
                <a:solidFill>
                  <a:srgbClr val="002060"/>
                </a:solidFill>
              </a:rPr>
              <a:t>dân</a:t>
            </a:r>
            <a:r>
              <a:rPr lang="en-US" b="1" dirty="0">
                <a:solidFill>
                  <a:srgbClr val="002060"/>
                </a:solidFill>
              </a:rPr>
              <a:t> </a:t>
            </a:r>
            <a:r>
              <a:rPr lang="en-US" b="1" dirty="0" err="1">
                <a:solidFill>
                  <a:srgbClr val="002060"/>
                </a:solidFill>
              </a:rPr>
              <a:t>thì</a:t>
            </a:r>
            <a:r>
              <a:rPr lang="en-US" b="1" dirty="0">
                <a:solidFill>
                  <a:srgbClr val="002060"/>
                </a:solidFill>
              </a:rPr>
              <a:t> ở </a:t>
            </a:r>
            <a:r>
              <a:rPr lang="en-US" b="1" dirty="0" err="1">
                <a:solidFill>
                  <a:srgbClr val="002060"/>
                </a:solidFill>
              </a:rPr>
              <a:t>các</a:t>
            </a:r>
            <a:r>
              <a:rPr lang="en-US" b="1" dirty="0">
                <a:solidFill>
                  <a:srgbClr val="002060"/>
                </a:solidFill>
              </a:rPr>
              <a:t> </a:t>
            </a:r>
            <a:r>
              <a:rPr lang="en-US" b="1" dirty="0" err="1">
                <a:solidFill>
                  <a:srgbClr val="002060"/>
                </a:solidFill>
              </a:rPr>
              <a:t>nước</a:t>
            </a:r>
            <a:r>
              <a:rPr lang="en-US" b="1" dirty="0">
                <a:solidFill>
                  <a:srgbClr val="002060"/>
                </a:solidFill>
              </a:rPr>
              <a:t> </a:t>
            </a:r>
            <a:r>
              <a:rPr lang="en-US" b="1" dirty="0" err="1">
                <a:solidFill>
                  <a:srgbClr val="002060"/>
                </a:solidFill>
              </a:rPr>
              <a:t>có</a:t>
            </a:r>
            <a:r>
              <a:rPr lang="en-US" b="1" dirty="0">
                <a:solidFill>
                  <a:srgbClr val="002060"/>
                </a:solidFill>
              </a:rPr>
              <a:t> </a:t>
            </a:r>
            <a:r>
              <a:rPr lang="en-US" b="1" dirty="0" err="1">
                <a:solidFill>
                  <a:srgbClr val="002060"/>
                </a:solidFill>
              </a:rPr>
              <a:t>đông</a:t>
            </a:r>
            <a:r>
              <a:rPr lang="en-US" b="1" dirty="0">
                <a:solidFill>
                  <a:srgbClr val="002060"/>
                </a:solidFill>
              </a:rPr>
              <a:t> </a:t>
            </a:r>
            <a:r>
              <a:rPr lang="en-US" b="1" dirty="0" err="1">
                <a:solidFill>
                  <a:srgbClr val="002060"/>
                </a:solidFill>
              </a:rPr>
              <a:t>nông</a:t>
            </a:r>
            <a:r>
              <a:rPr lang="en-US" b="1" dirty="0">
                <a:solidFill>
                  <a:srgbClr val="002060"/>
                </a:solidFill>
              </a:rPr>
              <a:t> </a:t>
            </a:r>
            <a:r>
              <a:rPr lang="en-US" b="1" dirty="0" err="1">
                <a:solidFill>
                  <a:srgbClr val="002060"/>
                </a:solidFill>
              </a:rPr>
              <a:t>dân</a:t>
            </a:r>
            <a:r>
              <a:rPr lang="en-US" b="1" dirty="0">
                <a:solidFill>
                  <a:srgbClr val="002060"/>
                </a:solidFill>
              </a:rPr>
              <a:t>, </a:t>
            </a:r>
            <a:r>
              <a:rPr lang="en-US" b="1" dirty="0" err="1">
                <a:solidFill>
                  <a:srgbClr val="002060"/>
                </a:solidFill>
              </a:rPr>
              <a:t>bài</a:t>
            </a:r>
            <a:r>
              <a:rPr lang="en-US" b="1" dirty="0">
                <a:solidFill>
                  <a:srgbClr val="002060"/>
                </a:solidFill>
              </a:rPr>
              <a:t> </a:t>
            </a:r>
            <a:r>
              <a:rPr lang="en-US" b="1" dirty="0" err="1">
                <a:solidFill>
                  <a:srgbClr val="002060"/>
                </a:solidFill>
              </a:rPr>
              <a:t>đồng</a:t>
            </a:r>
            <a:r>
              <a:rPr lang="en-US" b="1" dirty="0">
                <a:solidFill>
                  <a:srgbClr val="002060"/>
                </a:solidFill>
              </a:rPr>
              <a:t> ca </a:t>
            </a:r>
            <a:r>
              <a:rPr lang="en-US" b="1" dirty="0" err="1">
                <a:solidFill>
                  <a:srgbClr val="002060"/>
                </a:solidFill>
              </a:rPr>
              <a:t>cách</a:t>
            </a:r>
            <a:r>
              <a:rPr lang="en-US" b="1" dirty="0">
                <a:solidFill>
                  <a:srgbClr val="002060"/>
                </a:solidFill>
              </a:rPr>
              <a:t> </a:t>
            </a:r>
            <a:r>
              <a:rPr lang="en-US" b="1" dirty="0" err="1">
                <a:solidFill>
                  <a:srgbClr val="002060"/>
                </a:solidFill>
              </a:rPr>
              <a:t>mạng</a:t>
            </a:r>
            <a:r>
              <a:rPr lang="en-US" b="1" dirty="0">
                <a:solidFill>
                  <a:srgbClr val="002060"/>
                </a:solidFill>
              </a:rPr>
              <a:t> </a:t>
            </a:r>
            <a:r>
              <a:rPr lang="en-US" b="1" dirty="0" err="1">
                <a:solidFill>
                  <a:srgbClr val="002060"/>
                </a:solidFill>
              </a:rPr>
              <a:t>của</a:t>
            </a:r>
            <a:r>
              <a:rPr lang="en-US" b="1" dirty="0">
                <a:solidFill>
                  <a:srgbClr val="002060"/>
                </a:solidFill>
              </a:rPr>
              <a:t> GCCN </a:t>
            </a:r>
            <a:r>
              <a:rPr lang="en-US" b="1" dirty="0" err="1">
                <a:solidFill>
                  <a:srgbClr val="002060"/>
                </a:solidFill>
              </a:rPr>
              <a:t>sẽ</a:t>
            </a:r>
            <a:r>
              <a:rPr lang="en-US" b="1" dirty="0">
                <a:solidFill>
                  <a:srgbClr val="002060"/>
                </a:solidFill>
              </a:rPr>
              <a:t> </a:t>
            </a:r>
            <a:r>
              <a:rPr lang="en-US" b="1" dirty="0" err="1">
                <a:solidFill>
                  <a:srgbClr val="002060"/>
                </a:solidFill>
              </a:rPr>
              <a:t>trở</a:t>
            </a:r>
            <a:r>
              <a:rPr lang="en-US" b="1" dirty="0">
                <a:solidFill>
                  <a:srgbClr val="002060"/>
                </a:solidFill>
              </a:rPr>
              <a:t> </a:t>
            </a:r>
            <a:r>
              <a:rPr lang="en-US" b="1" dirty="0" err="1">
                <a:solidFill>
                  <a:srgbClr val="002060"/>
                </a:solidFill>
              </a:rPr>
              <a:t>thành</a:t>
            </a:r>
            <a:r>
              <a:rPr lang="en-US" b="1" dirty="0">
                <a:solidFill>
                  <a:srgbClr val="002060"/>
                </a:solidFill>
              </a:rPr>
              <a:t> </a:t>
            </a:r>
            <a:r>
              <a:rPr lang="en-US" b="1" dirty="0" err="1">
                <a:solidFill>
                  <a:srgbClr val="002060"/>
                </a:solidFill>
              </a:rPr>
              <a:t>bài</a:t>
            </a:r>
            <a:r>
              <a:rPr lang="en-US" b="1" dirty="0">
                <a:solidFill>
                  <a:srgbClr val="002060"/>
                </a:solidFill>
              </a:rPr>
              <a:t> </a:t>
            </a:r>
            <a:r>
              <a:rPr lang="en-US" b="1" dirty="0" err="1">
                <a:solidFill>
                  <a:srgbClr val="002060"/>
                </a:solidFill>
              </a:rPr>
              <a:t>đơn</a:t>
            </a:r>
            <a:r>
              <a:rPr lang="en-US" b="1" dirty="0">
                <a:solidFill>
                  <a:srgbClr val="002060"/>
                </a:solidFill>
              </a:rPr>
              <a:t> ca </a:t>
            </a:r>
            <a:r>
              <a:rPr lang="en-US" b="1" dirty="0" err="1">
                <a:solidFill>
                  <a:srgbClr val="002060"/>
                </a:solidFill>
              </a:rPr>
              <a:t>ai</a:t>
            </a:r>
            <a:r>
              <a:rPr lang="en-US" b="1" dirty="0">
                <a:solidFill>
                  <a:srgbClr val="002060"/>
                </a:solidFill>
              </a:rPr>
              <a:t> </a:t>
            </a:r>
            <a:r>
              <a:rPr lang="en-US" b="1" dirty="0" err="1">
                <a:solidFill>
                  <a:srgbClr val="002060"/>
                </a:solidFill>
              </a:rPr>
              <a:t>điếu</a:t>
            </a:r>
            <a:r>
              <a:rPr lang="en-US" b="1" dirty="0">
                <a:solidFill>
                  <a:srgbClr val="002060"/>
                </a:solidFill>
              </a:rPr>
              <a:t>”</a:t>
            </a:r>
          </a:p>
          <a:p>
            <a:pPr algn="just">
              <a:lnSpc>
                <a:spcPts val="4000"/>
              </a:lnSpc>
              <a:buFontTx/>
              <a:buChar char="-"/>
              <a:defRPr/>
            </a:pPr>
            <a:r>
              <a:rPr lang="en-US" b="1" dirty="0" err="1">
                <a:solidFill>
                  <a:srgbClr val="002060"/>
                </a:solidFill>
              </a:rPr>
              <a:t>Trong</a:t>
            </a:r>
            <a:r>
              <a:rPr lang="en-US" b="1" dirty="0">
                <a:solidFill>
                  <a:srgbClr val="002060"/>
                </a:solidFill>
              </a:rPr>
              <a:t> </a:t>
            </a:r>
            <a:r>
              <a:rPr lang="en-US" b="1" dirty="0" err="1">
                <a:solidFill>
                  <a:srgbClr val="002060"/>
                </a:solidFill>
              </a:rPr>
              <a:t>khối</a:t>
            </a:r>
            <a:r>
              <a:rPr lang="en-US" b="1" dirty="0">
                <a:solidFill>
                  <a:srgbClr val="002060"/>
                </a:solidFill>
              </a:rPr>
              <a:t> </a:t>
            </a:r>
            <a:r>
              <a:rPr lang="en-US" b="1" dirty="0" err="1">
                <a:solidFill>
                  <a:srgbClr val="002060"/>
                </a:solidFill>
              </a:rPr>
              <a:t>liên</a:t>
            </a:r>
            <a:r>
              <a:rPr lang="en-US" b="1" dirty="0">
                <a:solidFill>
                  <a:srgbClr val="002060"/>
                </a:solidFill>
              </a:rPr>
              <a:t> minh </a:t>
            </a:r>
            <a:r>
              <a:rPr lang="en-US" b="1" dirty="0" err="1">
                <a:solidFill>
                  <a:srgbClr val="002060"/>
                </a:solidFill>
              </a:rPr>
              <a:t>này</a:t>
            </a:r>
            <a:r>
              <a:rPr lang="en-US" b="1" dirty="0">
                <a:solidFill>
                  <a:srgbClr val="002060"/>
                </a:solidFill>
              </a:rPr>
              <a:t>, </a:t>
            </a:r>
            <a:r>
              <a:rPr lang="en-US" b="1" dirty="0" err="1">
                <a:solidFill>
                  <a:srgbClr val="002060"/>
                </a:solidFill>
              </a:rPr>
              <a:t>vai</a:t>
            </a:r>
            <a:r>
              <a:rPr lang="en-US" b="1" dirty="0">
                <a:solidFill>
                  <a:srgbClr val="002060"/>
                </a:solidFill>
              </a:rPr>
              <a:t> </a:t>
            </a:r>
            <a:r>
              <a:rPr lang="en-US" b="1" dirty="0" err="1">
                <a:solidFill>
                  <a:srgbClr val="002060"/>
                </a:solidFill>
              </a:rPr>
              <a:t>trò</a:t>
            </a:r>
            <a:r>
              <a:rPr lang="en-US" b="1" dirty="0">
                <a:solidFill>
                  <a:srgbClr val="002060"/>
                </a:solidFill>
              </a:rPr>
              <a:t> </a:t>
            </a:r>
            <a:r>
              <a:rPr lang="en-US" b="1" dirty="0" err="1">
                <a:solidFill>
                  <a:srgbClr val="002060"/>
                </a:solidFill>
              </a:rPr>
              <a:t>lãnh</a:t>
            </a:r>
            <a:r>
              <a:rPr lang="en-US" b="1" dirty="0">
                <a:solidFill>
                  <a:srgbClr val="002060"/>
                </a:solidFill>
              </a:rPr>
              <a:t> </a:t>
            </a:r>
            <a:r>
              <a:rPr lang="en-US" b="1" dirty="0" err="1">
                <a:solidFill>
                  <a:srgbClr val="002060"/>
                </a:solidFill>
              </a:rPr>
              <a:t>đạo</a:t>
            </a:r>
            <a:r>
              <a:rPr lang="en-US" b="1" dirty="0">
                <a:solidFill>
                  <a:srgbClr val="002060"/>
                </a:solidFill>
              </a:rPr>
              <a:t> </a:t>
            </a:r>
            <a:r>
              <a:rPr lang="en-US" b="1" dirty="0" err="1">
                <a:solidFill>
                  <a:srgbClr val="002060"/>
                </a:solidFill>
              </a:rPr>
              <a:t>thuộc</a:t>
            </a:r>
            <a:r>
              <a:rPr lang="en-US" b="1" dirty="0">
                <a:solidFill>
                  <a:srgbClr val="002060"/>
                </a:solidFill>
              </a:rPr>
              <a:t> </a:t>
            </a:r>
            <a:r>
              <a:rPr lang="en-US" b="1" dirty="0" err="1">
                <a:solidFill>
                  <a:srgbClr val="002060"/>
                </a:solidFill>
              </a:rPr>
              <a:t>về</a:t>
            </a:r>
            <a:r>
              <a:rPr lang="en-US" b="1" dirty="0">
                <a:solidFill>
                  <a:srgbClr val="002060"/>
                </a:solidFill>
              </a:rPr>
              <a:t> GCCN</a:t>
            </a:r>
          </a:p>
          <a:p>
            <a:pPr algn="just">
              <a:buFontTx/>
              <a:buChar char="-"/>
              <a:defRPr/>
            </a:pPr>
            <a:endParaRPr lang="en-US" dirty="0"/>
          </a:p>
          <a:p>
            <a:pPr algn="just">
              <a:buNone/>
              <a:defRPr/>
            </a:pPr>
            <a:endParaRPr lang="en-US" b="1" dirty="0">
              <a:solidFill>
                <a:srgbClr val="FF3300"/>
              </a:solidFill>
              <a:latin typeface="+mj-lt"/>
            </a:endParaRPr>
          </a:p>
        </p:txBody>
      </p:sp>
      <p:sp>
        <p:nvSpPr>
          <p:cNvPr id="7" name="Slide Number Placeholder 6"/>
          <p:cNvSpPr>
            <a:spLocks noGrp="1"/>
          </p:cNvSpPr>
          <p:nvPr>
            <p:ph type="sldNum" sz="quarter" idx="12"/>
          </p:nvPr>
        </p:nvSpPr>
        <p:spPr/>
        <p:txBody>
          <a:bodyPr/>
          <a:lstStyle>
            <a:lvl1pPr eaLnBrk="0" hangingPunct="0">
              <a:defRPr sz="2400">
                <a:solidFill>
                  <a:srgbClr val="00FF00"/>
                </a:solidFill>
                <a:latin typeface=".VnArial" panose="020B7200000000000000" pitchFamily="34" charset="0"/>
              </a:defRPr>
            </a:lvl1pPr>
            <a:lvl2pPr marL="742950" indent="-285750" eaLnBrk="0" hangingPunct="0">
              <a:defRPr sz="2400">
                <a:solidFill>
                  <a:srgbClr val="00FF00"/>
                </a:solidFill>
                <a:latin typeface=".VnArial" panose="020B7200000000000000" pitchFamily="34" charset="0"/>
              </a:defRPr>
            </a:lvl2pPr>
            <a:lvl3pPr marL="1143000" indent="-228600" eaLnBrk="0" hangingPunct="0">
              <a:defRPr sz="2400">
                <a:solidFill>
                  <a:srgbClr val="00FF00"/>
                </a:solidFill>
                <a:latin typeface=".VnArial" panose="020B7200000000000000" pitchFamily="34" charset="0"/>
              </a:defRPr>
            </a:lvl3pPr>
            <a:lvl4pPr marL="1600200" indent="-228600" eaLnBrk="0" hangingPunct="0">
              <a:defRPr sz="2400">
                <a:solidFill>
                  <a:srgbClr val="00FF00"/>
                </a:solidFill>
                <a:latin typeface=".VnArial" panose="020B7200000000000000" pitchFamily="34" charset="0"/>
              </a:defRPr>
            </a:lvl4pPr>
            <a:lvl5pPr marL="2057400" indent="-228600" eaLnBrk="0" hangingPunct="0">
              <a:defRPr sz="2400">
                <a:solidFill>
                  <a:srgbClr val="00FF00"/>
                </a:solidFill>
                <a:latin typeface=".VnArial" panose="020B7200000000000000" pitchFamily="34" charset="0"/>
              </a:defRPr>
            </a:lvl5pPr>
            <a:lvl6pPr marL="2514600" indent="-228600" eaLnBrk="0" fontAlgn="base" hangingPunct="0">
              <a:spcBef>
                <a:spcPct val="0"/>
              </a:spcBef>
              <a:spcAft>
                <a:spcPct val="0"/>
              </a:spcAft>
              <a:defRPr sz="2400">
                <a:solidFill>
                  <a:srgbClr val="00FF00"/>
                </a:solidFill>
                <a:latin typeface=".VnArial" panose="020B7200000000000000" pitchFamily="34" charset="0"/>
              </a:defRPr>
            </a:lvl6pPr>
            <a:lvl7pPr marL="2971800" indent="-228600" eaLnBrk="0" fontAlgn="base" hangingPunct="0">
              <a:spcBef>
                <a:spcPct val="0"/>
              </a:spcBef>
              <a:spcAft>
                <a:spcPct val="0"/>
              </a:spcAft>
              <a:defRPr sz="2400">
                <a:solidFill>
                  <a:srgbClr val="00FF00"/>
                </a:solidFill>
                <a:latin typeface=".VnArial" panose="020B7200000000000000" pitchFamily="34" charset="0"/>
              </a:defRPr>
            </a:lvl7pPr>
            <a:lvl8pPr marL="3429000" indent="-228600" eaLnBrk="0" fontAlgn="base" hangingPunct="0">
              <a:spcBef>
                <a:spcPct val="0"/>
              </a:spcBef>
              <a:spcAft>
                <a:spcPct val="0"/>
              </a:spcAft>
              <a:defRPr sz="2400">
                <a:solidFill>
                  <a:srgbClr val="00FF00"/>
                </a:solidFill>
                <a:latin typeface=".VnArial" panose="020B7200000000000000" pitchFamily="34" charset="0"/>
              </a:defRPr>
            </a:lvl8pPr>
            <a:lvl9pPr marL="3886200" indent="-228600" eaLnBrk="0" fontAlgn="base" hangingPunct="0">
              <a:spcBef>
                <a:spcPct val="0"/>
              </a:spcBef>
              <a:spcAft>
                <a:spcPct val="0"/>
              </a:spcAft>
              <a:defRPr sz="2400">
                <a:solidFill>
                  <a:srgbClr val="00FF00"/>
                </a:solidFill>
                <a:latin typeface=".VnArial" panose="020B7200000000000000" pitchFamily="34" charset="0"/>
              </a:defRPr>
            </a:lvl9pPr>
          </a:lstStyle>
          <a:p>
            <a:pPr eaLnBrk="1" hangingPunct="1"/>
            <a:fld id="{EB16D8DB-61EE-4254-9489-3AFA238726B2}" type="slidenum">
              <a:rPr lang="en-US" sz="1200">
                <a:solidFill>
                  <a:srgbClr val="898989"/>
                </a:solidFill>
              </a:rPr>
              <a:pPr eaLnBrk="1" hangingPunct="1"/>
              <a:t>23</a:t>
            </a:fld>
            <a:endParaRPr lang="en-US" sz="1200">
              <a:solidFill>
                <a:srgbClr val="898989"/>
              </a:solidFill>
            </a:endParaRPr>
          </a:p>
        </p:txBody>
      </p:sp>
      <p:sp>
        <p:nvSpPr>
          <p:cNvPr id="6" name="Rectangle 2"/>
          <p:cNvSpPr txBox="1">
            <a:spLocks noChangeArrowheads="1"/>
          </p:cNvSpPr>
          <p:nvPr/>
        </p:nvSpPr>
        <p:spPr>
          <a:xfrm>
            <a:off x="2349063" y="305011"/>
            <a:ext cx="8153400" cy="1143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indent="-457200">
              <a:buFont typeface="Wingdings" panose="05000000000000000000" pitchFamily="2" charset="2"/>
              <a:buChar char="Ø"/>
            </a:pPr>
            <a:r>
              <a:rPr lang="en-US" altLang="en-US" sz="2800" b="1" i="1" smtClean="0">
                <a:solidFill>
                  <a:srgbClr val="FF0000"/>
                </a:solidFill>
                <a:latin typeface="Times New Roman" panose="02020603050405020304" pitchFamily="18" charset="0"/>
                <a:cs typeface="Times New Roman" panose="02020603050405020304" pitchFamily="18" charset="0"/>
              </a:rPr>
              <a:t>Thời kỳ từ 1848 đến 1871 (Công xã Pari)</a:t>
            </a:r>
            <a:endParaRPr lang="en-US" altLang="en-US" sz="2800" b="1" i="1"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65075774"/>
      </p:ext>
    </p:extLst>
  </p:cSld>
  <p:clrMapOvr>
    <a:masterClrMapping/>
  </p:clrMapOvr>
  <p:transition>
    <p:wheel spokes="8"/>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3363">
                                            <p:txEl>
                                              <p:pRg st="0" end="0"/>
                                            </p:txEl>
                                          </p:spTgt>
                                        </p:tgtEl>
                                        <p:attrNameLst>
                                          <p:attrName>style.visibility</p:attrName>
                                        </p:attrNameLst>
                                      </p:cBhvr>
                                      <p:to>
                                        <p:strVal val="visible"/>
                                      </p:to>
                                    </p:set>
                                    <p:anim calcmode="lin" valueType="num">
                                      <p:cBhvr additive="base">
                                        <p:cTn id="7" dur="500" fill="hold"/>
                                        <p:tgtEl>
                                          <p:spTgt spid="14336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336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43363">
                                            <p:txEl>
                                              <p:pRg st="1" end="1"/>
                                            </p:txEl>
                                          </p:spTgt>
                                        </p:tgtEl>
                                        <p:attrNameLst>
                                          <p:attrName>style.visibility</p:attrName>
                                        </p:attrNameLst>
                                      </p:cBhvr>
                                      <p:to>
                                        <p:strVal val="visible"/>
                                      </p:to>
                                    </p:set>
                                    <p:anim calcmode="lin" valueType="num">
                                      <p:cBhvr additive="base">
                                        <p:cTn id="13" dur="500" fill="hold"/>
                                        <p:tgtEl>
                                          <p:spTgt spid="14336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4336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43363">
                                            <p:txEl>
                                              <p:pRg st="2" end="2"/>
                                            </p:txEl>
                                          </p:spTgt>
                                        </p:tgtEl>
                                        <p:attrNameLst>
                                          <p:attrName>style.visibility</p:attrName>
                                        </p:attrNameLst>
                                      </p:cBhvr>
                                      <p:to>
                                        <p:strVal val="visible"/>
                                      </p:to>
                                    </p:set>
                                    <p:anim calcmode="lin" valueType="num">
                                      <p:cBhvr additive="base">
                                        <p:cTn id="19" dur="500" fill="hold"/>
                                        <p:tgtEl>
                                          <p:spTgt spid="14336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4336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 presetClass="entr" presetSubtype="16"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box(in)">
                                      <p:cBhvr>
                                        <p:cTn id="2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63" grpId="0" build="p"/>
      <p:bldP spid="6"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3" name="Rectangle 3"/>
          <p:cNvSpPr>
            <a:spLocks noGrp="1" noChangeArrowheads="1"/>
          </p:cNvSpPr>
          <p:nvPr>
            <p:ph type="body" sz="half" idx="1"/>
          </p:nvPr>
        </p:nvSpPr>
        <p:spPr>
          <a:xfrm>
            <a:off x="425669" y="1744717"/>
            <a:ext cx="11524594" cy="5410200"/>
          </a:xfrm>
        </p:spPr>
        <p:txBody>
          <a:bodyPr rtlCol="0">
            <a:normAutofit/>
          </a:bodyPr>
          <a:lstStyle/>
          <a:p>
            <a:pPr>
              <a:lnSpc>
                <a:spcPts val="3800"/>
              </a:lnSpc>
              <a:buFont typeface="Wingdings" panose="05000000000000000000" pitchFamily="2" charset="2"/>
              <a:buChar char="ü"/>
              <a:defRPr/>
            </a:pPr>
            <a:r>
              <a:rPr lang="en-US" b="1" dirty="0">
                <a:solidFill>
                  <a:srgbClr val="FF3300"/>
                </a:solidFill>
                <a:latin typeface="+mj-lt"/>
              </a:rPr>
              <a:t> </a:t>
            </a:r>
            <a:r>
              <a:rPr lang="en-US" b="1" dirty="0" err="1">
                <a:solidFill>
                  <a:srgbClr val="FF0000"/>
                </a:solidFill>
              </a:rPr>
              <a:t>Về</a:t>
            </a:r>
            <a:r>
              <a:rPr lang="en-US" b="1" dirty="0">
                <a:solidFill>
                  <a:srgbClr val="FF0000"/>
                </a:solidFill>
              </a:rPr>
              <a:t> </a:t>
            </a:r>
            <a:r>
              <a:rPr lang="en-US" b="1" dirty="0" err="1">
                <a:solidFill>
                  <a:srgbClr val="FF0000"/>
                </a:solidFill>
              </a:rPr>
              <a:t>chính</a:t>
            </a:r>
            <a:r>
              <a:rPr lang="en-US" b="1" dirty="0">
                <a:solidFill>
                  <a:srgbClr val="FF0000"/>
                </a:solidFill>
              </a:rPr>
              <a:t> </a:t>
            </a:r>
            <a:r>
              <a:rPr lang="en-US" b="1" dirty="0" err="1">
                <a:solidFill>
                  <a:srgbClr val="FF0000"/>
                </a:solidFill>
              </a:rPr>
              <a:t>đảng</a:t>
            </a:r>
            <a:r>
              <a:rPr lang="en-US" b="1" dirty="0">
                <a:solidFill>
                  <a:srgbClr val="FF0000"/>
                </a:solidFill>
              </a:rPr>
              <a:t> </a:t>
            </a:r>
            <a:r>
              <a:rPr lang="en-US" b="1" dirty="0" err="1">
                <a:solidFill>
                  <a:srgbClr val="FF0000"/>
                </a:solidFill>
              </a:rPr>
              <a:t>cách</a:t>
            </a:r>
            <a:r>
              <a:rPr lang="en-US" b="1" dirty="0">
                <a:solidFill>
                  <a:srgbClr val="FF0000"/>
                </a:solidFill>
              </a:rPr>
              <a:t> </a:t>
            </a:r>
            <a:r>
              <a:rPr lang="en-US" b="1" dirty="0" err="1">
                <a:solidFill>
                  <a:srgbClr val="FF0000"/>
                </a:solidFill>
              </a:rPr>
              <a:t>mạng</a:t>
            </a:r>
            <a:r>
              <a:rPr lang="en-US" b="1" dirty="0">
                <a:solidFill>
                  <a:srgbClr val="FF0000"/>
                </a:solidFill>
              </a:rPr>
              <a:t> </a:t>
            </a:r>
            <a:r>
              <a:rPr lang="en-US" b="1" dirty="0" err="1">
                <a:solidFill>
                  <a:srgbClr val="FF0000"/>
                </a:solidFill>
              </a:rPr>
              <a:t>của</a:t>
            </a:r>
            <a:r>
              <a:rPr lang="en-US" b="1" dirty="0">
                <a:solidFill>
                  <a:srgbClr val="FF0000"/>
                </a:solidFill>
              </a:rPr>
              <a:t> </a:t>
            </a:r>
            <a:r>
              <a:rPr lang="en-US" b="1" dirty="0" err="1">
                <a:solidFill>
                  <a:srgbClr val="FF0000"/>
                </a:solidFill>
              </a:rPr>
              <a:t>giai</a:t>
            </a:r>
            <a:r>
              <a:rPr lang="en-US" b="1" dirty="0">
                <a:solidFill>
                  <a:srgbClr val="FF0000"/>
                </a:solidFill>
              </a:rPr>
              <a:t> </a:t>
            </a:r>
            <a:r>
              <a:rPr lang="en-US" b="1" dirty="0" err="1">
                <a:solidFill>
                  <a:srgbClr val="FF0000"/>
                </a:solidFill>
              </a:rPr>
              <a:t>cấp</a:t>
            </a:r>
            <a:r>
              <a:rPr lang="en-US" b="1" dirty="0">
                <a:solidFill>
                  <a:srgbClr val="FF0000"/>
                </a:solidFill>
              </a:rPr>
              <a:t> </a:t>
            </a:r>
            <a:r>
              <a:rPr lang="en-US" b="1" dirty="0" err="1">
                <a:solidFill>
                  <a:srgbClr val="FF0000"/>
                </a:solidFill>
              </a:rPr>
              <a:t>vô</a:t>
            </a:r>
            <a:r>
              <a:rPr lang="en-US" b="1" dirty="0">
                <a:solidFill>
                  <a:srgbClr val="FF0000"/>
                </a:solidFill>
              </a:rPr>
              <a:t> </a:t>
            </a:r>
            <a:r>
              <a:rPr lang="en-US" b="1" dirty="0" err="1">
                <a:solidFill>
                  <a:srgbClr val="FF0000"/>
                </a:solidFill>
              </a:rPr>
              <a:t>sản</a:t>
            </a:r>
            <a:endParaRPr lang="en-US" b="1" dirty="0">
              <a:solidFill>
                <a:srgbClr val="FF0000"/>
              </a:solidFill>
            </a:endParaRPr>
          </a:p>
          <a:p>
            <a:pPr>
              <a:lnSpc>
                <a:spcPts val="3800"/>
              </a:lnSpc>
              <a:buFontTx/>
              <a:buChar char="-"/>
              <a:defRPr/>
            </a:pPr>
            <a:r>
              <a:rPr lang="en-US" b="1" dirty="0" err="1">
                <a:solidFill>
                  <a:srgbClr val="002060"/>
                </a:solidFill>
                <a:latin typeface="+mj-lt"/>
              </a:rPr>
              <a:t>Phong</a:t>
            </a:r>
            <a:r>
              <a:rPr lang="en-US" b="1" dirty="0">
                <a:solidFill>
                  <a:srgbClr val="002060"/>
                </a:solidFill>
                <a:latin typeface="+mj-lt"/>
              </a:rPr>
              <a:t> </a:t>
            </a:r>
            <a:r>
              <a:rPr lang="en-US" b="1" dirty="0" err="1">
                <a:solidFill>
                  <a:srgbClr val="002060"/>
                </a:solidFill>
                <a:latin typeface="+mj-lt"/>
              </a:rPr>
              <a:t>trào</a:t>
            </a:r>
            <a:r>
              <a:rPr lang="en-US" b="1" dirty="0">
                <a:solidFill>
                  <a:srgbClr val="002060"/>
                </a:solidFill>
                <a:latin typeface="+mj-lt"/>
              </a:rPr>
              <a:t> </a:t>
            </a:r>
            <a:r>
              <a:rPr lang="en-US" b="1" dirty="0" err="1">
                <a:solidFill>
                  <a:srgbClr val="002060"/>
                </a:solidFill>
                <a:latin typeface="+mj-lt"/>
              </a:rPr>
              <a:t>đấu</a:t>
            </a:r>
            <a:r>
              <a:rPr lang="en-US" b="1" dirty="0">
                <a:solidFill>
                  <a:srgbClr val="002060"/>
                </a:solidFill>
                <a:latin typeface="+mj-lt"/>
              </a:rPr>
              <a:t> </a:t>
            </a:r>
            <a:r>
              <a:rPr lang="en-US" b="1" dirty="0" err="1">
                <a:solidFill>
                  <a:srgbClr val="002060"/>
                </a:solidFill>
                <a:latin typeface="+mj-lt"/>
              </a:rPr>
              <a:t>tranh</a:t>
            </a:r>
            <a:r>
              <a:rPr lang="en-US" b="1" dirty="0">
                <a:solidFill>
                  <a:srgbClr val="002060"/>
                </a:solidFill>
                <a:latin typeface="+mj-lt"/>
              </a:rPr>
              <a:t> </a:t>
            </a:r>
            <a:r>
              <a:rPr lang="en-US" b="1" dirty="0" err="1">
                <a:solidFill>
                  <a:srgbClr val="002060"/>
                </a:solidFill>
                <a:latin typeface="+mj-lt"/>
              </a:rPr>
              <a:t>của</a:t>
            </a:r>
            <a:r>
              <a:rPr lang="en-US" b="1" dirty="0">
                <a:solidFill>
                  <a:srgbClr val="002060"/>
                </a:solidFill>
                <a:latin typeface="+mj-lt"/>
              </a:rPr>
              <a:t> GCCN </a:t>
            </a:r>
            <a:r>
              <a:rPr lang="en-US" b="1" dirty="0" err="1">
                <a:solidFill>
                  <a:srgbClr val="002060"/>
                </a:solidFill>
                <a:latin typeface="+mj-lt"/>
              </a:rPr>
              <a:t>chỉ</a:t>
            </a:r>
            <a:r>
              <a:rPr lang="en-US" b="1" dirty="0">
                <a:solidFill>
                  <a:srgbClr val="002060"/>
                </a:solidFill>
                <a:latin typeface="+mj-lt"/>
              </a:rPr>
              <a:t> </a:t>
            </a:r>
            <a:r>
              <a:rPr lang="en-US" b="1" dirty="0" err="1">
                <a:solidFill>
                  <a:srgbClr val="002060"/>
                </a:solidFill>
                <a:latin typeface="+mj-lt"/>
              </a:rPr>
              <a:t>có</a:t>
            </a:r>
            <a:r>
              <a:rPr lang="en-US" b="1" dirty="0">
                <a:solidFill>
                  <a:srgbClr val="002060"/>
                </a:solidFill>
                <a:latin typeface="+mj-lt"/>
              </a:rPr>
              <a:t> </a:t>
            </a:r>
            <a:r>
              <a:rPr lang="en-US" b="1" dirty="0" err="1">
                <a:solidFill>
                  <a:srgbClr val="002060"/>
                </a:solidFill>
                <a:latin typeface="+mj-lt"/>
              </a:rPr>
              <a:t>thể</a:t>
            </a:r>
            <a:r>
              <a:rPr lang="en-US" b="1" dirty="0">
                <a:solidFill>
                  <a:srgbClr val="002060"/>
                </a:solidFill>
                <a:latin typeface="+mj-lt"/>
              </a:rPr>
              <a:t> </a:t>
            </a:r>
            <a:r>
              <a:rPr lang="en-US" b="1" dirty="0" err="1">
                <a:solidFill>
                  <a:srgbClr val="002060"/>
                </a:solidFill>
                <a:latin typeface="+mj-lt"/>
              </a:rPr>
              <a:t>thắng</a:t>
            </a:r>
            <a:r>
              <a:rPr lang="en-US" b="1" dirty="0">
                <a:solidFill>
                  <a:srgbClr val="002060"/>
                </a:solidFill>
                <a:latin typeface="+mj-lt"/>
              </a:rPr>
              <a:t> </a:t>
            </a:r>
            <a:r>
              <a:rPr lang="en-US" b="1" dirty="0" err="1">
                <a:solidFill>
                  <a:srgbClr val="002060"/>
                </a:solidFill>
                <a:latin typeface="+mj-lt"/>
              </a:rPr>
              <a:t>lợi</a:t>
            </a:r>
            <a:r>
              <a:rPr lang="en-US" b="1" dirty="0">
                <a:solidFill>
                  <a:srgbClr val="002060"/>
                </a:solidFill>
                <a:latin typeface="+mj-lt"/>
              </a:rPr>
              <a:t> </a:t>
            </a:r>
            <a:r>
              <a:rPr lang="en-US" b="1" dirty="0" err="1">
                <a:solidFill>
                  <a:srgbClr val="002060"/>
                </a:solidFill>
                <a:latin typeface="+mj-lt"/>
              </a:rPr>
              <a:t>khi</a:t>
            </a:r>
            <a:r>
              <a:rPr lang="en-US" b="1" dirty="0">
                <a:solidFill>
                  <a:srgbClr val="002060"/>
                </a:solidFill>
                <a:latin typeface="+mj-lt"/>
              </a:rPr>
              <a:t> </a:t>
            </a:r>
            <a:r>
              <a:rPr lang="en-US" b="1" dirty="0" err="1">
                <a:solidFill>
                  <a:srgbClr val="002060"/>
                </a:solidFill>
                <a:latin typeface="+mj-lt"/>
              </a:rPr>
              <a:t>tổ</a:t>
            </a:r>
            <a:r>
              <a:rPr lang="en-US" b="1" dirty="0">
                <a:solidFill>
                  <a:srgbClr val="002060"/>
                </a:solidFill>
                <a:latin typeface="+mj-lt"/>
              </a:rPr>
              <a:t> </a:t>
            </a:r>
            <a:r>
              <a:rPr lang="en-US" b="1" dirty="0" err="1">
                <a:solidFill>
                  <a:srgbClr val="002060"/>
                </a:solidFill>
                <a:latin typeface="+mj-lt"/>
              </a:rPr>
              <a:t>chức</a:t>
            </a:r>
            <a:r>
              <a:rPr lang="en-US" b="1" dirty="0">
                <a:solidFill>
                  <a:srgbClr val="002060"/>
                </a:solidFill>
                <a:latin typeface="+mj-lt"/>
              </a:rPr>
              <a:t> </a:t>
            </a:r>
            <a:r>
              <a:rPr lang="en-US" b="1" dirty="0" err="1">
                <a:solidFill>
                  <a:srgbClr val="002060"/>
                </a:solidFill>
                <a:latin typeface="+mj-lt"/>
              </a:rPr>
              <a:t>được</a:t>
            </a:r>
            <a:r>
              <a:rPr lang="en-US" b="1" dirty="0">
                <a:solidFill>
                  <a:srgbClr val="002060"/>
                </a:solidFill>
                <a:latin typeface="+mj-lt"/>
              </a:rPr>
              <a:t> </a:t>
            </a:r>
            <a:r>
              <a:rPr lang="en-US" b="1" dirty="0" err="1">
                <a:solidFill>
                  <a:srgbClr val="002060"/>
                </a:solidFill>
                <a:latin typeface="+mj-lt"/>
              </a:rPr>
              <a:t>chính</a:t>
            </a:r>
            <a:r>
              <a:rPr lang="en-US" b="1" dirty="0">
                <a:solidFill>
                  <a:srgbClr val="002060"/>
                </a:solidFill>
                <a:latin typeface="+mj-lt"/>
              </a:rPr>
              <a:t> </a:t>
            </a:r>
            <a:r>
              <a:rPr lang="en-US" b="1" dirty="0" err="1">
                <a:solidFill>
                  <a:srgbClr val="002060"/>
                </a:solidFill>
                <a:latin typeface="+mj-lt"/>
              </a:rPr>
              <a:t>đảng</a:t>
            </a:r>
            <a:r>
              <a:rPr lang="en-US" b="1" dirty="0">
                <a:solidFill>
                  <a:srgbClr val="002060"/>
                </a:solidFill>
                <a:latin typeface="+mj-lt"/>
              </a:rPr>
              <a:t> </a:t>
            </a:r>
            <a:r>
              <a:rPr lang="en-US" b="1" dirty="0" err="1">
                <a:solidFill>
                  <a:srgbClr val="002060"/>
                </a:solidFill>
                <a:latin typeface="+mj-lt"/>
              </a:rPr>
              <a:t>để</a:t>
            </a:r>
            <a:r>
              <a:rPr lang="en-US" b="1" dirty="0">
                <a:solidFill>
                  <a:srgbClr val="002060"/>
                </a:solidFill>
                <a:latin typeface="+mj-lt"/>
              </a:rPr>
              <a:t> </a:t>
            </a:r>
            <a:r>
              <a:rPr lang="en-US" b="1" dirty="0" err="1">
                <a:solidFill>
                  <a:srgbClr val="002060"/>
                </a:solidFill>
                <a:latin typeface="+mj-lt"/>
              </a:rPr>
              <a:t>lãnh</a:t>
            </a:r>
            <a:r>
              <a:rPr lang="en-US" b="1" dirty="0">
                <a:solidFill>
                  <a:srgbClr val="002060"/>
                </a:solidFill>
                <a:latin typeface="+mj-lt"/>
              </a:rPr>
              <a:t> </a:t>
            </a:r>
            <a:r>
              <a:rPr lang="en-US" b="1" dirty="0" err="1">
                <a:solidFill>
                  <a:srgbClr val="002060"/>
                </a:solidFill>
                <a:latin typeface="+mj-lt"/>
              </a:rPr>
              <a:t>đạo</a:t>
            </a:r>
            <a:r>
              <a:rPr lang="en-US" b="1" dirty="0">
                <a:solidFill>
                  <a:srgbClr val="002060"/>
                </a:solidFill>
                <a:latin typeface="+mj-lt"/>
              </a:rPr>
              <a:t> ở </a:t>
            </a:r>
            <a:r>
              <a:rPr lang="en-US" b="1" dirty="0" err="1">
                <a:solidFill>
                  <a:srgbClr val="002060"/>
                </a:solidFill>
                <a:latin typeface="+mj-lt"/>
              </a:rPr>
              <a:t>mỗi</a:t>
            </a:r>
            <a:r>
              <a:rPr lang="en-US" b="1" dirty="0">
                <a:solidFill>
                  <a:srgbClr val="002060"/>
                </a:solidFill>
                <a:latin typeface="+mj-lt"/>
              </a:rPr>
              <a:t> </a:t>
            </a:r>
            <a:r>
              <a:rPr lang="en-US" b="1" dirty="0" err="1">
                <a:solidFill>
                  <a:srgbClr val="002060"/>
                </a:solidFill>
                <a:latin typeface="+mj-lt"/>
              </a:rPr>
              <a:t>quốc</a:t>
            </a:r>
            <a:r>
              <a:rPr lang="en-US" b="1" dirty="0">
                <a:solidFill>
                  <a:srgbClr val="002060"/>
                </a:solidFill>
                <a:latin typeface="+mj-lt"/>
              </a:rPr>
              <a:t> </a:t>
            </a:r>
            <a:r>
              <a:rPr lang="en-US" b="1" dirty="0" err="1">
                <a:solidFill>
                  <a:srgbClr val="002060"/>
                </a:solidFill>
                <a:latin typeface="+mj-lt"/>
              </a:rPr>
              <a:t>gia</a:t>
            </a:r>
            <a:endParaRPr lang="en-US" b="1" dirty="0">
              <a:solidFill>
                <a:srgbClr val="002060"/>
              </a:solidFill>
              <a:latin typeface="+mj-lt"/>
            </a:endParaRPr>
          </a:p>
          <a:p>
            <a:pPr algn="just">
              <a:lnSpc>
                <a:spcPts val="3800"/>
              </a:lnSpc>
              <a:buFontTx/>
              <a:buChar char="-"/>
              <a:defRPr/>
            </a:pPr>
            <a:r>
              <a:rPr lang="en-US" b="1" dirty="0" err="1">
                <a:solidFill>
                  <a:srgbClr val="002060"/>
                </a:solidFill>
                <a:latin typeface="+mj-lt"/>
              </a:rPr>
              <a:t>Nhiệm</a:t>
            </a:r>
            <a:r>
              <a:rPr lang="en-US" b="1" dirty="0">
                <a:solidFill>
                  <a:srgbClr val="002060"/>
                </a:solidFill>
                <a:latin typeface="+mj-lt"/>
              </a:rPr>
              <a:t> </a:t>
            </a:r>
            <a:r>
              <a:rPr lang="en-US" b="1" dirty="0" err="1">
                <a:solidFill>
                  <a:srgbClr val="002060"/>
                </a:solidFill>
                <a:latin typeface="+mj-lt"/>
              </a:rPr>
              <a:t>vụ</a:t>
            </a:r>
            <a:r>
              <a:rPr lang="en-US" b="1" dirty="0">
                <a:solidFill>
                  <a:srgbClr val="002060"/>
                </a:solidFill>
                <a:latin typeface="+mj-lt"/>
              </a:rPr>
              <a:t> </a:t>
            </a:r>
            <a:r>
              <a:rPr lang="en-US" b="1" dirty="0" err="1">
                <a:solidFill>
                  <a:srgbClr val="002060"/>
                </a:solidFill>
                <a:latin typeface="+mj-lt"/>
              </a:rPr>
              <a:t>của</a:t>
            </a:r>
            <a:r>
              <a:rPr lang="en-US" b="1" dirty="0">
                <a:solidFill>
                  <a:srgbClr val="002060"/>
                </a:solidFill>
                <a:latin typeface="+mj-lt"/>
              </a:rPr>
              <a:t> </a:t>
            </a:r>
            <a:r>
              <a:rPr lang="en-US" b="1" dirty="0" err="1">
                <a:solidFill>
                  <a:srgbClr val="002060"/>
                </a:solidFill>
                <a:latin typeface="+mj-lt"/>
              </a:rPr>
              <a:t>chính</a:t>
            </a:r>
            <a:r>
              <a:rPr lang="en-US" b="1" dirty="0">
                <a:solidFill>
                  <a:srgbClr val="002060"/>
                </a:solidFill>
                <a:latin typeface="+mj-lt"/>
              </a:rPr>
              <a:t> </a:t>
            </a:r>
            <a:r>
              <a:rPr lang="en-US" b="1" dirty="0" err="1">
                <a:solidFill>
                  <a:srgbClr val="002060"/>
                </a:solidFill>
                <a:latin typeface="+mj-lt"/>
              </a:rPr>
              <a:t>đảng</a:t>
            </a:r>
            <a:r>
              <a:rPr lang="en-US" b="1" dirty="0">
                <a:solidFill>
                  <a:srgbClr val="002060"/>
                </a:solidFill>
                <a:latin typeface="+mj-lt"/>
              </a:rPr>
              <a:t> CM </a:t>
            </a:r>
            <a:r>
              <a:rPr lang="en-US" b="1" dirty="0" err="1">
                <a:solidFill>
                  <a:srgbClr val="002060"/>
                </a:solidFill>
                <a:latin typeface="+mj-lt"/>
              </a:rPr>
              <a:t>là</a:t>
            </a:r>
            <a:r>
              <a:rPr lang="en-US" b="1" dirty="0">
                <a:solidFill>
                  <a:srgbClr val="002060"/>
                </a:solidFill>
                <a:latin typeface="+mj-lt"/>
              </a:rPr>
              <a:t> </a:t>
            </a:r>
            <a:r>
              <a:rPr lang="en-US" b="1" dirty="0" err="1">
                <a:solidFill>
                  <a:srgbClr val="002060"/>
                </a:solidFill>
                <a:latin typeface="+mj-lt"/>
              </a:rPr>
              <a:t>đoàn</a:t>
            </a:r>
            <a:r>
              <a:rPr lang="en-US" b="1" dirty="0">
                <a:solidFill>
                  <a:srgbClr val="002060"/>
                </a:solidFill>
                <a:latin typeface="+mj-lt"/>
              </a:rPr>
              <a:t> </a:t>
            </a:r>
            <a:r>
              <a:rPr lang="en-US" b="1" dirty="0" err="1">
                <a:solidFill>
                  <a:srgbClr val="002060"/>
                </a:solidFill>
                <a:latin typeface="+mj-lt"/>
              </a:rPr>
              <a:t>kết</a:t>
            </a:r>
            <a:r>
              <a:rPr lang="en-US" b="1" dirty="0">
                <a:solidFill>
                  <a:srgbClr val="002060"/>
                </a:solidFill>
                <a:latin typeface="+mj-lt"/>
              </a:rPr>
              <a:t> GCCN, </a:t>
            </a:r>
            <a:r>
              <a:rPr lang="en-US" b="1" dirty="0" err="1">
                <a:solidFill>
                  <a:srgbClr val="002060"/>
                </a:solidFill>
                <a:latin typeface="+mj-lt"/>
              </a:rPr>
              <a:t>lôi</a:t>
            </a:r>
            <a:r>
              <a:rPr lang="en-US" b="1" dirty="0">
                <a:solidFill>
                  <a:srgbClr val="002060"/>
                </a:solidFill>
                <a:latin typeface="+mj-lt"/>
              </a:rPr>
              <a:t> </a:t>
            </a:r>
            <a:r>
              <a:rPr lang="en-US" b="1" dirty="0" err="1">
                <a:solidFill>
                  <a:srgbClr val="002060"/>
                </a:solidFill>
                <a:latin typeface="+mj-lt"/>
              </a:rPr>
              <a:t>kéo</a:t>
            </a:r>
            <a:r>
              <a:rPr lang="en-US" b="1" dirty="0">
                <a:solidFill>
                  <a:srgbClr val="002060"/>
                </a:solidFill>
                <a:latin typeface="+mj-lt"/>
              </a:rPr>
              <a:t> </a:t>
            </a:r>
            <a:r>
              <a:rPr lang="en-US" b="1" dirty="0" err="1">
                <a:solidFill>
                  <a:srgbClr val="002060"/>
                </a:solidFill>
                <a:latin typeface="+mj-lt"/>
              </a:rPr>
              <a:t>các</a:t>
            </a:r>
            <a:r>
              <a:rPr lang="en-US" b="1" dirty="0">
                <a:solidFill>
                  <a:srgbClr val="002060"/>
                </a:solidFill>
                <a:latin typeface="+mj-lt"/>
              </a:rPr>
              <a:t> </a:t>
            </a:r>
            <a:r>
              <a:rPr lang="en-US" b="1" dirty="0" err="1">
                <a:solidFill>
                  <a:srgbClr val="002060"/>
                </a:solidFill>
                <a:latin typeface="+mj-lt"/>
              </a:rPr>
              <a:t>tầng</a:t>
            </a:r>
            <a:r>
              <a:rPr lang="en-US" b="1" dirty="0">
                <a:solidFill>
                  <a:srgbClr val="002060"/>
                </a:solidFill>
                <a:latin typeface="+mj-lt"/>
              </a:rPr>
              <a:t> </a:t>
            </a:r>
            <a:r>
              <a:rPr lang="en-US" b="1" dirty="0" err="1">
                <a:solidFill>
                  <a:srgbClr val="002060"/>
                </a:solidFill>
                <a:latin typeface="+mj-lt"/>
              </a:rPr>
              <a:t>lớp</a:t>
            </a:r>
            <a:r>
              <a:rPr lang="en-US" b="1" dirty="0">
                <a:solidFill>
                  <a:srgbClr val="002060"/>
                </a:solidFill>
                <a:latin typeface="+mj-lt"/>
              </a:rPr>
              <a:t> </a:t>
            </a:r>
            <a:r>
              <a:rPr lang="en-US" b="1" dirty="0" err="1">
                <a:solidFill>
                  <a:srgbClr val="002060"/>
                </a:solidFill>
                <a:latin typeface="+mj-lt"/>
              </a:rPr>
              <a:t>lao</a:t>
            </a:r>
            <a:r>
              <a:rPr lang="en-US" b="1" dirty="0">
                <a:solidFill>
                  <a:srgbClr val="002060"/>
                </a:solidFill>
                <a:latin typeface="+mj-lt"/>
              </a:rPr>
              <a:t> </a:t>
            </a:r>
            <a:r>
              <a:rPr lang="en-US" b="1" dirty="0" err="1">
                <a:solidFill>
                  <a:srgbClr val="002060"/>
                </a:solidFill>
                <a:latin typeface="+mj-lt"/>
              </a:rPr>
              <a:t>động</a:t>
            </a:r>
            <a:r>
              <a:rPr lang="en-US" b="1" dirty="0">
                <a:solidFill>
                  <a:srgbClr val="002060"/>
                </a:solidFill>
                <a:latin typeface="+mj-lt"/>
              </a:rPr>
              <a:t>, </a:t>
            </a:r>
            <a:r>
              <a:rPr lang="en-US" b="1" dirty="0" err="1">
                <a:solidFill>
                  <a:srgbClr val="002060"/>
                </a:solidFill>
                <a:latin typeface="+mj-lt"/>
              </a:rPr>
              <a:t>truyền</a:t>
            </a:r>
            <a:r>
              <a:rPr lang="en-US" b="1" dirty="0">
                <a:solidFill>
                  <a:srgbClr val="002060"/>
                </a:solidFill>
                <a:latin typeface="+mj-lt"/>
              </a:rPr>
              <a:t> </a:t>
            </a:r>
            <a:r>
              <a:rPr lang="en-US" b="1" dirty="0" err="1">
                <a:solidFill>
                  <a:srgbClr val="002060"/>
                </a:solidFill>
                <a:latin typeface="+mj-lt"/>
              </a:rPr>
              <a:t>bá</a:t>
            </a:r>
            <a:r>
              <a:rPr lang="en-US" b="1" dirty="0">
                <a:solidFill>
                  <a:srgbClr val="002060"/>
                </a:solidFill>
                <a:latin typeface="+mj-lt"/>
              </a:rPr>
              <a:t> </a:t>
            </a:r>
            <a:r>
              <a:rPr lang="en-US" b="1" dirty="0" err="1">
                <a:solidFill>
                  <a:srgbClr val="002060"/>
                </a:solidFill>
                <a:latin typeface="+mj-lt"/>
              </a:rPr>
              <a:t>tư</a:t>
            </a:r>
            <a:r>
              <a:rPr lang="en-US" b="1" dirty="0">
                <a:solidFill>
                  <a:srgbClr val="002060"/>
                </a:solidFill>
                <a:latin typeface="+mj-lt"/>
              </a:rPr>
              <a:t> </a:t>
            </a:r>
            <a:r>
              <a:rPr lang="en-US" b="1" dirty="0" err="1">
                <a:solidFill>
                  <a:srgbClr val="002060"/>
                </a:solidFill>
                <a:latin typeface="+mj-lt"/>
              </a:rPr>
              <a:t>tưởng</a:t>
            </a:r>
            <a:r>
              <a:rPr lang="en-US" b="1" dirty="0">
                <a:solidFill>
                  <a:srgbClr val="002060"/>
                </a:solidFill>
                <a:latin typeface="+mj-lt"/>
              </a:rPr>
              <a:t> CNXHKH </a:t>
            </a:r>
            <a:r>
              <a:rPr lang="en-US" b="1" dirty="0" err="1">
                <a:solidFill>
                  <a:srgbClr val="002060"/>
                </a:solidFill>
                <a:latin typeface="+mj-lt"/>
              </a:rPr>
              <a:t>vào</a:t>
            </a:r>
            <a:r>
              <a:rPr lang="en-US" b="1" dirty="0">
                <a:solidFill>
                  <a:srgbClr val="002060"/>
                </a:solidFill>
                <a:latin typeface="+mj-lt"/>
              </a:rPr>
              <a:t> </a:t>
            </a:r>
            <a:r>
              <a:rPr lang="en-US" b="1" dirty="0" err="1">
                <a:solidFill>
                  <a:srgbClr val="002060"/>
                </a:solidFill>
                <a:latin typeface="+mj-lt"/>
              </a:rPr>
              <a:t>phong</a:t>
            </a:r>
            <a:r>
              <a:rPr lang="en-US" b="1" dirty="0">
                <a:solidFill>
                  <a:srgbClr val="002060"/>
                </a:solidFill>
                <a:latin typeface="+mj-lt"/>
              </a:rPr>
              <a:t> </a:t>
            </a:r>
            <a:r>
              <a:rPr lang="en-US" b="1" dirty="0" err="1">
                <a:solidFill>
                  <a:srgbClr val="002060"/>
                </a:solidFill>
                <a:latin typeface="+mj-lt"/>
              </a:rPr>
              <a:t>trào</a:t>
            </a:r>
            <a:r>
              <a:rPr lang="en-US" b="1" dirty="0">
                <a:solidFill>
                  <a:srgbClr val="002060"/>
                </a:solidFill>
                <a:latin typeface="+mj-lt"/>
              </a:rPr>
              <a:t> </a:t>
            </a:r>
            <a:r>
              <a:rPr lang="en-US" b="1" dirty="0" err="1">
                <a:solidFill>
                  <a:srgbClr val="002060"/>
                </a:solidFill>
                <a:latin typeface="+mj-lt"/>
              </a:rPr>
              <a:t>công</a:t>
            </a:r>
            <a:r>
              <a:rPr lang="en-US" b="1" dirty="0">
                <a:solidFill>
                  <a:srgbClr val="002060"/>
                </a:solidFill>
                <a:latin typeface="+mj-lt"/>
              </a:rPr>
              <a:t> </a:t>
            </a:r>
            <a:r>
              <a:rPr lang="en-US" b="1" dirty="0" err="1">
                <a:solidFill>
                  <a:srgbClr val="002060"/>
                </a:solidFill>
                <a:latin typeface="+mj-lt"/>
              </a:rPr>
              <a:t>nhân</a:t>
            </a:r>
            <a:r>
              <a:rPr lang="en-US" b="1" dirty="0">
                <a:solidFill>
                  <a:srgbClr val="002060"/>
                </a:solidFill>
                <a:latin typeface="+mj-lt"/>
              </a:rPr>
              <a:t> </a:t>
            </a:r>
            <a:r>
              <a:rPr lang="en-US" b="1" dirty="0" err="1">
                <a:solidFill>
                  <a:srgbClr val="002060"/>
                </a:solidFill>
                <a:latin typeface="+mj-lt"/>
              </a:rPr>
              <a:t>để</a:t>
            </a:r>
            <a:r>
              <a:rPr lang="en-US" b="1" dirty="0">
                <a:solidFill>
                  <a:srgbClr val="002060"/>
                </a:solidFill>
                <a:latin typeface="+mj-lt"/>
              </a:rPr>
              <a:t> </a:t>
            </a:r>
            <a:r>
              <a:rPr lang="en-US" b="1" dirty="0" err="1">
                <a:solidFill>
                  <a:srgbClr val="002060"/>
                </a:solidFill>
                <a:latin typeface="+mj-lt"/>
              </a:rPr>
              <a:t>đấu</a:t>
            </a:r>
            <a:r>
              <a:rPr lang="en-US" b="1" dirty="0">
                <a:solidFill>
                  <a:srgbClr val="002060"/>
                </a:solidFill>
                <a:latin typeface="+mj-lt"/>
              </a:rPr>
              <a:t> </a:t>
            </a:r>
            <a:r>
              <a:rPr lang="en-US" b="1" dirty="0" err="1">
                <a:solidFill>
                  <a:srgbClr val="002060"/>
                </a:solidFill>
                <a:latin typeface="+mj-lt"/>
              </a:rPr>
              <a:t>tranh</a:t>
            </a:r>
            <a:r>
              <a:rPr lang="en-US" b="1" dirty="0">
                <a:solidFill>
                  <a:srgbClr val="002060"/>
                </a:solidFill>
                <a:latin typeface="+mj-lt"/>
              </a:rPr>
              <a:t> </a:t>
            </a:r>
            <a:r>
              <a:rPr lang="en-US" b="1" dirty="0" err="1">
                <a:solidFill>
                  <a:srgbClr val="002060"/>
                </a:solidFill>
                <a:latin typeface="+mj-lt"/>
              </a:rPr>
              <a:t>chống</a:t>
            </a:r>
            <a:r>
              <a:rPr lang="en-US" b="1" dirty="0">
                <a:solidFill>
                  <a:srgbClr val="002060"/>
                </a:solidFill>
                <a:latin typeface="+mj-lt"/>
              </a:rPr>
              <a:t> </a:t>
            </a:r>
            <a:r>
              <a:rPr lang="en-US" b="1" dirty="0" err="1">
                <a:solidFill>
                  <a:srgbClr val="002060"/>
                </a:solidFill>
                <a:latin typeface="+mj-lt"/>
              </a:rPr>
              <a:t>giai</a:t>
            </a:r>
            <a:r>
              <a:rPr lang="en-US" b="1" dirty="0">
                <a:solidFill>
                  <a:srgbClr val="002060"/>
                </a:solidFill>
                <a:latin typeface="+mj-lt"/>
              </a:rPr>
              <a:t> </a:t>
            </a:r>
            <a:r>
              <a:rPr lang="en-US" b="1" dirty="0" err="1">
                <a:solidFill>
                  <a:srgbClr val="002060"/>
                </a:solidFill>
                <a:latin typeface="+mj-lt"/>
              </a:rPr>
              <a:t>cấp</a:t>
            </a:r>
            <a:r>
              <a:rPr lang="en-US" b="1" dirty="0">
                <a:solidFill>
                  <a:srgbClr val="002060"/>
                </a:solidFill>
                <a:latin typeface="+mj-lt"/>
              </a:rPr>
              <a:t> </a:t>
            </a:r>
            <a:r>
              <a:rPr lang="en-US" b="1" dirty="0" err="1">
                <a:solidFill>
                  <a:srgbClr val="002060"/>
                </a:solidFill>
                <a:latin typeface="+mj-lt"/>
              </a:rPr>
              <a:t>thống</a:t>
            </a:r>
            <a:r>
              <a:rPr lang="en-US" b="1" dirty="0">
                <a:solidFill>
                  <a:srgbClr val="002060"/>
                </a:solidFill>
                <a:latin typeface="+mj-lt"/>
              </a:rPr>
              <a:t> </a:t>
            </a:r>
            <a:r>
              <a:rPr lang="en-US" b="1" dirty="0" err="1">
                <a:solidFill>
                  <a:srgbClr val="002060"/>
                </a:solidFill>
                <a:latin typeface="+mj-lt"/>
              </a:rPr>
              <a:t>trị</a:t>
            </a:r>
            <a:endParaRPr lang="en-US" b="1" dirty="0">
              <a:solidFill>
                <a:srgbClr val="002060"/>
              </a:solidFill>
              <a:latin typeface="+mj-lt"/>
            </a:endParaRPr>
          </a:p>
        </p:txBody>
      </p:sp>
      <p:sp>
        <p:nvSpPr>
          <p:cNvPr id="6" name="Rectangle 2"/>
          <p:cNvSpPr>
            <a:spLocks noGrp="1" noChangeArrowheads="1"/>
          </p:cNvSpPr>
          <p:nvPr>
            <p:ph type="title"/>
          </p:nvPr>
        </p:nvSpPr>
        <p:spPr>
          <a:xfrm>
            <a:off x="2349063" y="305011"/>
            <a:ext cx="8153400" cy="1143000"/>
          </a:xfrm>
        </p:spPr>
        <p:txBody>
          <a:bodyPr/>
          <a:lstStyle/>
          <a:p>
            <a:pPr marL="457200" indent="-457200" eaLnBrk="1" hangingPunct="1">
              <a:buFont typeface="Wingdings" panose="05000000000000000000" pitchFamily="2" charset="2"/>
              <a:buChar char="Ø"/>
            </a:pPr>
            <a:r>
              <a:rPr lang="en-US" altLang="en-US" sz="2800" b="1" i="1" dirty="0" err="1" smtClean="0">
                <a:solidFill>
                  <a:srgbClr val="FF0000"/>
                </a:solidFill>
                <a:latin typeface="Times New Roman" panose="02020603050405020304" pitchFamily="18" charset="0"/>
                <a:cs typeface="Times New Roman" panose="02020603050405020304" pitchFamily="18" charset="0"/>
              </a:rPr>
              <a:t>Thời</a:t>
            </a:r>
            <a:r>
              <a:rPr lang="en-US" altLang="en-US" sz="2800" b="1" i="1" dirty="0" smtClean="0">
                <a:solidFill>
                  <a:srgbClr val="FF0000"/>
                </a:solidFill>
                <a:latin typeface="Times New Roman" panose="02020603050405020304" pitchFamily="18" charset="0"/>
                <a:cs typeface="Times New Roman" panose="02020603050405020304" pitchFamily="18" charset="0"/>
              </a:rPr>
              <a:t> </a:t>
            </a:r>
            <a:r>
              <a:rPr lang="en-US" altLang="en-US" sz="2800" b="1" i="1" dirty="0" err="1">
                <a:solidFill>
                  <a:srgbClr val="FF0000"/>
                </a:solidFill>
                <a:latin typeface="Times New Roman" panose="02020603050405020304" pitchFamily="18" charset="0"/>
                <a:cs typeface="Times New Roman" panose="02020603050405020304" pitchFamily="18" charset="0"/>
              </a:rPr>
              <a:t>kỳ</a:t>
            </a:r>
            <a:r>
              <a:rPr lang="en-US" altLang="en-US" sz="2800" b="1" i="1" dirty="0">
                <a:solidFill>
                  <a:srgbClr val="FF0000"/>
                </a:solidFill>
                <a:latin typeface="Times New Roman" panose="02020603050405020304" pitchFamily="18" charset="0"/>
                <a:cs typeface="Times New Roman" panose="02020603050405020304" pitchFamily="18" charset="0"/>
              </a:rPr>
              <a:t> </a:t>
            </a:r>
            <a:r>
              <a:rPr lang="en-US" altLang="en-US" sz="2800" b="1" i="1" dirty="0" err="1">
                <a:solidFill>
                  <a:srgbClr val="FF0000"/>
                </a:solidFill>
                <a:latin typeface="Times New Roman" panose="02020603050405020304" pitchFamily="18" charset="0"/>
                <a:cs typeface="Times New Roman" panose="02020603050405020304" pitchFamily="18" charset="0"/>
              </a:rPr>
              <a:t>từ</a:t>
            </a:r>
            <a:r>
              <a:rPr lang="en-US" altLang="en-US" sz="2800" b="1" i="1" dirty="0">
                <a:solidFill>
                  <a:srgbClr val="FF0000"/>
                </a:solidFill>
                <a:latin typeface="Times New Roman" panose="02020603050405020304" pitchFamily="18" charset="0"/>
                <a:cs typeface="Times New Roman" panose="02020603050405020304" pitchFamily="18" charset="0"/>
              </a:rPr>
              <a:t> 1848 </a:t>
            </a:r>
            <a:r>
              <a:rPr lang="en-US" altLang="en-US" sz="2800" b="1" i="1" dirty="0" err="1">
                <a:solidFill>
                  <a:srgbClr val="FF0000"/>
                </a:solidFill>
                <a:latin typeface="Times New Roman" panose="02020603050405020304" pitchFamily="18" charset="0"/>
                <a:cs typeface="Times New Roman" panose="02020603050405020304" pitchFamily="18" charset="0"/>
              </a:rPr>
              <a:t>đến</a:t>
            </a:r>
            <a:r>
              <a:rPr lang="en-US" altLang="en-US" sz="2800" b="1" i="1" dirty="0">
                <a:solidFill>
                  <a:srgbClr val="FF0000"/>
                </a:solidFill>
                <a:latin typeface="Times New Roman" panose="02020603050405020304" pitchFamily="18" charset="0"/>
                <a:cs typeface="Times New Roman" panose="02020603050405020304" pitchFamily="18" charset="0"/>
              </a:rPr>
              <a:t> 1871 (</a:t>
            </a:r>
            <a:r>
              <a:rPr lang="en-US" altLang="en-US" sz="2800" b="1" i="1" dirty="0" err="1">
                <a:solidFill>
                  <a:srgbClr val="FF0000"/>
                </a:solidFill>
                <a:latin typeface="Times New Roman" panose="02020603050405020304" pitchFamily="18" charset="0"/>
                <a:cs typeface="Times New Roman" panose="02020603050405020304" pitchFamily="18" charset="0"/>
              </a:rPr>
              <a:t>Công</a:t>
            </a:r>
            <a:r>
              <a:rPr lang="en-US" altLang="en-US" sz="2800" b="1" i="1" dirty="0">
                <a:solidFill>
                  <a:srgbClr val="FF0000"/>
                </a:solidFill>
                <a:latin typeface="Times New Roman" panose="02020603050405020304" pitchFamily="18" charset="0"/>
                <a:cs typeface="Times New Roman" panose="02020603050405020304" pitchFamily="18" charset="0"/>
              </a:rPr>
              <a:t> </a:t>
            </a:r>
            <a:r>
              <a:rPr lang="en-US" altLang="en-US" sz="2800" b="1" i="1" dirty="0" err="1">
                <a:solidFill>
                  <a:srgbClr val="FF0000"/>
                </a:solidFill>
                <a:latin typeface="Times New Roman" panose="02020603050405020304" pitchFamily="18" charset="0"/>
                <a:cs typeface="Times New Roman" panose="02020603050405020304" pitchFamily="18" charset="0"/>
              </a:rPr>
              <a:t>xã</a:t>
            </a:r>
            <a:r>
              <a:rPr lang="en-US" altLang="en-US" sz="2800" b="1" i="1" dirty="0">
                <a:solidFill>
                  <a:srgbClr val="FF0000"/>
                </a:solidFill>
                <a:latin typeface="Times New Roman" panose="02020603050405020304" pitchFamily="18" charset="0"/>
                <a:cs typeface="Times New Roman" panose="02020603050405020304" pitchFamily="18" charset="0"/>
              </a:rPr>
              <a:t> </a:t>
            </a:r>
            <a:r>
              <a:rPr lang="en-US" altLang="en-US" sz="2800" b="1" i="1" dirty="0" err="1">
                <a:solidFill>
                  <a:srgbClr val="FF0000"/>
                </a:solidFill>
                <a:latin typeface="Times New Roman" panose="02020603050405020304" pitchFamily="18" charset="0"/>
                <a:cs typeface="Times New Roman" panose="02020603050405020304" pitchFamily="18" charset="0"/>
              </a:rPr>
              <a:t>Pari</a:t>
            </a:r>
            <a:r>
              <a:rPr lang="en-US" altLang="en-US" sz="2800" b="1" i="1" dirty="0">
                <a:solidFill>
                  <a:srgbClr val="FF0000"/>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505018640"/>
      </p:ext>
    </p:extLst>
  </p:cSld>
  <p:clrMapOvr>
    <a:masterClrMapping/>
  </p:clrMapOvr>
  <p:transition>
    <p:wheel spokes="8"/>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3363">
                                            <p:txEl>
                                              <p:pRg st="0" end="0"/>
                                            </p:txEl>
                                          </p:spTgt>
                                        </p:tgtEl>
                                        <p:attrNameLst>
                                          <p:attrName>style.visibility</p:attrName>
                                        </p:attrNameLst>
                                      </p:cBhvr>
                                      <p:to>
                                        <p:strVal val="visible"/>
                                      </p:to>
                                    </p:set>
                                    <p:anim calcmode="lin" valueType="num">
                                      <p:cBhvr additive="base">
                                        <p:cTn id="7" dur="500" fill="hold"/>
                                        <p:tgtEl>
                                          <p:spTgt spid="14336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336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43363">
                                            <p:txEl>
                                              <p:pRg st="1" end="1"/>
                                            </p:txEl>
                                          </p:spTgt>
                                        </p:tgtEl>
                                        <p:attrNameLst>
                                          <p:attrName>style.visibility</p:attrName>
                                        </p:attrNameLst>
                                      </p:cBhvr>
                                      <p:to>
                                        <p:strVal val="visible"/>
                                      </p:to>
                                    </p:set>
                                    <p:anim calcmode="lin" valueType="num">
                                      <p:cBhvr additive="base">
                                        <p:cTn id="13" dur="500" fill="hold"/>
                                        <p:tgtEl>
                                          <p:spTgt spid="14336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4336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43363">
                                            <p:txEl>
                                              <p:pRg st="2" end="2"/>
                                            </p:txEl>
                                          </p:spTgt>
                                        </p:tgtEl>
                                        <p:attrNameLst>
                                          <p:attrName>style.visibility</p:attrName>
                                        </p:attrNameLst>
                                      </p:cBhvr>
                                      <p:to>
                                        <p:strVal val="visible"/>
                                      </p:to>
                                    </p:set>
                                    <p:anim calcmode="lin" valueType="num">
                                      <p:cBhvr additive="base">
                                        <p:cTn id="19" dur="500" fill="hold"/>
                                        <p:tgtEl>
                                          <p:spTgt spid="14336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4336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 presetClass="entr" presetSubtype="16"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box(in)">
                                      <p:cBhvr>
                                        <p:cTn id="2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63" grpId="0" build="p"/>
      <p:bldP spid="6"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2"/>
          <p:cNvSpPr>
            <a:spLocks noGrp="1" noChangeArrowheads="1"/>
          </p:cNvSpPr>
          <p:nvPr>
            <p:ph type="title"/>
          </p:nvPr>
        </p:nvSpPr>
        <p:spPr>
          <a:xfrm>
            <a:off x="2648607" y="409786"/>
            <a:ext cx="7772400" cy="1038225"/>
          </a:xfrm>
        </p:spPr>
        <p:txBody>
          <a:bodyPr/>
          <a:lstStyle/>
          <a:p>
            <a:pPr marL="457200" indent="-457200" eaLnBrk="1" hangingPunct="1">
              <a:buFont typeface="Wingdings" panose="05000000000000000000" pitchFamily="2" charset="2"/>
              <a:buChar char="Ø"/>
            </a:pPr>
            <a:r>
              <a:rPr lang="en-US" altLang="en-US" sz="3200" b="1" i="1" dirty="0" err="1" smtClean="0">
                <a:solidFill>
                  <a:srgbClr val="FF0000"/>
                </a:solidFill>
              </a:rPr>
              <a:t>Thời</a:t>
            </a:r>
            <a:r>
              <a:rPr lang="en-US" altLang="en-US" sz="3200" b="1" i="1" dirty="0" smtClean="0">
                <a:solidFill>
                  <a:srgbClr val="FF0000"/>
                </a:solidFill>
              </a:rPr>
              <a:t> </a:t>
            </a:r>
            <a:r>
              <a:rPr lang="en-US" altLang="en-US" sz="3200" b="1" i="1" dirty="0" err="1">
                <a:solidFill>
                  <a:srgbClr val="FF0000"/>
                </a:solidFill>
              </a:rPr>
              <a:t>kỳ</a:t>
            </a:r>
            <a:r>
              <a:rPr lang="en-US" altLang="en-US" sz="3200" b="1" i="1" dirty="0">
                <a:solidFill>
                  <a:srgbClr val="FF0000"/>
                </a:solidFill>
              </a:rPr>
              <a:t> </a:t>
            </a:r>
            <a:r>
              <a:rPr lang="en-US" altLang="en-US" sz="3200" b="1" i="1" dirty="0" err="1">
                <a:solidFill>
                  <a:srgbClr val="FF0000"/>
                </a:solidFill>
              </a:rPr>
              <a:t>từ</a:t>
            </a:r>
            <a:r>
              <a:rPr lang="en-US" altLang="en-US" sz="3200" b="1" i="1" dirty="0">
                <a:solidFill>
                  <a:srgbClr val="FF0000"/>
                </a:solidFill>
              </a:rPr>
              <a:t> </a:t>
            </a:r>
            <a:r>
              <a:rPr lang="en-US" altLang="en-US" sz="3200" b="1" i="1" dirty="0" err="1">
                <a:solidFill>
                  <a:srgbClr val="FF0000"/>
                </a:solidFill>
              </a:rPr>
              <a:t>sau</a:t>
            </a:r>
            <a:r>
              <a:rPr lang="en-US" altLang="en-US" sz="3200" b="1" i="1" dirty="0">
                <a:solidFill>
                  <a:srgbClr val="FF0000"/>
                </a:solidFill>
              </a:rPr>
              <a:t> </a:t>
            </a:r>
            <a:r>
              <a:rPr lang="en-US" altLang="en-US" sz="3200" b="1" i="1" dirty="0" err="1">
                <a:solidFill>
                  <a:srgbClr val="FF0000"/>
                </a:solidFill>
              </a:rPr>
              <a:t>Công</a:t>
            </a:r>
            <a:r>
              <a:rPr lang="en-US" altLang="en-US" sz="3200" b="1" i="1" dirty="0">
                <a:solidFill>
                  <a:srgbClr val="FF0000"/>
                </a:solidFill>
              </a:rPr>
              <a:t> </a:t>
            </a:r>
            <a:r>
              <a:rPr lang="en-US" altLang="en-US" sz="3200" b="1" i="1" dirty="0" err="1">
                <a:solidFill>
                  <a:srgbClr val="FF0000"/>
                </a:solidFill>
              </a:rPr>
              <a:t>xã</a:t>
            </a:r>
            <a:r>
              <a:rPr lang="en-US" altLang="en-US" sz="3200" b="1" i="1" dirty="0">
                <a:solidFill>
                  <a:srgbClr val="FF0000"/>
                </a:solidFill>
              </a:rPr>
              <a:t> </a:t>
            </a:r>
            <a:r>
              <a:rPr lang="en-US" altLang="en-US" sz="3200" b="1" i="1" dirty="0" err="1">
                <a:solidFill>
                  <a:srgbClr val="FF0000"/>
                </a:solidFill>
              </a:rPr>
              <a:t>Pari</a:t>
            </a:r>
            <a:r>
              <a:rPr lang="en-US" altLang="en-US" sz="3200" b="1" i="1" dirty="0">
                <a:solidFill>
                  <a:srgbClr val="FF0000"/>
                </a:solidFill>
              </a:rPr>
              <a:t> </a:t>
            </a:r>
            <a:r>
              <a:rPr lang="en-US" altLang="en-US" sz="3200" b="1" i="1" dirty="0" err="1">
                <a:solidFill>
                  <a:srgbClr val="FF0000"/>
                </a:solidFill>
              </a:rPr>
              <a:t>đến</a:t>
            </a:r>
            <a:r>
              <a:rPr lang="en-US" altLang="en-US" sz="3200" b="1" i="1" dirty="0">
                <a:solidFill>
                  <a:srgbClr val="FF0000"/>
                </a:solidFill>
              </a:rPr>
              <a:t> 1895</a:t>
            </a:r>
            <a:endParaRPr lang="en-US" altLang="en-US" sz="3200" dirty="0">
              <a:solidFill>
                <a:srgbClr val="FF0000"/>
              </a:solidFill>
              <a:latin typeface=".VnVogue" panose="020B7200000000000000" pitchFamily="34" charset="0"/>
            </a:endParaRPr>
          </a:p>
        </p:txBody>
      </p:sp>
      <p:sp>
        <p:nvSpPr>
          <p:cNvPr id="143363" name="Rectangle 3"/>
          <p:cNvSpPr>
            <a:spLocks noGrp="1" noChangeArrowheads="1"/>
          </p:cNvSpPr>
          <p:nvPr>
            <p:ph type="body" sz="half" idx="1"/>
          </p:nvPr>
        </p:nvSpPr>
        <p:spPr>
          <a:xfrm>
            <a:off x="346842" y="1949669"/>
            <a:ext cx="11256579" cy="5410200"/>
          </a:xfrm>
        </p:spPr>
        <p:txBody>
          <a:bodyPr rtlCol="0">
            <a:normAutofit/>
          </a:bodyPr>
          <a:lstStyle/>
          <a:p>
            <a:pPr algn="just">
              <a:buNone/>
              <a:defRPr/>
            </a:pPr>
            <a:r>
              <a:rPr lang="en-US" b="1" dirty="0">
                <a:latin typeface="Times New Roman" panose="02020603050405020304" pitchFamily="18" charset="0"/>
                <a:cs typeface="Times New Roman" panose="02020603050405020304" pitchFamily="18" charset="0"/>
              </a:rPr>
              <a:t>	</a:t>
            </a:r>
            <a:r>
              <a:rPr lang="en-US" b="1" dirty="0">
                <a:solidFill>
                  <a:srgbClr val="FF0000"/>
                </a:solidFill>
                <a:latin typeface="Times New Roman" panose="02020603050405020304" pitchFamily="18" charset="0"/>
                <a:cs typeface="Times New Roman" panose="02020603050405020304" pitchFamily="18" charset="0"/>
              </a:rPr>
              <a:t>Hai </a:t>
            </a:r>
            <a:r>
              <a:rPr lang="en-US" b="1" dirty="0" err="1">
                <a:solidFill>
                  <a:srgbClr val="FF0000"/>
                </a:solidFill>
                <a:latin typeface="Times New Roman" panose="02020603050405020304" pitchFamily="18" charset="0"/>
                <a:cs typeface="Times New Roman" panose="02020603050405020304" pitchFamily="18" charset="0"/>
              </a:rPr>
              <a:t>ông</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tổng</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kết</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kinh</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nghiệm</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Công</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xã</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Pari</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và</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tiếp</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tục</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phát</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triển</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các</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nguyên</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lý</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của</a:t>
            </a:r>
            <a:r>
              <a:rPr lang="en-US" b="1" dirty="0">
                <a:solidFill>
                  <a:srgbClr val="FF0000"/>
                </a:solidFill>
                <a:latin typeface="Times New Roman" panose="02020603050405020304" pitchFamily="18" charset="0"/>
                <a:cs typeface="Times New Roman" panose="02020603050405020304" pitchFamily="18" charset="0"/>
              </a:rPr>
              <a:t> CNXHKH </a:t>
            </a:r>
            <a:r>
              <a:rPr lang="en-US" b="1" dirty="0" err="1">
                <a:solidFill>
                  <a:srgbClr val="FF0000"/>
                </a:solidFill>
                <a:latin typeface="Times New Roman" panose="02020603050405020304" pitchFamily="18" charset="0"/>
                <a:cs typeface="Times New Roman" panose="02020603050405020304" pitchFamily="18" charset="0"/>
              </a:rPr>
              <a:t>thông</a:t>
            </a:r>
            <a:r>
              <a:rPr lang="en-US" b="1" dirty="0">
                <a:solidFill>
                  <a:srgbClr val="FF0000"/>
                </a:solidFill>
                <a:latin typeface="Times New Roman" panose="02020603050405020304" pitchFamily="18" charset="0"/>
                <a:cs typeface="Times New Roman" panose="02020603050405020304" pitchFamily="18" charset="0"/>
              </a:rPr>
              <a:t> qua </a:t>
            </a:r>
            <a:r>
              <a:rPr lang="en-US" b="1" dirty="0" err="1">
                <a:solidFill>
                  <a:srgbClr val="FF0000"/>
                </a:solidFill>
                <a:latin typeface="Times New Roman" panose="02020603050405020304" pitchFamily="18" charset="0"/>
                <a:cs typeface="Times New Roman" panose="02020603050405020304" pitchFamily="18" charset="0"/>
              </a:rPr>
              <a:t>các</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tác</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phẩm</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tiêu</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biểu</a:t>
            </a:r>
            <a:r>
              <a:rPr lang="en-US" b="1" dirty="0">
                <a:solidFill>
                  <a:srgbClr val="FF0000"/>
                </a:solidFill>
                <a:latin typeface="Times New Roman" panose="02020603050405020304" pitchFamily="18" charset="0"/>
                <a:cs typeface="Times New Roman" panose="02020603050405020304" pitchFamily="18" charset="0"/>
              </a:rPr>
              <a:t>:</a:t>
            </a:r>
          </a:p>
          <a:p>
            <a:pPr algn="just">
              <a:buNone/>
              <a:defRPr/>
            </a:pPr>
            <a:r>
              <a:rPr lang="en-US" b="1" i="1" dirty="0">
                <a:solidFill>
                  <a:srgbClr val="002060"/>
                </a:solidFill>
                <a:latin typeface="Times New Roman" panose="02020603050405020304" pitchFamily="18" charset="0"/>
                <a:cs typeface="Times New Roman" panose="02020603050405020304" pitchFamily="18" charset="0"/>
              </a:rPr>
              <a:t>1/ “</a:t>
            </a:r>
            <a:r>
              <a:rPr lang="en-US" b="1" i="1" dirty="0" err="1">
                <a:solidFill>
                  <a:srgbClr val="002060"/>
                </a:solidFill>
                <a:latin typeface="Times New Roman" panose="02020603050405020304" pitchFamily="18" charset="0"/>
                <a:cs typeface="Times New Roman" panose="02020603050405020304" pitchFamily="18" charset="0"/>
              </a:rPr>
              <a:t>Nội</a:t>
            </a:r>
            <a:r>
              <a:rPr lang="en-US" b="1" i="1" dirty="0">
                <a:solidFill>
                  <a:srgbClr val="002060"/>
                </a:solidFill>
                <a:latin typeface="Times New Roman" panose="02020603050405020304" pitchFamily="18" charset="0"/>
                <a:cs typeface="Times New Roman" panose="02020603050405020304" pitchFamily="18" charset="0"/>
              </a:rPr>
              <a:t> </a:t>
            </a:r>
            <a:r>
              <a:rPr lang="en-US" b="1" i="1" dirty="0" err="1">
                <a:solidFill>
                  <a:srgbClr val="002060"/>
                </a:solidFill>
                <a:latin typeface="Times New Roman" panose="02020603050405020304" pitchFamily="18" charset="0"/>
                <a:cs typeface="Times New Roman" panose="02020603050405020304" pitchFamily="18" charset="0"/>
              </a:rPr>
              <a:t>chiến</a:t>
            </a:r>
            <a:r>
              <a:rPr lang="en-US" b="1" i="1" dirty="0">
                <a:solidFill>
                  <a:srgbClr val="002060"/>
                </a:solidFill>
                <a:latin typeface="Times New Roman" panose="02020603050405020304" pitchFamily="18" charset="0"/>
                <a:cs typeface="Times New Roman" panose="02020603050405020304" pitchFamily="18" charset="0"/>
              </a:rPr>
              <a:t> ở </a:t>
            </a:r>
            <a:r>
              <a:rPr lang="en-US" b="1" i="1" dirty="0" err="1">
                <a:solidFill>
                  <a:srgbClr val="002060"/>
                </a:solidFill>
                <a:latin typeface="Times New Roman" panose="02020603050405020304" pitchFamily="18" charset="0"/>
                <a:cs typeface="Times New Roman" panose="02020603050405020304" pitchFamily="18" charset="0"/>
              </a:rPr>
              <a:t>Pháp</a:t>
            </a:r>
            <a:r>
              <a:rPr lang="en-US" b="1" i="1" dirty="0">
                <a:solidFill>
                  <a:srgbClr val="002060"/>
                </a:solidFill>
                <a:latin typeface="Times New Roman" panose="02020603050405020304" pitchFamily="18" charset="0"/>
                <a:cs typeface="Times New Roman" panose="02020603050405020304" pitchFamily="18" charset="0"/>
              </a:rPr>
              <a:t>“ </a:t>
            </a:r>
          </a:p>
          <a:p>
            <a:pPr algn="just">
              <a:buNone/>
              <a:defRPr/>
            </a:pPr>
            <a:r>
              <a:rPr lang="en-US" b="1" i="1" dirty="0">
                <a:solidFill>
                  <a:srgbClr val="002060"/>
                </a:solidFill>
                <a:latin typeface="Times New Roman" panose="02020603050405020304" pitchFamily="18" charset="0"/>
                <a:cs typeface="Times New Roman" panose="02020603050405020304" pitchFamily="18" charset="0"/>
              </a:rPr>
              <a:t>2/ "</a:t>
            </a:r>
            <a:r>
              <a:rPr lang="en-US" b="1" i="1" dirty="0" err="1">
                <a:solidFill>
                  <a:srgbClr val="002060"/>
                </a:solidFill>
                <a:latin typeface="Times New Roman" panose="02020603050405020304" pitchFamily="18" charset="0"/>
                <a:cs typeface="Times New Roman" panose="02020603050405020304" pitchFamily="18" charset="0"/>
              </a:rPr>
              <a:t>Phê</a:t>
            </a:r>
            <a:r>
              <a:rPr lang="en-US" b="1" i="1" dirty="0">
                <a:solidFill>
                  <a:srgbClr val="002060"/>
                </a:solidFill>
                <a:latin typeface="Times New Roman" panose="02020603050405020304" pitchFamily="18" charset="0"/>
                <a:cs typeface="Times New Roman" panose="02020603050405020304" pitchFamily="18" charset="0"/>
              </a:rPr>
              <a:t> </a:t>
            </a:r>
            <a:r>
              <a:rPr lang="en-US" b="1" i="1" dirty="0" err="1">
                <a:solidFill>
                  <a:srgbClr val="002060"/>
                </a:solidFill>
                <a:latin typeface="Times New Roman" panose="02020603050405020304" pitchFamily="18" charset="0"/>
                <a:cs typeface="Times New Roman" panose="02020603050405020304" pitchFamily="18" charset="0"/>
              </a:rPr>
              <a:t>phán</a:t>
            </a:r>
            <a:r>
              <a:rPr lang="en-US" b="1" i="1" dirty="0">
                <a:solidFill>
                  <a:srgbClr val="002060"/>
                </a:solidFill>
                <a:latin typeface="Times New Roman" panose="02020603050405020304" pitchFamily="18" charset="0"/>
                <a:cs typeface="Times New Roman" panose="02020603050405020304" pitchFamily="18" charset="0"/>
              </a:rPr>
              <a:t> </a:t>
            </a:r>
            <a:r>
              <a:rPr lang="en-US" b="1" i="1" dirty="0" err="1">
                <a:solidFill>
                  <a:srgbClr val="002060"/>
                </a:solidFill>
                <a:latin typeface="Times New Roman" panose="02020603050405020304" pitchFamily="18" charset="0"/>
                <a:cs typeface="Times New Roman" panose="02020603050405020304" pitchFamily="18" charset="0"/>
              </a:rPr>
              <a:t>cương</a:t>
            </a:r>
            <a:r>
              <a:rPr lang="en-US" b="1" i="1" dirty="0">
                <a:solidFill>
                  <a:srgbClr val="002060"/>
                </a:solidFill>
                <a:latin typeface="Times New Roman" panose="02020603050405020304" pitchFamily="18" charset="0"/>
                <a:cs typeface="Times New Roman" panose="02020603050405020304" pitchFamily="18" charset="0"/>
              </a:rPr>
              <a:t> </a:t>
            </a:r>
            <a:r>
              <a:rPr lang="en-US" b="1" i="1" dirty="0" err="1">
                <a:solidFill>
                  <a:srgbClr val="002060"/>
                </a:solidFill>
                <a:latin typeface="Times New Roman" panose="02020603050405020304" pitchFamily="18" charset="0"/>
                <a:cs typeface="Times New Roman" panose="02020603050405020304" pitchFamily="18" charset="0"/>
              </a:rPr>
              <a:t>lĩnh</a:t>
            </a:r>
            <a:r>
              <a:rPr lang="en-US" b="1" i="1" dirty="0">
                <a:solidFill>
                  <a:srgbClr val="002060"/>
                </a:solidFill>
                <a:latin typeface="Times New Roman" panose="02020603050405020304" pitchFamily="18" charset="0"/>
                <a:cs typeface="Times New Roman" panose="02020603050405020304" pitchFamily="18" charset="0"/>
              </a:rPr>
              <a:t> </a:t>
            </a:r>
            <a:r>
              <a:rPr lang="en-US" b="1" i="1" dirty="0" err="1">
                <a:solidFill>
                  <a:srgbClr val="002060"/>
                </a:solidFill>
                <a:latin typeface="Times New Roman" panose="02020603050405020304" pitchFamily="18" charset="0"/>
                <a:cs typeface="Times New Roman" panose="02020603050405020304" pitchFamily="18" charset="0"/>
              </a:rPr>
              <a:t>Gô</a:t>
            </a:r>
            <a:r>
              <a:rPr lang="en-US" b="1" i="1" dirty="0">
                <a:solidFill>
                  <a:srgbClr val="002060"/>
                </a:solidFill>
                <a:latin typeface="Times New Roman" panose="02020603050405020304" pitchFamily="18" charset="0"/>
                <a:cs typeface="Times New Roman" panose="02020603050405020304" pitchFamily="18" charset="0"/>
              </a:rPr>
              <a:t> </a:t>
            </a:r>
            <a:r>
              <a:rPr lang="en-US" b="1" i="1" dirty="0" err="1">
                <a:solidFill>
                  <a:srgbClr val="002060"/>
                </a:solidFill>
                <a:latin typeface="Times New Roman" panose="02020603050405020304" pitchFamily="18" charset="0"/>
                <a:cs typeface="Times New Roman" panose="02020603050405020304" pitchFamily="18" charset="0"/>
              </a:rPr>
              <a:t>ta</a:t>
            </a:r>
            <a:r>
              <a:rPr lang="en-US" b="1" i="1" dirty="0">
                <a:solidFill>
                  <a:srgbClr val="002060"/>
                </a:solidFill>
                <a:latin typeface="Times New Roman" panose="02020603050405020304" pitchFamily="18" charset="0"/>
                <a:cs typeface="Times New Roman" panose="02020603050405020304" pitchFamily="18" charset="0"/>
              </a:rPr>
              <a:t>", </a:t>
            </a:r>
          </a:p>
          <a:p>
            <a:pPr algn="just">
              <a:buNone/>
              <a:defRPr/>
            </a:pPr>
            <a:r>
              <a:rPr lang="en-US" b="1" i="1" dirty="0">
                <a:solidFill>
                  <a:srgbClr val="002060"/>
                </a:solidFill>
                <a:latin typeface="Times New Roman" panose="02020603050405020304" pitchFamily="18" charset="0"/>
                <a:cs typeface="Times New Roman" panose="02020603050405020304" pitchFamily="18" charset="0"/>
              </a:rPr>
              <a:t>3/ "</a:t>
            </a:r>
            <a:r>
              <a:rPr lang="en-US" b="1" i="1" dirty="0" err="1">
                <a:solidFill>
                  <a:srgbClr val="002060"/>
                </a:solidFill>
                <a:latin typeface="Times New Roman" panose="02020603050405020304" pitchFamily="18" charset="0"/>
                <a:cs typeface="Times New Roman" panose="02020603050405020304" pitchFamily="18" charset="0"/>
              </a:rPr>
              <a:t>Chống</a:t>
            </a:r>
            <a:r>
              <a:rPr lang="en-US" b="1" i="1" dirty="0">
                <a:solidFill>
                  <a:srgbClr val="002060"/>
                </a:solidFill>
                <a:latin typeface="Times New Roman" panose="02020603050405020304" pitchFamily="18" charset="0"/>
                <a:cs typeface="Times New Roman" panose="02020603050405020304" pitchFamily="18" charset="0"/>
              </a:rPr>
              <a:t> </a:t>
            </a:r>
            <a:r>
              <a:rPr lang="en-US" b="1" i="1" dirty="0" err="1">
                <a:solidFill>
                  <a:srgbClr val="002060"/>
                </a:solidFill>
                <a:latin typeface="Times New Roman" panose="02020603050405020304" pitchFamily="18" charset="0"/>
                <a:cs typeface="Times New Roman" panose="02020603050405020304" pitchFamily="18" charset="0"/>
              </a:rPr>
              <a:t>Đuy</a:t>
            </a:r>
            <a:r>
              <a:rPr lang="en-US" b="1" i="1" dirty="0">
                <a:solidFill>
                  <a:srgbClr val="002060"/>
                </a:solidFill>
                <a:latin typeface="Times New Roman" panose="02020603050405020304" pitchFamily="18" charset="0"/>
                <a:cs typeface="Times New Roman" panose="02020603050405020304" pitchFamily="18" charset="0"/>
              </a:rPr>
              <a:t> </a:t>
            </a:r>
            <a:r>
              <a:rPr lang="en-US" b="1" i="1" dirty="0" err="1">
                <a:solidFill>
                  <a:srgbClr val="002060"/>
                </a:solidFill>
                <a:latin typeface="Times New Roman" panose="02020603050405020304" pitchFamily="18" charset="0"/>
                <a:cs typeface="Times New Roman" panose="02020603050405020304" pitchFamily="18" charset="0"/>
              </a:rPr>
              <a:t>rinh</a:t>
            </a:r>
            <a:r>
              <a:rPr lang="en-US" b="1" i="1" dirty="0">
                <a:solidFill>
                  <a:srgbClr val="002060"/>
                </a:solidFill>
                <a:latin typeface="Times New Roman" panose="02020603050405020304" pitchFamily="18" charset="0"/>
                <a:cs typeface="Times New Roman" panose="02020603050405020304" pitchFamily="18" charset="0"/>
              </a:rPr>
              <a:t>", </a:t>
            </a:r>
          </a:p>
          <a:p>
            <a:pPr algn="just">
              <a:buNone/>
              <a:defRPr/>
            </a:pPr>
            <a:r>
              <a:rPr lang="en-US" b="1" i="1" dirty="0">
                <a:solidFill>
                  <a:srgbClr val="002060"/>
                </a:solidFill>
                <a:latin typeface="Times New Roman" panose="02020603050405020304" pitchFamily="18" charset="0"/>
                <a:cs typeface="Times New Roman" panose="02020603050405020304" pitchFamily="18" charset="0"/>
              </a:rPr>
              <a:t>4/ "</a:t>
            </a:r>
            <a:r>
              <a:rPr lang="en-US" b="1" i="1" dirty="0" err="1">
                <a:solidFill>
                  <a:srgbClr val="002060"/>
                </a:solidFill>
                <a:latin typeface="Times New Roman" panose="02020603050405020304" pitchFamily="18" charset="0"/>
                <a:cs typeface="Times New Roman" panose="02020603050405020304" pitchFamily="18" charset="0"/>
              </a:rPr>
              <a:t>Nguồn</a:t>
            </a:r>
            <a:r>
              <a:rPr lang="en-US" b="1" i="1" dirty="0">
                <a:solidFill>
                  <a:srgbClr val="002060"/>
                </a:solidFill>
                <a:latin typeface="Times New Roman" panose="02020603050405020304" pitchFamily="18" charset="0"/>
                <a:cs typeface="Times New Roman" panose="02020603050405020304" pitchFamily="18" charset="0"/>
              </a:rPr>
              <a:t> </a:t>
            </a:r>
            <a:r>
              <a:rPr lang="en-US" b="1" i="1" dirty="0" err="1">
                <a:solidFill>
                  <a:srgbClr val="002060"/>
                </a:solidFill>
                <a:latin typeface="Times New Roman" panose="02020603050405020304" pitchFamily="18" charset="0"/>
                <a:cs typeface="Times New Roman" panose="02020603050405020304" pitchFamily="18" charset="0"/>
              </a:rPr>
              <a:t>gốc</a:t>
            </a:r>
            <a:r>
              <a:rPr lang="en-US" b="1" i="1" dirty="0">
                <a:solidFill>
                  <a:srgbClr val="002060"/>
                </a:solidFill>
                <a:latin typeface="Times New Roman" panose="02020603050405020304" pitchFamily="18" charset="0"/>
                <a:cs typeface="Times New Roman" panose="02020603050405020304" pitchFamily="18" charset="0"/>
              </a:rPr>
              <a:t> </a:t>
            </a:r>
            <a:r>
              <a:rPr lang="en-US" b="1" i="1" dirty="0" err="1">
                <a:solidFill>
                  <a:srgbClr val="002060"/>
                </a:solidFill>
                <a:latin typeface="Times New Roman" panose="02020603050405020304" pitchFamily="18" charset="0"/>
                <a:cs typeface="Times New Roman" panose="02020603050405020304" pitchFamily="18" charset="0"/>
              </a:rPr>
              <a:t>của</a:t>
            </a:r>
            <a:r>
              <a:rPr lang="en-US" b="1" i="1" dirty="0">
                <a:solidFill>
                  <a:srgbClr val="002060"/>
                </a:solidFill>
                <a:latin typeface="Times New Roman" panose="02020603050405020304" pitchFamily="18" charset="0"/>
                <a:cs typeface="Times New Roman" panose="02020603050405020304" pitchFamily="18" charset="0"/>
              </a:rPr>
              <a:t> </a:t>
            </a:r>
            <a:r>
              <a:rPr lang="en-US" b="1" i="1" dirty="0" err="1">
                <a:solidFill>
                  <a:srgbClr val="002060"/>
                </a:solidFill>
                <a:latin typeface="Times New Roman" panose="02020603050405020304" pitchFamily="18" charset="0"/>
                <a:cs typeface="Times New Roman" panose="02020603050405020304" pitchFamily="18" charset="0"/>
              </a:rPr>
              <a:t>gia</a:t>
            </a:r>
            <a:r>
              <a:rPr lang="en-US" b="1" i="1" dirty="0">
                <a:solidFill>
                  <a:srgbClr val="002060"/>
                </a:solidFill>
                <a:latin typeface="Times New Roman" panose="02020603050405020304" pitchFamily="18" charset="0"/>
                <a:cs typeface="Times New Roman" panose="02020603050405020304" pitchFamily="18" charset="0"/>
              </a:rPr>
              <a:t> </a:t>
            </a:r>
            <a:r>
              <a:rPr lang="en-US" b="1" i="1" dirty="0" err="1">
                <a:solidFill>
                  <a:srgbClr val="002060"/>
                </a:solidFill>
                <a:latin typeface="Times New Roman" panose="02020603050405020304" pitchFamily="18" charset="0"/>
                <a:cs typeface="Times New Roman" panose="02020603050405020304" pitchFamily="18" charset="0"/>
              </a:rPr>
              <a:t>đình</a:t>
            </a:r>
            <a:r>
              <a:rPr lang="en-US" b="1" i="1" dirty="0">
                <a:solidFill>
                  <a:srgbClr val="002060"/>
                </a:solidFill>
                <a:latin typeface="Times New Roman" panose="02020603050405020304" pitchFamily="18" charset="0"/>
                <a:cs typeface="Times New Roman" panose="02020603050405020304" pitchFamily="18" charset="0"/>
              </a:rPr>
              <a:t> </a:t>
            </a:r>
            <a:r>
              <a:rPr lang="en-US" b="1" i="1" dirty="0" err="1">
                <a:solidFill>
                  <a:srgbClr val="002060"/>
                </a:solidFill>
                <a:latin typeface="Times New Roman" panose="02020603050405020304" pitchFamily="18" charset="0"/>
                <a:cs typeface="Times New Roman" panose="02020603050405020304" pitchFamily="18" charset="0"/>
              </a:rPr>
              <a:t>của</a:t>
            </a:r>
            <a:r>
              <a:rPr lang="en-US" b="1" i="1" dirty="0">
                <a:solidFill>
                  <a:srgbClr val="002060"/>
                </a:solidFill>
                <a:latin typeface="Times New Roman" panose="02020603050405020304" pitchFamily="18" charset="0"/>
                <a:cs typeface="Times New Roman" panose="02020603050405020304" pitchFamily="18" charset="0"/>
              </a:rPr>
              <a:t> </a:t>
            </a:r>
            <a:r>
              <a:rPr lang="en-US" b="1" i="1" dirty="0" err="1">
                <a:solidFill>
                  <a:srgbClr val="002060"/>
                </a:solidFill>
                <a:latin typeface="Times New Roman" panose="02020603050405020304" pitchFamily="18" charset="0"/>
                <a:cs typeface="Times New Roman" panose="02020603050405020304" pitchFamily="18" charset="0"/>
              </a:rPr>
              <a:t>sở</a:t>
            </a:r>
            <a:r>
              <a:rPr lang="en-US" b="1" i="1" dirty="0">
                <a:solidFill>
                  <a:srgbClr val="002060"/>
                </a:solidFill>
                <a:latin typeface="Times New Roman" panose="02020603050405020304" pitchFamily="18" charset="0"/>
                <a:cs typeface="Times New Roman" panose="02020603050405020304" pitchFamily="18" charset="0"/>
              </a:rPr>
              <a:t> </a:t>
            </a:r>
            <a:r>
              <a:rPr lang="en-US" b="1" i="1" dirty="0" err="1">
                <a:solidFill>
                  <a:srgbClr val="002060"/>
                </a:solidFill>
                <a:latin typeface="Times New Roman" panose="02020603050405020304" pitchFamily="18" charset="0"/>
                <a:cs typeface="Times New Roman" panose="02020603050405020304" pitchFamily="18" charset="0"/>
              </a:rPr>
              <a:t>hữu</a:t>
            </a:r>
            <a:r>
              <a:rPr lang="en-US" b="1" i="1" dirty="0">
                <a:solidFill>
                  <a:srgbClr val="002060"/>
                </a:solidFill>
                <a:latin typeface="Times New Roman" panose="02020603050405020304" pitchFamily="18" charset="0"/>
                <a:cs typeface="Times New Roman" panose="02020603050405020304" pitchFamily="18" charset="0"/>
              </a:rPr>
              <a:t> </a:t>
            </a:r>
            <a:r>
              <a:rPr lang="en-US" b="1" i="1" dirty="0" err="1">
                <a:solidFill>
                  <a:srgbClr val="002060"/>
                </a:solidFill>
                <a:latin typeface="Times New Roman" panose="02020603050405020304" pitchFamily="18" charset="0"/>
                <a:cs typeface="Times New Roman" panose="02020603050405020304" pitchFamily="18" charset="0"/>
              </a:rPr>
              <a:t>tư</a:t>
            </a:r>
            <a:r>
              <a:rPr lang="en-US" b="1" i="1" dirty="0">
                <a:solidFill>
                  <a:srgbClr val="002060"/>
                </a:solidFill>
                <a:latin typeface="Times New Roman" panose="02020603050405020304" pitchFamily="18" charset="0"/>
                <a:cs typeface="Times New Roman" panose="02020603050405020304" pitchFamily="18" charset="0"/>
              </a:rPr>
              <a:t> </a:t>
            </a:r>
            <a:r>
              <a:rPr lang="en-US" b="1" i="1" dirty="0" err="1">
                <a:solidFill>
                  <a:srgbClr val="002060"/>
                </a:solidFill>
                <a:latin typeface="Times New Roman" panose="02020603050405020304" pitchFamily="18" charset="0"/>
                <a:cs typeface="Times New Roman" panose="02020603050405020304" pitchFamily="18" charset="0"/>
              </a:rPr>
              <a:t>nhân</a:t>
            </a:r>
            <a:r>
              <a:rPr lang="en-US" b="1" i="1" dirty="0">
                <a:solidFill>
                  <a:srgbClr val="002060"/>
                </a:solidFill>
                <a:latin typeface="Times New Roman" panose="02020603050405020304" pitchFamily="18" charset="0"/>
                <a:cs typeface="Times New Roman" panose="02020603050405020304" pitchFamily="18" charset="0"/>
              </a:rPr>
              <a:t> </a:t>
            </a:r>
            <a:r>
              <a:rPr lang="en-US" b="1" i="1" dirty="0" err="1">
                <a:solidFill>
                  <a:srgbClr val="002060"/>
                </a:solidFill>
                <a:latin typeface="Times New Roman" panose="02020603050405020304" pitchFamily="18" charset="0"/>
                <a:cs typeface="Times New Roman" panose="02020603050405020304" pitchFamily="18" charset="0"/>
              </a:rPr>
              <a:t>và</a:t>
            </a:r>
            <a:r>
              <a:rPr lang="en-US" b="1" i="1" dirty="0">
                <a:solidFill>
                  <a:srgbClr val="002060"/>
                </a:solidFill>
                <a:latin typeface="Times New Roman" panose="02020603050405020304" pitchFamily="18" charset="0"/>
                <a:cs typeface="Times New Roman" panose="02020603050405020304" pitchFamily="18" charset="0"/>
              </a:rPr>
              <a:t> </a:t>
            </a:r>
            <a:r>
              <a:rPr lang="en-US" b="1" i="1" dirty="0" err="1">
                <a:solidFill>
                  <a:srgbClr val="002060"/>
                </a:solidFill>
                <a:latin typeface="Times New Roman" panose="02020603050405020304" pitchFamily="18" charset="0"/>
                <a:cs typeface="Times New Roman" panose="02020603050405020304" pitchFamily="18" charset="0"/>
              </a:rPr>
              <a:t>của</a:t>
            </a:r>
            <a:r>
              <a:rPr lang="en-US" b="1" i="1" dirty="0">
                <a:solidFill>
                  <a:srgbClr val="002060"/>
                </a:solidFill>
                <a:latin typeface="Times New Roman" panose="02020603050405020304" pitchFamily="18" charset="0"/>
                <a:cs typeface="Times New Roman" panose="02020603050405020304" pitchFamily="18" charset="0"/>
              </a:rPr>
              <a:t> </a:t>
            </a:r>
            <a:r>
              <a:rPr lang="en-US" b="1" i="1" dirty="0" err="1">
                <a:solidFill>
                  <a:srgbClr val="002060"/>
                </a:solidFill>
                <a:latin typeface="Times New Roman" panose="02020603050405020304" pitchFamily="18" charset="0"/>
                <a:cs typeface="Times New Roman" panose="02020603050405020304" pitchFamily="18" charset="0"/>
              </a:rPr>
              <a:t>nhà</a:t>
            </a:r>
            <a:r>
              <a:rPr lang="en-US" b="1" i="1" dirty="0">
                <a:solidFill>
                  <a:srgbClr val="002060"/>
                </a:solidFill>
                <a:latin typeface="Times New Roman" panose="02020603050405020304" pitchFamily="18" charset="0"/>
                <a:cs typeface="Times New Roman" panose="02020603050405020304" pitchFamily="18" charset="0"/>
              </a:rPr>
              <a:t> </a:t>
            </a:r>
            <a:r>
              <a:rPr lang="en-US" b="1" i="1" dirty="0" err="1">
                <a:solidFill>
                  <a:srgbClr val="002060"/>
                </a:solidFill>
                <a:latin typeface="Times New Roman" panose="02020603050405020304" pitchFamily="18" charset="0"/>
                <a:cs typeface="Times New Roman" panose="02020603050405020304" pitchFamily="18" charset="0"/>
              </a:rPr>
              <a:t>nước</a:t>
            </a:r>
            <a:r>
              <a:rPr lang="en-US" b="1" i="1" dirty="0">
                <a:solidFill>
                  <a:srgbClr val="002060"/>
                </a:solidFill>
                <a:latin typeface="Times New Roman" panose="02020603050405020304" pitchFamily="18" charset="0"/>
                <a:cs typeface="Times New Roman" panose="02020603050405020304" pitchFamily="18" charset="0"/>
              </a:rPr>
              <a:t>" ,</a:t>
            </a:r>
          </a:p>
          <a:p>
            <a:pPr algn="just">
              <a:buNone/>
              <a:defRPr/>
            </a:pPr>
            <a:r>
              <a:rPr lang="en-US" b="1" i="1" dirty="0">
                <a:solidFill>
                  <a:srgbClr val="002060"/>
                </a:solidFill>
                <a:latin typeface="Times New Roman" panose="02020603050405020304" pitchFamily="18" charset="0"/>
                <a:cs typeface="Times New Roman" panose="02020603050405020304" pitchFamily="18" charset="0"/>
              </a:rPr>
              <a:t>5/ </a:t>
            </a:r>
            <a:r>
              <a:rPr lang="en-US" b="1" i="1" dirty="0" err="1">
                <a:solidFill>
                  <a:srgbClr val="002060"/>
                </a:solidFill>
                <a:latin typeface="Times New Roman" panose="02020603050405020304" pitchFamily="18" charset="0"/>
                <a:cs typeface="Times New Roman" panose="02020603050405020304" pitchFamily="18" charset="0"/>
              </a:rPr>
              <a:t>Hoàn</a:t>
            </a:r>
            <a:r>
              <a:rPr lang="en-US" b="1" i="1" dirty="0">
                <a:solidFill>
                  <a:srgbClr val="002060"/>
                </a:solidFill>
                <a:latin typeface="Times New Roman" panose="02020603050405020304" pitchFamily="18" charset="0"/>
                <a:cs typeface="Times New Roman" panose="02020603050405020304" pitchFamily="18" charset="0"/>
              </a:rPr>
              <a:t> </a:t>
            </a:r>
            <a:r>
              <a:rPr lang="en-US" b="1" i="1" dirty="0" err="1">
                <a:solidFill>
                  <a:srgbClr val="002060"/>
                </a:solidFill>
                <a:latin typeface="Times New Roman" panose="02020603050405020304" pitchFamily="18" charset="0"/>
                <a:cs typeface="Times New Roman" panose="02020603050405020304" pitchFamily="18" charset="0"/>
              </a:rPr>
              <a:t>tất</a:t>
            </a:r>
            <a:r>
              <a:rPr lang="en-US" b="1" i="1" dirty="0">
                <a:solidFill>
                  <a:srgbClr val="002060"/>
                </a:solidFill>
                <a:latin typeface="Times New Roman" panose="02020603050405020304" pitchFamily="18" charset="0"/>
                <a:cs typeface="Times New Roman" panose="02020603050405020304" pitchFamily="18" charset="0"/>
              </a:rPr>
              <a:t> </a:t>
            </a:r>
            <a:r>
              <a:rPr lang="en-US" b="1" i="1" dirty="0" err="1">
                <a:solidFill>
                  <a:srgbClr val="002060"/>
                </a:solidFill>
                <a:latin typeface="Times New Roman" panose="02020603050405020304" pitchFamily="18" charset="0"/>
                <a:cs typeface="Times New Roman" panose="02020603050405020304" pitchFamily="18" charset="0"/>
              </a:rPr>
              <a:t>bộ</a:t>
            </a:r>
            <a:r>
              <a:rPr lang="en-US" b="1" i="1" dirty="0">
                <a:solidFill>
                  <a:srgbClr val="002060"/>
                </a:solidFill>
                <a:latin typeface="Times New Roman" panose="02020603050405020304" pitchFamily="18" charset="0"/>
                <a:cs typeface="Times New Roman" panose="02020603050405020304" pitchFamily="18" charset="0"/>
              </a:rPr>
              <a:t> "</a:t>
            </a:r>
            <a:r>
              <a:rPr lang="en-US" b="1" i="1" dirty="0" err="1">
                <a:solidFill>
                  <a:srgbClr val="002060"/>
                </a:solidFill>
                <a:latin typeface="Times New Roman" panose="02020603050405020304" pitchFamily="18" charset="0"/>
                <a:cs typeface="Times New Roman" panose="02020603050405020304" pitchFamily="18" charset="0"/>
              </a:rPr>
              <a:t>Tư</a:t>
            </a:r>
            <a:r>
              <a:rPr lang="en-US" b="1" i="1" dirty="0">
                <a:solidFill>
                  <a:srgbClr val="002060"/>
                </a:solidFill>
                <a:latin typeface="Times New Roman" panose="02020603050405020304" pitchFamily="18" charset="0"/>
                <a:cs typeface="Times New Roman" panose="02020603050405020304" pitchFamily="18" charset="0"/>
              </a:rPr>
              <a:t> </a:t>
            </a:r>
            <a:r>
              <a:rPr lang="en-US" b="1" i="1" dirty="0" err="1">
                <a:solidFill>
                  <a:srgbClr val="002060"/>
                </a:solidFill>
                <a:latin typeface="Times New Roman" panose="02020603050405020304" pitchFamily="18" charset="0"/>
                <a:cs typeface="Times New Roman" panose="02020603050405020304" pitchFamily="18" charset="0"/>
              </a:rPr>
              <a:t>bản</a:t>
            </a:r>
            <a:r>
              <a:rPr lang="en-US" b="1" i="1" dirty="0">
                <a:solidFill>
                  <a:srgbClr val="002060"/>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372720689"/>
      </p:ext>
    </p:extLst>
  </p:cSld>
  <p:clrMapOvr>
    <a:masterClrMapping/>
  </p:clrMapOvr>
  <p:transition>
    <p:wheel spokes="8"/>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43362"/>
                                        </p:tgtEl>
                                        <p:attrNameLst>
                                          <p:attrName>style.visibility</p:attrName>
                                        </p:attrNameLst>
                                      </p:cBhvr>
                                      <p:to>
                                        <p:strVal val="visible"/>
                                      </p:to>
                                    </p:set>
                                    <p:animEffect transition="in" filter="box(in)">
                                      <p:cBhvr>
                                        <p:cTn id="7" dur="500"/>
                                        <p:tgtEl>
                                          <p:spTgt spid="14336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143363">
                                            <p:txEl>
                                              <p:pRg st="0" end="0"/>
                                            </p:txEl>
                                          </p:spTgt>
                                        </p:tgtEl>
                                        <p:attrNameLst>
                                          <p:attrName>style.visibility</p:attrName>
                                        </p:attrNameLst>
                                      </p:cBhvr>
                                      <p:to>
                                        <p:strVal val="visible"/>
                                      </p:to>
                                    </p:set>
                                    <p:anim calcmode="lin" valueType="num">
                                      <p:cBhvr additive="base">
                                        <p:cTn id="12" dur="500" fill="hold"/>
                                        <p:tgtEl>
                                          <p:spTgt spid="14336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14336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143363">
                                            <p:txEl>
                                              <p:pRg st="1" end="1"/>
                                            </p:txEl>
                                          </p:spTgt>
                                        </p:tgtEl>
                                        <p:attrNameLst>
                                          <p:attrName>style.visibility</p:attrName>
                                        </p:attrNameLst>
                                      </p:cBhvr>
                                      <p:to>
                                        <p:strVal val="visible"/>
                                      </p:to>
                                    </p:set>
                                    <p:anim calcmode="lin" valueType="num">
                                      <p:cBhvr additive="base">
                                        <p:cTn id="18" dur="500" fill="hold"/>
                                        <p:tgtEl>
                                          <p:spTgt spid="143363">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14336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143363">
                                            <p:txEl>
                                              <p:pRg st="2" end="2"/>
                                            </p:txEl>
                                          </p:spTgt>
                                        </p:tgtEl>
                                        <p:attrNameLst>
                                          <p:attrName>style.visibility</p:attrName>
                                        </p:attrNameLst>
                                      </p:cBhvr>
                                      <p:to>
                                        <p:strVal val="visible"/>
                                      </p:to>
                                    </p:set>
                                    <p:anim calcmode="lin" valueType="num">
                                      <p:cBhvr additive="base">
                                        <p:cTn id="24" dur="500" fill="hold"/>
                                        <p:tgtEl>
                                          <p:spTgt spid="143363">
                                            <p:txEl>
                                              <p:pRg st="2" end="2"/>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14336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6" fill="hold" nodeType="clickPar">
                      <p:stCondLst>
                        <p:cond delay="indefinite"/>
                      </p:stCondLst>
                      <p:childTnLst>
                        <p:par>
                          <p:cTn id="27" fill="hold" nodeType="withGroup">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143363">
                                            <p:txEl>
                                              <p:pRg st="3" end="3"/>
                                            </p:txEl>
                                          </p:spTgt>
                                        </p:tgtEl>
                                        <p:attrNameLst>
                                          <p:attrName>style.visibility</p:attrName>
                                        </p:attrNameLst>
                                      </p:cBhvr>
                                      <p:to>
                                        <p:strVal val="visible"/>
                                      </p:to>
                                    </p:set>
                                    <p:anim calcmode="lin" valueType="num">
                                      <p:cBhvr additive="base">
                                        <p:cTn id="30" dur="500" fill="hold"/>
                                        <p:tgtEl>
                                          <p:spTgt spid="143363">
                                            <p:txEl>
                                              <p:pRg st="3" end="3"/>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14336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2" fill="hold" nodeType="clickPar">
                      <p:stCondLst>
                        <p:cond delay="indefinite"/>
                      </p:stCondLst>
                      <p:childTnLst>
                        <p:par>
                          <p:cTn id="33" fill="hold" nodeType="withGroup">
                            <p:stCondLst>
                              <p:cond delay="0"/>
                            </p:stCondLst>
                            <p:childTnLst>
                              <p:par>
                                <p:cTn id="34" presetID="2" presetClass="entr" presetSubtype="4" fill="hold" grpId="0" nodeType="clickEffect">
                                  <p:stCondLst>
                                    <p:cond delay="0"/>
                                  </p:stCondLst>
                                  <p:childTnLst>
                                    <p:set>
                                      <p:cBhvr>
                                        <p:cTn id="35" dur="1" fill="hold">
                                          <p:stCondLst>
                                            <p:cond delay="0"/>
                                          </p:stCondLst>
                                        </p:cTn>
                                        <p:tgtEl>
                                          <p:spTgt spid="143363">
                                            <p:txEl>
                                              <p:pRg st="4" end="4"/>
                                            </p:txEl>
                                          </p:spTgt>
                                        </p:tgtEl>
                                        <p:attrNameLst>
                                          <p:attrName>style.visibility</p:attrName>
                                        </p:attrNameLst>
                                      </p:cBhvr>
                                      <p:to>
                                        <p:strVal val="visible"/>
                                      </p:to>
                                    </p:set>
                                    <p:anim calcmode="lin" valueType="num">
                                      <p:cBhvr additive="base">
                                        <p:cTn id="36" dur="500" fill="hold"/>
                                        <p:tgtEl>
                                          <p:spTgt spid="143363">
                                            <p:txEl>
                                              <p:pRg st="4" end="4"/>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14336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8" fill="hold" nodeType="clickPar">
                      <p:stCondLst>
                        <p:cond delay="indefinite"/>
                      </p:stCondLst>
                      <p:childTnLst>
                        <p:par>
                          <p:cTn id="39" fill="hold" nodeType="withGroup">
                            <p:stCondLst>
                              <p:cond delay="0"/>
                            </p:stCondLst>
                            <p:childTnLst>
                              <p:par>
                                <p:cTn id="40" presetID="2" presetClass="entr" presetSubtype="4" fill="hold" grpId="0" nodeType="clickEffect">
                                  <p:stCondLst>
                                    <p:cond delay="0"/>
                                  </p:stCondLst>
                                  <p:childTnLst>
                                    <p:set>
                                      <p:cBhvr>
                                        <p:cTn id="41" dur="1" fill="hold">
                                          <p:stCondLst>
                                            <p:cond delay="0"/>
                                          </p:stCondLst>
                                        </p:cTn>
                                        <p:tgtEl>
                                          <p:spTgt spid="143363">
                                            <p:txEl>
                                              <p:pRg st="5" end="5"/>
                                            </p:txEl>
                                          </p:spTgt>
                                        </p:tgtEl>
                                        <p:attrNameLst>
                                          <p:attrName>style.visibility</p:attrName>
                                        </p:attrNameLst>
                                      </p:cBhvr>
                                      <p:to>
                                        <p:strVal val="visible"/>
                                      </p:to>
                                    </p:set>
                                    <p:anim calcmode="lin" valueType="num">
                                      <p:cBhvr additive="base">
                                        <p:cTn id="42" dur="500" fill="hold"/>
                                        <p:tgtEl>
                                          <p:spTgt spid="143363">
                                            <p:txEl>
                                              <p:pRg st="5" end="5"/>
                                            </p:txEl>
                                          </p:spTgt>
                                        </p:tgtEl>
                                        <p:attrNameLst>
                                          <p:attrName>ppt_x</p:attrName>
                                        </p:attrNameLst>
                                      </p:cBhvr>
                                      <p:tavLst>
                                        <p:tav tm="0">
                                          <p:val>
                                            <p:strVal val="#ppt_x"/>
                                          </p:val>
                                        </p:tav>
                                        <p:tav tm="100000">
                                          <p:val>
                                            <p:strVal val="#ppt_x"/>
                                          </p:val>
                                        </p:tav>
                                      </p:tavLst>
                                    </p:anim>
                                    <p:anim calcmode="lin" valueType="num">
                                      <p:cBhvr additive="base">
                                        <p:cTn id="43" dur="500" fill="hold"/>
                                        <p:tgtEl>
                                          <p:spTgt spid="14336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62" grpId="0"/>
      <p:bldP spid="14336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3" name="Rectangle 3"/>
          <p:cNvSpPr>
            <a:spLocks noGrp="1" noChangeArrowheads="1"/>
          </p:cNvSpPr>
          <p:nvPr>
            <p:ph type="body" sz="half" idx="1"/>
          </p:nvPr>
        </p:nvSpPr>
        <p:spPr>
          <a:xfrm>
            <a:off x="331076" y="1665890"/>
            <a:ext cx="11587656" cy="5791200"/>
          </a:xfrm>
        </p:spPr>
        <p:txBody>
          <a:bodyPr rtlCol="0">
            <a:normAutofit/>
          </a:bodyPr>
          <a:lstStyle/>
          <a:p>
            <a:pPr>
              <a:buFont typeface="Wingdings" panose="05000000000000000000" pitchFamily="2" charset="2"/>
              <a:buChar char="ü"/>
              <a:defRPr/>
            </a:pPr>
            <a:r>
              <a:rPr lang="en-US" sz="2700" b="1" dirty="0" err="1">
                <a:solidFill>
                  <a:srgbClr val="FF0000"/>
                </a:solidFill>
              </a:rPr>
              <a:t>Về</a:t>
            </a:r>
            <a:r>
              <a:rPr lang="en-US" sz="2700" b="1" dirty="0">
                <a:solidFill>
                  <a:srgbClr val="FF0000"/>
                </a:solidFill>
              </a:rPr>
              <a:t> </a:t>
            </a:r>
            <a:r>
              <a:rPr lang="en-US" sz="2700" b="1" dirty="0" err="1">
                <a:solidFill>
                  <a:srgbClr val="FF0000"/>
                </a:solidFill>
              </a:rPr>
              <a:t>tư</a:t>
            </a:r>
            <a:r>
              <a:rPr lang="en-US" sz="2700" b="1" dirty="0">
                <a:solidFill>
                  <a:srgbClr val="FF0000"/>
                </a:solidFill>
              </a:rPr>
              <a:t> </a:t>
            </a:r>
            <a:r>
              <a:rPr lang="en-US" sz="2700" b="1" dirty="0" err="1">
                <a:solidFill>
                  <a:srgbClr val="FF0000"/>
                </a:solidFill>
              </a:rPr>
              <a:t>tưởng</a:t>
            </a:r>
            <a:r>
              <a:rPr lang="en-US" sz="2700" b="1" dirty="0">
                <a:solidFill>
                  <a:srgbClr val="FF0000"/>
                </a:solidFill>
              </a:rPr>
              <a:t> </a:t>
            </a:r>
            <a:r>
              <a:rPr lang="en-US" sz="2700" b="1" dirty="0" err="1">
                <a:solidFill>
                  <a:srgbClr val="FF0000"/>
                </a:solidFill>
              </a:rPr>
              <a:t>nhà</a:t>
            </a:r>
            <a:r>
              <a:rPr lang="en-US" sz="2700" b="1" dirty="0">
                <a:solidFill>
                  <a:srgbClr val="FF0000"/>
                </a:solidFill>
              </a:rPr>
              <a:t> </a:t>
            </a:r>
            <a:r>
              <a:rPr lang="en-US" sz="2700" b="1" dirty="0" err="1">
                <a:solidFill>
                  <a:srgbClr val="FF0000"/>
                </a:solidFill>
              </a:rPr>
              <a:t>nước</a:t>
            </a:r>
            <a:r>
              <a:rPr lang="en-US" sz="2700" b="1" dirty="0">
                <a:solidFill>
                  <a:srgbClr val="FF0000"/>
                </a:solidFill>
              </a:rPr>
              <a:t> </a:t>
            </a:r>
            <a:r>
              <a:rPr lang="en-US" sz="2700" b="1" dirty="0" err="1">
                <a:solidFill>
                  <a:srgbClr val="FF0000"/>
                </a:solidFill>
              </a:rPr>
              <a:t>kiểu</a:t>
            </a:r>
            <a:r>
              <a:rPr lang="en-US" sz="2700" b="1" dirty="0">
                <a:solidFill>
                  <a:srgbClr val="FF0000"/>
                </a:solidFill>
              </a:rPr>
              <a:t> </a:t>
            </a:r>
            <a:r>
              <a:rPr lang="en-US" sz="2700" b="1" dirty="0" err="1">
                <a:solidFill>
                  <a:srgbClr val="FF0000"/>
                </a:solidFill>
              </a:rPr>
              <a:t>mới</a:t>
            </a:r>
            <a:endParaRPr lang="en-US" sz="2700" b="1" dirty="0">
              <a:solidFill>
                <a:srgbClr val="FF0000"/>
              </a:solidFill>
            </a:endParaRPr>
          </a:p>
          <a:p>
            <a:pPr algn="just">
              <a:lnSpc>
                <a:spcPts val="3700"/>
              </a:lnSpc>
              <a:spcBef>
                <a:spcPts val="600"/>
              </a:spcBef>
              <a:buFontTx/>
              <a:buChar char="-"/>
              <a:defRPr/>
            </a:pPr>
            <a:r>
              <a:rPr lang="en-US" sz="2700" b="1" i="1" dirty="0" err="1">
                <a:solidFill>
                  <a:srgbClr val="7030A0"/>
                </a:solidFill>
                <a:latin typeface="Times New Roman" panose="02020603050405020304" pitchFamily="18" charset="0"/>
                <a:cs typeface="Times New Roman" panose="02020603050405020304" pitchFamily="18" charset="0"/>
              </a:rPr>
              <a:t>Tư</a:t>
            </a:r>
            <a:r>
              <a:rPr lang="en-US" sz="2700" b="1" i="1" dirty="0">
                <a:solidFill>
                  <a:srgbClr val="7030A0"/>
                </a:solidFill>
                <a:latin typeface="Times New Roman" panose="02020603050405020304" pitchFamily="18" charset="0"/>
                <a:cs typeface="Times New Roman" panose="02020603050405020304" pitchFamily="18" charset="0"/>
              </a:rPr>
              <a:t> </a:t>
            </a:r>
            <a:r>
              <a:rPr lang="en-US" sz="2700" b="1" i="1" dirty="0" err="1">
                <a:solidFill>
                  <a:srgbClr val="7030A0"/>
                </a:solidFill>
                <a:latin typeface="Times New Roman" panose="02020603050405020304" pitchFamily="18" charset="0"/>
                <a:cs typeface="Times New Roman" panose="02020603050405020304" pitchFamily="18" charset="0"/>
              </a:rPr>
              <a:t>tưởng</a:t>
            </a:r>
            <a:r>
              <a:rPr lang="en-US" sz="2700" b="1" i="1" dirty="0">
                <a:solidFill>
                  <a:srgbClr val="7030A0"/>
                </a:solidFill>
                <a:latin typeface="Times New Roman" panose="02020603050405020304" pitchFamily="18" charset="0"/>
                <a:cs typeface="Times New Roman" panose="02020603050405020304" pitchFamily="18" charset="0"/>
              </a:rPr>
              <a:t> “</a:t>
            </a:r>
            <a:r>
              <a:rPr lang="en-US" sz="2700" b="1" i="1" dirty="0" err="1">
                <a:solidFill>
                  <a:srgbClr val="7030A0"/>
                </a:solidFill>
                <a:latin typeface="Times New Roman" panose="02020603050405020304" pitchFamily="18" charset="0"/>
                <a:cs typeface="Times New Roman" panose="02020603050405020304" pitchFamily="18" charset="0"/>
              </a:rPr>
              <a:t>đập</a:t>
            </a:r>
            <a:r>
              <a:rPr lang="en-US" sz="2700" b="1" i="1" dirty="0">
                <a:solidFill>
                  <a:srgbClr val="7030A0"/>
                </a:solidFill>
                <a:latin typeface="Times New Roman" panose="02020603050405020304" pitchFamily="18" charset="0"/>
                <a:cs typeface="Times New Roman" panose="02020603050405020304" pitchFamily="18" charset="0"/>
              </a:rPr>
              <a:t> tan” NN </a:t>
            </a:r>
            <a:r>
              <a:rPr lang="en-US" sz="2700" b="1" i="1" dirty="0" err="1">
                <a:solidFill>
                  <a:srgbClr val="7030A0"/>
                </a:solidFill>
                <a:latin typeface="Times New Roman" panose="02020603050405020304" pitchFamily="18" charset="0"/>
                <a:cs typeface="Times New Roman" panose="02020603050405020304" pitchFamily="18" charset="0"/>
              </a:rPr>
              <a:t>của</a:t>
            </a:r>
            <a:r>
              <a:rPr lang="en-US" sz="2700" b="1" i="1" dirty="0">
                <a:solidFill>
                  <a:srgbClr val="7030A0"/>
                </a:solidFill>
                <a:latin typeface="Times New Roman" panose="02020603050405020304" pitchFamily="18" charset="0"/>
                <a:cs typeface="Times New Roman" panose="02020603050405020304" pitchFamily="18" charset="0"/>
              </a:rPr>
              <a:t> GC </a:t>
            </a:r>
            <a:r>
              <a:rPr lang="en-US" sz="2700" b="1" i="1" dirty="0" err="1">
                <a:solidFill>
                  <a:srgbClr val="7030A0"/>
                </a:solidFill>
                <a:latin typeface="Times New Roman" panose="02020603050405020304" pitchFamily="18" charset="0"/>
                <a:cs typeface="Times New Roman" panose="02020603050405020304" pitchFamily="18" charset="0"/>
              </a:rPr>
              <a:t>bóc</a:t>
            </a:r>
            <a:r>
              <a:rPr lang="en-US" sz="2700" b="1" i="1" dirty="0">
                <a:solidFill>
                  <a:srgbClr val="7030A0"/>
                </a:solidFill>
                <a:latin typeface="Times New Roman" panose="02020603050405020304" pitchFamily="18" charset="0"/>
                <a:cs typeface="Times New Roman" panose="02020603050405020304" pitchFamily="18" charset="0"/>
              </a:rPr>
              <a:t> </a:t>
            </a:r>
            <a:r>
              <a:rPr lang="en-US" sz="2700" b="1" i="1" dirty="0" err="1">
                <a:solidFill>
                  <a:srgbClr val="7030A0"/>
                </a:solidFill>
                <a:latin typeface="Times New Roman" panose="02020603050405020304" pitchFamily="18" charset="0"/>
                <a:cs typeface="Times New Roman" panose="02020603050405020304" pitchFamily="18" charset="0"/>
              </a:rPr>
              <a:t>lột</a:t>
            </a:r>
            <a:r>
              <a:rPr lang="en-US" sz="2700" b="1" i="1" dirty="0">
                <a:solidFill>
                  <a:srgbClr val="7030A0"/>
                </a:solidFill>
                <a:latin typeface="Times New Roman" panose="02020603050405020304" pitchFamily="18" charset="0"/>
                <a:cs typeface="Times New Roman" panose="02020603050405020304" pitchFamily="18" charset="0"/>
              </a:rPr>
              <a:t> </a:t>
            </a:r>
            <a:r>
              <a:rPr lang="en-US" sz="2700" b="1" i="1" dirty="0" err="1">
                <a:solidFill>
                  <a:srgbClr val="7030A0"/>
                </a:solidFill>
                <a:latin typeface="Times New Roman" panose="02020603050405020304" pitchFamily="18" charset="0"/>
                <a:cs typeface="Times New Roman" panose="02020603050405020304" pitchFamily="18" charset="0"/>
              </a:rPr>
              <a:t>đã</a:t>
            </a:r>
            <a:r>
              <a:rPr lang="en-US" sz="2700" b="1" i="1" dirty="0">
                <a:solidFill>
                  <a:srgbClr val="7030A0"/>
                </a:solidFill>
                <a:latin typeface="Times New Roman" panose="02020603050405020304" pitchFamily="18" charset="0"/>
                <a:cs typeface="Times New Roman" panose="02020603050405020304" pitchFamily="18" charset="0"/>
              </a:rPr>
              <a:t> </a:t>
            </a:r>
            <a:r>
              <a:rPr lang="en-US" sz="2700" b="1" i="1" dirty="0" err="1">
                <a:solidFill>
                  <a:srgbClr val="7030A0"/>
                </a:solidFill>
                <a:latin typeface="Times New Roman" panose="02020603050405020304" pitchFamily="18" charset="0"/>
                <a:cs typeface="Times New Roman" panose="02020603050405020304" pitchFamily="18" charset="0"/>
              </a:rPr>
              <a:t>được</a:t>
            </a:r>
            <a:r>
              <a:rPr lang="en-US" sz="2700" b="1" i="1" dirty="0">
                <a:solidFill>
                  <a:srgbClr val="7030A0"/>
                </a:solidFill>
                <a:latin typeface="Times New Roman" panose="02020603050405020304" pitchFamily="18" charset="0"/>
                <a:cs typeface="Times New Roman" panose="02020603050405020304" pitchFamily="18" charset="0"/>
              </a:rPr>
              <a:t> </a:t>
            </a:r>
            <a:r>
              <a:rPr lang="en-US" sz="2700" b="1" i="1" dirty="0" err="1">
                <a:solidFill>
                  <a:srgbClr val="7030A0"/>
                </a:solidFill>
                <a:latin typeface="Times New Roman" panose="02020603050405020304" pitchFamily="18" charset="0"/>
                <a:cs typeface="Times New Roman" panose="02020603050405020304" pitchFamily="18" charset="0"/>
              </a:rPr>
              <a:t>làm</a:t>
            </a:r>
            <a:r>
              <a:rPr lang="en-US" sz="2700" b="1" i="1" dirty="0">
                <a:solidFill>
                  <a:srgbClr val="7030A0"/>
                </a:solidFill>
                <a:latin typeface="Times New Roman" panose="02020603050405020304" pitchFamily="18" charset="0"/>
                <a:cs typeface="Times New Roman" panose="02020603050405020304" pitchFamily="18" charset="0"/>
              </a:rPr>
              <a:t> </a:t>
            </a:r>
            <a:r>
              <a:rPr lang="en-US" sz="2700" b="1" i="1" dirty="0" err="1">
                <a:solidFill>
                  <a:srgbClr val="7030A0"/>
                </a:solidFill>
                <a:latin typeface="Times New Roman" panose="02020603050405020304" pitchFamily="18" charset="0"/>
                <a:cs typeface="Times New Roman" panose="02020603050405020304" pitchFamily="18" charset="0"/>
              </a:rPr>
              <a:t>rõ</a:t>
            </a:r>
            <a:r>
              <a:rPr lang="en-US" sz="2700" b="1" i="1" dirty="0">
                <a:solidFill>
                  <a:srgbClr val="7030A0"/>
                </a:solidFill>
                <a:latin typeface="Times New Roman" panose="02020603050405020304" pitchFamily="18" charset="0"/>
                <a:cs typeface="Times New Roman" panose="02020603050405020304" pitchFamily="18" charset="0"/>
              </a:rPr>
              <a:t>: </a:t>
            </a:r>
            <a:r>
              <a:rPr lang="en-US" sz="2700" dirty="0" err="1">
                <a:solidFill>
                  <a:srgbClr val="002060"/>
                </a:solidFill>
                <a:latin typeface="Times New Roman" panose="02020603050405020304" pitchFamily="18" charset="0"/>
                <a:cs typeface="Times New Roman" panose="02020603050405020304" pitchFamily="18" charset="0"/>
              </a:rPr>
              <a:t>Quân</a:t>
            </a:r>
            <a:r>
              <a:rPr lang="en-US" sz="2700" dirty="0">
                <a:solidFill>
                  <a:srgbClr val="002060"/>
                </a:solidFill>
                <a:latin typeface="Times New Roman" panose="02020603050405020304" pitchFamily="18" charset="0"/>
                <a:cs typeface="Times New Roman" panose="02020603050405020304" pitchFamily="18" charset="0"/>
              </a:rPr>
              <a:t> </a:t>
            </a:r>
            <a:r>
              <a:rPr lang="en-US" sz="2700" dirty="0" err="1">
                <a:solidFill>
                  <a:srgbClr val="002060"/>
                </a:solidFill>
                <a:latin typeface="Times New Roman" panose="02020603050405020304" pitchFamily="18" charset="0"/>
                <a:cs typeface="Times New Roman" panose="02020603050405020304" pitchFamily="18" charset="0"/>
              </a:rPr>
              <a:t>đội</a:t>
            </a:r>
            <a:r>
              <a:rPr lang="en-US" sz="2700" dirty="0">
                <a:solidFill>
                  <a:srgbClr val="002060"/>
                </a:solidFill>
                <a:latin typeface="Times New Roman" panose="02020603050405020304" pitchFamily="18" charset="0"/>
                <a:cs typeface="Times New Roman" panose="02020603050405020304" pitchFamily="18" charset="0"/>
              </a:rPr>
              <a:t> </a:t>
            </a:r>
            <a:r>
              <a:rPr lang="en-US" sz="2700" dirty="0" err="1">
                <a:solidFill>
                  <a:srgbClr val="002060"/>
                </a:solidFill>
                <a:latin typeface="Times New Roman" panose="02020603050405020304" pitchFamily="18" charset="0"/>
                <a:cs typeface="Times New Roman" panose="02020603050405020304" pitchFamily="18" charset="0"/>
              </a:rPr>
              <a:t>thường</a:t>
            </a:r>
            <a:r>
              <a:rPr lang="en-US" sz="2700" dirty="0">
                <a:solidFill>
                  <a:srgbClr val="002060"/>
                </a:solidFill>
                <a:latin typeface="Times New Roman" panose="02020603050405020304" pitchFamily="18" charset="0"/>
                <a:cs typeface="Times New Roman" panose="02020603050405020304" pitchFamily="18" charset="0"/>
              </a:rPr>
              <a:t> </a:t>
            </a:r>
            <a:r>
              <a:rPr lang="en-US" sz="2700" dirty="0" err="1">
                <a:solidFill>
                  <a:srgbClr val="002060"/>
                </a:solidFill>
                <a:latin typeface="Times New Roman" panose="02020603050405020304" pitchFamily="18" charset="0"/>
                <a:cs typeface="Times New Roman" panose="02020603050405020304" pitchFamily="18" charset="0"/>
              </a:rPr>
              <a:t>trực</a:t>
            </a:r>
            <a:r>
              <a:rPr lang="en-US" sz="2700" dirty="0">
                <a:solidFill>
                  <a:srgbClr val="002060"/>
                </a:solidFill>
                <a:latin typeface="Times New Roman" panose="02020603050405020304" pitchFamily="18" charset="0"/>
                <a:cs typeface="Times New Roman" panose="02020603050405020304" pitchFamily="18" charset="0"/>
              </a:rPr>
              <a:t>, </a:t>
            </a:r>
            <a:r>
              <a:rPr lang="en-US" sz="2700" dirty="0" err="1">
                <a:solidFill>
                  <a:srgbClr val="002060"/>
                </a:solidFill>
                <a:latin typeface="Times New Roman" panose="02020603050405020304" pitchFamily="18" charset="0"/>
                <a:cs typeface="Times New Roman" panose="02020603050405020304" pitchFamily="18" charset="0"/>
              </a:rPr>
              <a:t>cảnh</a:t>
            </a:r>
            <a:r>
              <a:rPr lang="en-US" sz="2700" dirty="0">
                <a:solidFill>
                  <a:srgbClr val="002060"/>
                </a:solidFill>
                <a:latin typeface="Times New Roman" panose="02020603050405020304" pitchFamily="18" charset="0"/>
                <a:cs typeface="Times New Roman" panose="02020603050405020304" pitchFamily="18" charset="0"/>
              </a:rPr>
              <a:t> </a:t>
            </a:r>
            <a:r>
              <a:rPr lang="en-US" sz="2700" dirty="0" err="1">
                <a:solidFill>
                  <a:srgbClr val="002060"/>
                </a:solidFill>
                <a:latin typeface="Times New Roman" panose="02020603050405020304" pitchFamily="18" charset="0"/>
                <a:cs typeface="Times New Roman" panose="02020603050405020304" pitchFamily="18" charset="0"/>
              </a:rPr>
              <a:t>sát</a:t>
            </a:r>
            <a:r>
              <a:rPr lang="en-US" sz="2700" dirty="0">
                <a:solidFill>
                  <a:srgbClr val="002060"/>
                </a:solidFill>
                <a:latin typeface="Times New Roman" panose="02020603050405020304" pitchFamily="18" charset="0"/>
                <a:cs typeface="Times New Roman" panose="02020603050405020304" pitchFamily="18" charset="0"/>
              </a:rPr>
              <a:t>; </a:t>
            </a:r>
            <a:r>
              <a:rPr lang="en-US" sz="2700" dirty="0" err="1">
                <a:solidFill>
                  <a:srgbClr val="002060"/>
                </a:solidFill>
                <a:latin typeface="Times New Roman" panose="02020603050405020304" pitchFamily="18" charset="0"/>
                <a:cs typeface="Times New Roman" panose="02020603050405020304" pitchFamily="18" charset="0"/>
              </a:rPr>
              <a:t>bộ</a:t>
            </a:r>
            <a:r>
              <a:rPr lang="en-US" sz="2700" dirty="0">
                <a:solidFill>
                  <a:srgbClr val="002060"/>
                </a:solidFill>
                <a:latin typeface="Times New Roman" panose="02020603050405020304" pitchFamily="18" charset="0"/>
                <a:cs typeface="Times New Roman" panose="02020603050405020304" pitchFamily="18" charset="0"/>
              </a:rPr>
              <a:t> </a:t>
            </a:r>
            <a:r>
              <a:rPr lang="en-US" sz="2700" dirty="0" err="1">
                <a:solidFill>
                  <a:srgbClr val="002060"/>
                </a:solidFill>
                <a:latin typeface="Times New Roman" panose="02020603050405020304" pitchFamily="18" charset="0"/>
                <a:cs typeface="Times New Roman" panose="02020603050405020304" pitchFamily="18" charset="0"/>
              </a:rPr>
              <a:t>máy</a:t>
            </a:r>
            <a:r>
              <a:rPr lang="en-US" sz="2700" dirty="0">
                <a:solidFill>
                  <a:srgbClr val="002060"/>
                </a:solidFill>
                <a:latin typeface="Times New Roman" panose="02020603050405020304" pitchFamily="18" charset="0"/>
                <a:cs typeface="Times New Roman" panose="02020603050405020304" pitchFamily="18" charset="0"/>
              </a:rPr>
              <a:t> </a:t>
            </a:r>
            <a:r>
              <a:rPr lang="en-US" sz="2700" dirty="0" err="1">
                <a:solidFill>
                  <a:srgbClr val="002060"/>
                </a:solidFill>
                <a:latin typeface="Times New Roman" panose="02020603050405020304" pitchFamily="18" charset="0"/>
                <a:cs typeface="Times New Roman" panose="02020603050405020304" pitchFamily="18" charset="0"/>
              </a:rPr>
              <a:t>quan</a:t>
            </a:r>
            <a:r>
              <a:rPr lang="en-US" sz="2700" dirty="0">
                <a:solidFill>
                  <a:srgbClr val="002060"/>
                </a:solidFill>
                <a:latin typeface="Times New Roman" panose="02020603050405020304" pitchFamily="18" charset="0"/>
                <a:cs typeface="Times New Roman" panose="02020603050405020304" pitchFamily="18" charset="0"/>
              </a:rPr>
              <a:t> </a:t>
            </a:r>
            <a:r>
              <a:rPr lang="en-US" sz="2700" dirty="0" err="1">
                <a:solidFill>
                  <a:srgbClr val="002060"/>
                </a:solidFill>
                <a:latin typeface="Times New Roman" panose="02020603050405020304" pitchFamily="18" charset="0"/>
                <a:cs typeface="Times New Roman" panose="02020603050405020304" pitchFamily="18" charset="0"/>
              </a:rPr>
              <a:t>liêu</a:t>
            </a:r>
            <a:r>
              <a:rPr lang="en-US" sz="2700" dirty="0">
                <a:solidFill>
                  <a:srgbClr val="002060"/>
                </a:solidFill>
                <a:latin typeface="Times New Roman" panose="02020603050405020304" pitchFamily="18" charset="0"/>
                <a:cs typeface="Times New Roman" panose="02020603050405020304" pitchFamily="18" charset="0"/>
              </a:rPr>
              <a:t>, </a:t>
            </a:r>
            <a:r>
              <a:rPr lang="en-US" sz="2700" dirty="0" err="1">
                <a:solidFill>
                  <a:srgbClr val="002060"/>
                </a:solidFill>
                <a:latin typeface="Times New Roman" panose="02020603050405020304" pitchFamily="18" charset="0"/>
                <a:cs typeface="Times New Roman" panose="02020603050405020304" pitchFamily="18" charset="0"/>
              </a:rPr>
              <a:t>giới</a:t>
            </a:r>
            <a:r>
              <a:rPr lang="en-US" sz="2700" dirty="0">
                <a:solidFill>
                  <a:srgbClr val="002060"/>
                </a:solidFill>
                <a:latin typeface="Times New Roman" panose="02020603050405020304" pitchFamily="18" charset="0"/>
                <a:cs typeface="Times New Roman" panose="02020603050405020304" pitchFamily="18" charset="0"/>
              </a:rPr>
              <a:t> </a:t>
            </a:r>
            <a:r>
              <a:rPr lang="en-US" sz="2700" dirty="0" err="1">
                <a:solidFill>
                  <a:srgbClr val="002060"/>
                </a:solidFill>
                <a:latin typeface="Times New Roman" panose="02020603050405020304" pitchFamily="18" charset="0"/>
                <a:cs typeface="Times New Roman" panose="02020603050405020304" pitchFamily="18" charset="0"/>
              </a:rPr>
              <a:t>tu</a:t>
            </a:r>
            <a:r>
              <a:rPr lang="en-US" sz="2700" dirty="0">
                <a:solidFill>
                  <a:srgbClr val="002060"/>
                </a:solidFill>
                <a:latin typeface="Times New Roman" panose="02020603050405020304" pitchFamily="18" charset="0"/>
                <a:cs typeface="Times New Roman" panose="02020603050405020304" pitchFamily="18" charset="0"/>
              </a:rPr>
              <a:t> </a:t>
            </a:r>
            <a:r>
              <a:rPr lang="en-US" sz="2700" dirty="0" err="1">
                <a:solidFill>
                  <a:srgbClr val="002060"/>
                </a:solidFill>
                <a:latin typeface="Times New Roman" panose="02020603050405020304" pitchFamily="18" charset="0"/>
                <a:cs typeface="Times New Roman" panose="02020603050405020304" pitchFamily="18" charset="0"/>
              </a:rPr>
              <a:t>hành</a:t>
            </a:r>
            <a:r>
              <a:rPr lang="en-US" sz="2700" dirty="0">
                <a:solidFill>
                  <a:srgbClr val="002060"/>
                </a:solidFill>
                <a:latin typeface="Times New Roman" panose="02020603050405020304" pitchFamily="18" charset="0"/>
                <a:cs typeface="Times New Roman" panose="02020603050405020304" pitchFamily="18" charset="0"/>
              </a:rPr>
              <a:t>, </a:t>
            </a:r>
            <a:r>
              <a:rPr lang="en-US" sz="2700" dirty="0" err="1">
                <a:solidFill>
                  <a:srgbClr val="002060"/>
                </a:solidFill>
                <a:latin typeface="Times New Roman" panose="02020603050405020304" pitchFamily="18" charset="0"/>
                <a:cs typeface="Times New Roman" panose="02020603050405020304" pitchFamily="18" charset="0"/>
              </a:rPr>
              <a:t>toà</a:t>
            </a:r>
            <a:r>
              <a:rPr lang="en-US" sz="2700" dirty="0">
                <a:solidFill>
                  <a:srgbClr val="002060"/>
                </a:solidFill>
                <a:latin typeface="Times New Roman" panose="02020603050405020304" pitchFamily="18" charset="0"/>
                <a:cs typeface="Times New Roman" panose="02020603050405020304" pitchFamily="18" charset="0"/>
              </a:rPr>
              <a:t> </a:t>
            </a:r>
            <a:r>
              <a:rPr lang="en-US" sz="2700" dirty="0" err="1">
                <a:solidFill>
                  <a:srgbClr val="002060"/>
                </a:solidFill>
                <a:latin typeface="Times New Roman" panose="02020603050405020304" pitchFamily="18" charset="0"/>
                <a:cs typeface="Times New Roman" panose="02020603050405020304" pitchFamily="18" charset="0"/>
              </a:rPr>
              <a:t>án</a:t>
            </a:r>
            <a:r>
              <a:rPr lang="en-US" sz="2700" dirty="0">
                <a:solidFill>
                  <a:srgbClr val="002060"/>
                </a:solidFill>
                <a:latin typeface="Times New Roman" panose="02020603050405020304" pitchFamily="18" charset="0"/>
                <a:cs typeface="Times New Roman" panose="02020603050405020304" pitchFamily="18" charset="0"/>
              </a:rPr>
              <a:t> </a:t>
            </a:r>
            <a:r>
              <a:rPr lang="en-US" sz="2700" dirty="0" err="1">
                <a:solidFill>
                  <a:srgbClr val="002060"/>
                </a:solidFill>
                <a:latin typeface="Times New Roman" panose="02020603050405020304" pitchFamily="18" charset="0"/>
                <a:cs typeface="Times New Roman" panose="02020603050405020304" pitchFamily="18" charset="0"/>
              </a:rPr>
              <a:t>và</a:t>
            </a:r>
            <a:r>
              <a:rPr lang="en-US" sz="2700" dirty="0">
                <a:solidFill>
                  <a:srgbClr val="002060"/>
                </a:solidFill>
                <a:latin typeface="Times New Roman" panose="02020603050405020304" pitchFamily="18" charset="0"/>
                <a:cs typeface="Times New Roman" panose="02020603050405020304" pitchFamily="18" charset="0"/>
              </a:rPr>
              <a:t> </a:t>
            </a:r>
            <a:r>
              <a:rPr lang="en-US" sz="2700" dirty="0" err="1">
                <a:solidFill>
                  <a:srgbClr val="002060"/>
                </a:solidFill>
                <a:latin typeface="Times New Roman" panose="02020603050405020304" pitchFamily="18" charset="0"/>
                <a:cs typeface="Times New Roman" panose="02020603050405020304" pitchFamily="18" charset="0"/>
              </a:rPr>
              <a:t>đẳng</a:t>
            </a:r>
            <a:r>
              <a:rPr lang="en-US" sz="2700" dirty="0">
                <a:solidFill>
                  <a:srgbClr val="002060"/>
                </a:solidFill>
                <a:latin typeface="Times New Roman" panose="02020603050405020304" pitchFamily="18" charset="0"/>
                <a:cs typeface="Times New Roman" panose="02020603050405020304" pitchFamily="18" charset="0"/>
              </a:rPr>
              <a:t> </a:t>
            </a:r>
            <a:r>
              <a:rPr lang="en-US" sz="2700" dirty="0" err="1">
                <a:solidFill>
                  <a:srgbClr val="002060"/>
                </a:solidFill>
                <a:latin typeface="Times New Roman" panose="02020603050405020304" pitchFamily="18" charset="0"/>
                <a:cs typeface="Times New Roman" panose="02020603050405020304" pitchFamily="18" charset="0"/>
              </a:rPr>
              <a:t>cấp</a:t>
            </a:r>
            <a:r>
              <a:rPr lang="en-US" sz="2700" dirty="0">
                <a:solidFill>
                  <a:srgbClr val="002060"/>
                </a:solidFill>
                <a:latin typeface="Times New Roman" panose="02020603050405020304" pitchFamily="18" charset="0"/>
                <a:cs typeface="Times New Roman" panose="02020603050405020304" pitchFamily="18" charset="0"/>
              </a:rPr>
              <a:t> </a:t>
            </a:r>
            <a:r>
              <a:rPr lang="en-US" sz="2700" dirty="0" err="1">
                <a:solidFill>
                  <a:srgbClr val="002060"/>
                </a:solidFill>
                <a:latin typeface="Times New Roman" panose="02020603050405020304" pitchFamily="18" charset="0"/>
                <a:cs typeface="Times New Roman" panose="02020603050405020304" pitchFamily="18" charset="0"/>
              </a:rPr>
              <a:t>quan</a:t>
            </a:r>
            <a:r>
              <a:rPr lang="en-US" sz="2700" dirty="0">
                <a:solidFill>
                  <a:srgbClr val="002060"/>
                </a:solidFill>
                <a:latin typeface="Times New Roman" panose="02020603050405020304" pitchFamily="18" charset="0"/>
                <a:cs typeface="Times New Roman" panose="02020603050405020304" pitchFamily="18" charset="0"/>
              </a:rPr>
              <a:t> </a:t>
            </a:r>
            <a:r>
              <a:rPr lang="en-US" sz="2700" dirty="0" err="1">
                <a:solidFill>
                  <a:srgbClr val="002060"/>
                </a:solidFill>
                <a:latin typeface="Times New Roman" panose="02020603050405020304" pitchFamily="18" charset="0"/>
                <a:cs typeface="Times New Roman" panose="02020603050405020304" pitchFamily="18" charset="0"/>
              </a:rPr>
              <a:t>toà</a:t>
            </a:r>
            <a:r>
              <a:rPr lang="en-US" sz="2700" dirty="0">
                <a:solidFill>
                  <a:srgbClr val="002060"/>
                </a:solidFill>
                <a:latin typeface="Times New Roman" panose="02020603050405020304" pitchFamily="18" charset="0"/>
                <a:cs typeface="Times New Roman" panose="02020603050405020304" pitchFamily="18" charset="0"/>
              </a:rPr>
              <a:t> </a:t>
            </a:r>
            <a:r>
              <a:rPr lang="en-US" sz="2700" dirty="0" err="1">
                <a:solidFill>
                  <a:srgbClr val="002060"/>
                </a:solidFill>
                <a:latin typeface="Times New Roman" panose="02020603050405020304" pitchFamily="18" charset="0"/>
                <a:cs typeface="Times New Roman" panose="02020603050405020304" pitchFamily="18" charset="0"/>
              </a:rPr>
              <a:t>phải</a:t>
            </a:r>
            <a:r>
              <a:rPr lang="en-US" sz="2700" dirty="0">
                <a:solidFill>
                  <a:srgbClr val="002060"/>
                </a:solidFill>
                <a:latin typeface="Times New Roman" panose="02020603050405020304" pitchFamily="18" charset="0"/>
                <a:cs typeface="Times New Roman" panose="02020603050405020304" pitchFamily="18" charset="0"/>
              </a:rPr>
              <a:t> </a:t>
            </a:r>
            <a:r>
              <a:rPr lang="en-US" sz="2700" dirty="0" err="1">
                <a:solidFill>
                  <a:srgbClr val="002060"/>
                </a:solidFill>
                <a:latin typeface="Times New Roman" panose="02020603050405020304" pitchFamily="18" charset="0"/>
                <a:cs typeface="Times New Roman" panose="02020603050405020304" pitchFamily="18" charset="0"/>
              </a:rPr>
              <a:t>được</a:t>
            </a:r>
            <a:r>
              <a:rPr lang="en-US" sz="2700" dirty="0">
                <a:solidFill>
                  <a:srgbClr val="002060"/>
                </a:solidFill>
                <a:latin typeface="Times New Roman" panose="02020603050405020304" pitchFamily="18" charset="0"/>
                <a:cs typeface="Times New Roman" panose="02020603050405020304" pitchFamily="18" charset="0"/>
              </a:rPr>
              <a:t> </a:t>
            </a:r>
            <a:r>
              <a:rPr lang="en-US" sz="2700" dirty="0" err="1">
                <a:solidFill>
                  <a:srgbClr val="002060"/>
                </a:solidFill>
                <a:latin typeface="Times New Roman" panose="02020603050405020304" pitchFamily="18" charset="0"/>
                <a:cs typeface="Times New Roman" panose="02020603050405020304" pitchFamily="18" charset="0"/>
              </a:rPr>
              <a:t>thay</a:t>
            </a:r>
            <a:r>
              <a:rPr lang="en-US" sz="2700" dirty="0">
                <a:solidFill>
                  <a:srgbClr val="002060"/>
                </a:solidFill>
                <a:latin typeface="Times New Roman" panose="02020603050405020304" pitchFamily="18" charset="0"/>
                <a:cs typeface="Times New Roman" panose="02020603050405020304" pitchFamily="18" charset="0"/>
              </a:rPr>
              <a:t> </a:t>
            </a:r>
            <a:r>
              <a:rPr lang="en-US" sz="2700" dirty="0" err="1">
                <a:solidFill>
                  <a:srgbClr val="002060"/>
                </a:solidFill>
                <a:latin typeface="Times New Roman" panose="02020603050405020304" pitchFamily="18" charset="0"/>
                <a:cs typeface="Times New Roman" panose="02020603050405020304" pitchFamily="18" charset="0"/>
              </a:rPr>
              <a:t>thế</a:t>
            </a:r>
            <a:r>
              <a:rPr lang="en-US" sz="2700" dirty="0">
                <a:solidFill>
                  <a:srgbClr val="002060"/>
                </a:solidFill>
                <a:latin typeface="Times New Roman" panose="02020603050405020304" pitchFamily="18" charset="0"/>
                <a:cs typeface="Times New Roman" panose="02020603050405020304" pitchFamily="18" charset="0"/>
              </a:rPr>
              <a:t> </a:t>
            </a:r>
            <a:r>
              <a:rPr lang="en-US" sz="2700" dirty="0" err="1">
                <a:solidFill>
                  <a:srgbClr val="002060"/>
                </a:solidFill>
                <a:latin typeface="Times New Roman" panose="02020603050405020304" pitchFamily="18" charset="0"/>
                <a:cs typeface="Times New Roman" panose="02020603050405020304" pitchFamily="18" charset="0"/>
              </a:rPr>
              <a:t>mới</a:t>
            </a:r>
            <a:r>
              <a:rPr lang="en-US" sz="2700" dirty="0">
                <a:solidFill>
                  <a:srgbClr val="002060"/>
                </a:solidFill>
                <a:latin typeface="Times New Roman" panose="02020603050405020304" pitchFamily="18" charset="0"/>
                <a:cs typeface="Times New Roman" panose="02020603050405020304" pitchFamily="18" charset="0"/>
              </a:rPr>
              <a:t> </a:t>
            </a:r>
            <a:r>
              <a:rPr lang="en-US" sz="2700" dirty="0" err="1">
                <a:solidFill>
                  <a:srgbClr val="002060"/>
                </a:solidFill>
                <a:latin typeface="Times New Roman" panose="02020603050405020304" pitchFamily="18" charset="0"/>
                <a:cs typeface="Times New Roman" panose="02020603050405020304" pitchFamily="18" charset="0"/>
              </a:rPr>
              <a:t>bởi</a:t>
            </a:r>
            <a:r>
              <a:rPr lang="en-US" sz="2700" dirty="0">
                <a:solidFill>
                  <a:srgbClr val="002060"/>
                </a:solidFill>
                <a:latin typeface="Times New Roman" panose="02020603050405020304" pitchFamily="18" charset="0"/>
                <a:cs typeface="Times New Roman" panose="02020603050405020304" pitchFamily="18" charset="0"/>
              </a:rPr>
              <a:t> </a:t>
            </a:r>
            <a:r>
              <a:rPr lang="en-US" sz="2700" dirty="0" err="1">
                <a:solidFill>
                  <a:srgbClr val="002060"/>
                </a:solidFill>
                <a:latin typeface="Times New Roman" panose="02020603050405020304" pitchFamily="18" charset="0"/>
                <a:cs typeface="Times New Roman" panose="02020603050405020304" pitchFamily="18" charset="0"/>
              </a:rPr>
              <a:t>nó</a:t>
            </a:r>
            <a:r>
              <a:rPr lang="en-US" sz="2700" dirty="0">
                <a:solidFill>
                  <a:srgbClr val="002060"/>
                </a:solidFill>
                <a:latin typeface="Times New Roman" panose="02020603050405020304" pitchFamily="18" charset="0"/>
                <a:cs typeface="Times New Roman" panose="02020603050405020304" pitchFamily="18" charset="0"/>
              </a:rPr>
              <a:t> </a:t>
            </a:r>
            <a:r>
              <a:rPr lang="en-US" sz="2700" dirty="0" err="1">
                <a:solidFill>
                  <a:srgbClr val="002060"/>
                </a:solidFill>
                <a:latin typeface="Times New Roman" panose="02020603050405020304" pitchFamily="18" charset="0"/>
                <a:cs typeface="Times New Roman" panose="02020603050405020304" pitchFamily="18" charset="0"/>
              </a:rPr>
              <a:t>đối</a:t>
            </a:r>
            <a:r>
              <a:rPr lang="en-US" sz="2700" dirty="0">
                <a:solidFill>
                  <a:srgbClr val="002060"/>
                </a:solidFill>
                <a:latin typeface="Times New Roman" panose="02020603050405020304" pitchFamily="18" charset="0"/>
                <a:cs typeface="Times New Roman" panose="02020603050405020304" pitchFamily="18" charset="0"/>
              </a:rPr>
              <a:t> </a:t>
            </a:r>
            <a:r>
              <a:rPr lang="en-US" sz="2700" dirty="0" err="1">
                <a:solidFill>
                  <a:srgbClr val="002060"/>
                </a:solidFill>
                <a:latin typeface="Times New Roman" panose="02020603050405020304" pitchFamily="18" charset="0"/>
                <a:cs typeface="Times New Roman" panose="02020603050405020304" pitchFamily="18" charset="0"/>
              </a:rPr>
              <a:t>lập</a:t>
            </a:r>
            <a:r>
              <a:rPr lang="en-US" sz="2700" dirty="0">
                <a:solidFill>
                  <a:srgbClr val="002060"/>
                </a:solidFill>
                <a:latin typeface="Times New Roman" panose="02020603050405020304" pitchFamily="18" charset="0"/>
                <a:cs typeface="Times New Roman" panose="02020603050405020304" pitchFamily="18" charset="0"/>
              </a:rPr>
              <a:t> </a:t>
            </a:r>
            <a:r>
              <a:rPr lang="en-US" sz="2700" dirty="0" err="1">
                <a:solidFill>
                  <a:srgbClr val="002060"/>
                </a:solidFill>
                <a:latin typeface="Times New Roman" panose="02020603050405020304" pitchFamily="18" charset="0"/>
                <a:cs typeface="Times New Roman" panose="02020603050405020304" pitchFamily="18" charset="0"/>
              </a:rPr>
              <a:t>với</a:t>
            </a:r>
            <a:r>
              <a:rPr lang="en-US" sz="2700" dirty="0">
                <a:solidFill>
                  <a:srgbClr val="002060"/>
                </a:solidFill>
                <a:latin typeface="Times New Roman" panose="02020603050405020304" pitchFamily="18" charset="0"/>
                <a:cs typeface="Times New Roman" panose="02020603050405020304" pitchFamily="18" charset="0"/>
              </a:rPr>
              <a:t> NN </a:t>
            </a:r>
            <a:r>
              <a:rPr lang="en-US" sz="2700" dirty="0" err="1">
                <a:solidFill>
                  <a:srgbClr val="002060"/>
                </a:solidFill>
                <a:latin typeface="Times New Roman" panose="02020603050405020304" pitchFamily="18" charset="0"/>
                <a:cs typeface="Times New Roman" panose="02020603050405020304" pitchFamily="18" charset="0"/>
              </a:rPr>
              <a:t>của</a:t>
            </a:r>
            <a:r>
              <a:rPr lang="en-US" sz="2700" dirty="0">
                <a:solidFill>
                  <a:srgbClr val="002060"/>
                </a:solidFill>
                <a:latin typeface="Times New Roman" panose="02020603050405020304" pitchFamily="18" charset="0"/>
                <a:cs typeface="Times New Roman" panose="02020603050405020304" pitchFamily="18" charset="0"/>
              </a:rPr>
              <a:t> GCCN;</a:t>
            </a:r>
          </a:p>
          <a:p>
            <a:pPr algn="just">
              <a:lnSpc>
                <a:spcPts val="3700"/>
              </a:lnSpc>
              <a:spcBef>
                <a:spcPts val="600"/>
              </a:spcBef>
              <a:buFontTx/>
              <a:buChar char="-"/>
              <a:defRPr/>
            </a:pPr>
            <a:r>
              <a:rPr lang="en-US" sz="2700" b="1" i="1" dirty="0" err="1">
                <a:solidFill>
                  <a:srgbClr val="7030A0"/>
                </a:solidFill>
                <a:latin typeface="Times New Roman" panose="02020603050405020304" pitchFamily="18" charset="0"/>
                <a:cs typeface="Times New Roman" panose="02020603050405020304" pitchFamily="18" charset="0"/>
              </a:rPr>
              <a:t>Thiết</a:t>
            </a:r>
            <a:r>
              <a:rPr lang="en-US" sz="2700" b="1" i="1" dirty="0">
                <a:solidFill>
                  <a:srgbClr val="7030A0"/>
                </a:solidFill>
                <a:latin typeface="Times New Roman" panose="02020603050405020304" pitchFamily="18" charset="0"/>
                <a:cs typeface="Times New Roman" panose="02020603050405020304" pitchFamily="18" charset="0"/>
              </a:rPr>
              <a:t> </a:t>
            </a:r>
            <a:r>
              <a:rPr lang="en-US" sz="2700" b="1" i="1" dirty="0" err="1">
                <a:solidFill>
                  <a:srgbClr val="7030A0"/>
                </a:solidFill>
                <a:latin typeface="Times New Roman" panose="02020603050405020304" pitchFamily="18" charset="0"/>
                <a:cs typeface="Times New Roman" panose="02020603050405020304" pitchFamily="18" charset="0"/>
              </a:rPr>
              <a:t>lập</a:t>
            </a:r>
            <a:r>
              <a:rPr lang="en-US" sz="2700" b="1" i="1" dirty="0">
                <a:solidFill>
                  <a:srgbClr val="7030A0"/>
                </a:solidFill>
                <a:latin typeface="Times New Roman" panose="02020603050405020304" pitchFamily="18" charset="0"/>
                <a:cs typeface="Times New Roman" panose="02020603050405020304" pitchFamily="18" charset="0"/>
              </a:rPr>
              <a:t> NN </a:t>
            </a:r>
            <a:r>
              <a:rPr lang="en-US" sz="2700" b="1" i="1" dirty="0" err="1">
                <a:solidFill>
                  <a:srgbClr val="7030A0"/>
                </a:solidFill>
                <a:latin typeface="Times New Roman" panose="02020603050405020304" pitchFamily="18" charset="0"/>
                <a:cs typeface="Times New Roman" panose="02020603050405020304" pitchFamily="18" charset="0"/>
              </a:rPr>
              <a:t>vô</a:t>
            </a:r>
            <a:r>
              <a:rPr lang="en-US" sz="2700" b="1" i="1" dirty="0">
                <a:solidFill>
                  <a:srgbClr val="7030A0"/>
                </a:solidFill>
                <a:latin typeface="Times New Roman" panose="02020603050405020304" pitchFamily="18" charset="0"/>
                <a:cs typeface="Times New Roman" panose="02020603050405020304" pitchFamily="18" charset="0"/>
              </a:rPr>
              <a:t> </a:t>
            </a:r>
            <a:r>
              <a:rPr lang="en-US" sz="2700" b="1" i="1" dirty="0" err="1">
                <a:solidFill>
                  <a:srgbClr val="7030A0"/>
                </a:solidFill>
                <a:latin typeface="Times New Roman" panose="02020603050405020304" pitchFamily="18" charset="0"/>
                <a:cs typeface="Times New Roman" panose="02020603050405020304" pitchFamily="18" charset="0"/>
              </a:rPr>
              <a:t>sản</a:t>
            </a:r>
            <a:r>
              <a:rPr lang="en-US" sz="2700" b="1" dirty="0">
                <a:solidFill>
                  <a:srgbClr val="002060"/>
                </a:solidFill>
                <a:latin typeface="Times New Roman" panose="02020603050405020304" pitchFamily="18" charset="0"/>
                <a:cs typeface="Times New Roman" panose="02020603050405020304" pitchFamily="18" charset="0"/>
              </a:rPr>
              <a:t> </a:t>
            </a:r>
            <a:r>
              <a:rPr lang="en-US" sz="2700" dirty="0" err="1">
                <a:solidFill>
                  <a:srgbClr val="002060"/>
                </a:solidFill>
                <a:latin typeface="Times New Roman" panose="02020603050405020304" pitchFamily="18" charset="0"/>
                <a:cs typeface="Times New Roman" panose="02020603050405020304" pitchFamily="18" charset="0"/>
              </a:rPr>
              <a:t>theo</a:t>
            </a:r>
            <a:r>
              <a:rPr lang="en-US" sz="2700" dirty="0">
                <a:solidFill>
                  <a:srgbClr val="002060"/>
                </a:solidFill>
                <a:latin typeface="Times New Roman" panose="02020603050405020304" pitchFamily="18" charset="0"/>
                <a:cs typeface="Times New Roman" panose="02020603050405020304" pitchFamily="18" charset="0"/>
              </a:rPr>
              <a:t> </a:t>
            </a:r>
            <a:r>
              <a:rPr lang="en-US" sz="2700" dirty="0" err="1">
                <a:solidFill>
                  <a:srgbClr val="002060"/>
                </a:solidFill>
                <a:latin typeface="Times New Roman" panose="02020603050405020304" pitchFamily="18" charset="0"/>
                <a:cs typeface="Times New Roman" panose="02020603050405020304" pitchFamily="18" charset="0"/>
              </a:rPr>
              <a:t>hình</a:t>
            </a:r>
            <a:r>
              <a:rPr lang="en-US" sz="2700" dirty="0">
                <a:solidFill>
                  <a:srgbClr val="002060"/>
                </a:solidFill>
                <a:latin typeface="Times New Roman" panose="02020603050405020304" pitchFamily="18" charset="0"/>
                <a:cs typeface="Times New Roman" panose="02020603050405020304" pitchFamily="18" charset="0"/>
              </a:rPr>
              <a:t> </a:t>
            </a:r>
            <a:r>
              <a:rPr lang="en-US" sz="2700" dirty="0" err="1">
                <a:solidFill>
                  <a:srgbClr val="002060"/>
                </a:solidFill>
                <a:latin typeface="Times New Roman" panose="02020603050405020304" pitchFamily="18" charset="0"/>
                <a:cs typeface="Times New Roman" panose="02020603050405020304" pitchFamily="18" charset="0"/>
              </a:rPr>
              <a:t>thức</a:t>
            </a:r>
            <a:r>
              <a:rPr lang="en-US" sz="2700" dirty="0">
                <a:solidFill>
                  <a:srgbClr val="002060"/>
                </a:solidFill>
                <a:latin typeface="Times New Roman" panose="02020603050405020304" pitchFamily="18" charset="0"/>
                <a:cs typeface="Times New Roman" panose="02020603050405020304" pitchFamily="18" charset="0"/>
              </a:rPr>
              <a:t> </a:t>
            </a:r>
            <a:r>
              <a:rPr lang="en-US" sz="2700" dirty="0" err="1">
                <a:solidFill>
                  <a:srgbClr val="002060"/>
                </a:solidFill>
                <a:latin typeface="Times New Roman" panose="02020603050405020304" pitchFamily="18" charset="0"/>
                <a:cs typeface="Times New Roman" panose="02020603050405020304" pitchFamily="18" charset="0"/>
              </a:rPr>
              <a:t>phổ</a:t>
            </a:r>
            <a:r>
              <a:rPr lang="en-US" sz="2700" dirty="0">
                <a:solidFill>
                  <a:srgbClr val="002060"/>
                </a:solidFill>
                <a:latin typeface="Times New Roman" panose="02020603050405020304" pitchFamily="18" charset="0"/>
                <a:cs typeface="Times New Roman" panose="02020603050405020304" pitchFamily="18" charset="0"/>
              </a:rPr>
              <a:t> </a:t>
            </a:r>
            <a:r>
              <a:rPr lang="en-US" sz="2700" dirty="0" err="1">
                <a:solidFill>
                  <a:srgbClr val="002060"/>
                </a:solidFill>
                <a:latin typeface="Times New Roman" panose="02020603050405020304" pitchFamily="18" charset="0"/>
                <a:cs typeface="Times New Roman" panose="02020603050405020304" pitchFamily="18" charset="0"/>
              </a:rPr>
              <a:t>thông</a:t>
            </a:r>
            <a:r>
              <a:rPr lang="en-US" sz="2700" dirty="0">
                <a:solidFill>
                  <a:srgbClr val="002060"/>
                </a:solidFill>
                <a:latin typeface="Times New Roman" panose="02020603050405020304" pitchFamily="18" charset="0"/>
                <a:cs typeface="Times New Roman" panose="02020603050405020304" pitchFamily="18" charset="0"/>
              </a:rPr>
              <a:t> </a:t>
            </a:r>
            <a:r>
              <a:rPr lang="en-US" sz="2700" dirty="0" err="1">
                <a:solidFill>
                  <a:srgbClr val="002060"/>
                </a:solidFill>
                <a:latin typeface="Times New Roman" panose="02020603050405020304" pitchFamily="18" charset="0"/>
                <a:cs typeface="Times New Roman" panose="02020603050405020304" pitchFamily="18" charset="0"/>
              </a:rPr>
              <a:t>đầu</a:t>
            </a:r>
            <a:r>
              <a:rPr lang="en-US" sz="2700" dirty="0">
                <a:solidFill>
                  <a:srgbClr val="002060"/>
                </a:solidFill>
                <a:latin typeface="Times New Roman" panose="02020603050405020304" pitchFamily="18" charset="0"/>
                <a:cs typeface="Times New Roman" panose="02020603050405020304" pitchFamily="18" charset="0"/>
              </a:rPr>
              <a:t> </a:t>
            </a:r>
            <a:r>
              <a:rPr lang="en-US" sz="2700" dirty="0" err="1">
                <a:solidFill>
                  <a:srgbClr val="002060"/>
                </a:solidFill>
                <a:latin typeface="Times New Roman" panose="02020603050405020304" pitchFamily="18" charset="0"/>
                <a:cs typeface="Times New Roman" panose="02020603050405020304" pitchFamily="18" charset="0"/>
              </a:rPr>
              <a:t>phiếu</a:t>
            </a:r>
            <a:r>
              <a:rPr lang="en-US" sz="2700" dirty="0">
                <a:solidFill>
                  <a:srgbClr val="002060"/>
                </a:solidFill>
                <a:latin typeface="Times New Roman" panose="02020603050405020304" pitchFamily="18" charset="0"/>
                <a:cs typeface="Times New Roman" panose="02020603050405020304" pitchFamily="18" charset="0"/>
              </a:rPr>
              <a:t> </a:t>
            </a:r>
            <a:r>
              <a:rPr lang="en-US" sz="2700" dirty="0" err="1">
                <a:solidFill>
                  <a:srgbClr val="002060"/>
                </a:solidFill>
                <a:latin typeface="Times New Roman" panose="02020603050405020304" pitchFamily="18" charset="0"/>
                <a:cs typeface="Times New Roman" panose="02020603050405020304" pitchFamily="18" charset="0"/>
              </a:rPr>
              <a:t>bầu</a:t>
            </a:r>
            <a:r>
              <a:rPr lang="en-US" sz="2700" dirty="0">
                <a:solidFill>
                  <a:srgbClr val="002060"/>
                </a:solidFill>
                <a:latin typeface="Times New Roman" panose="02020603050405020304" pitchFamily="18" charset="0"/>
                <a:cs typeface="Times New Roman" panose="02020603050405020304" pitchFamily="18" charset="0"/>
              </a:rPr>
              <a:t> </a:t>
            </a:r>
            <a:r>
              <a:rPr lang="en-US" sz="2700" dirty="0" err="1">
                <a:solidFill>
                  <a:srgbClr val="002060"/>
                </a:solidFill>
                <a:latin typeface="Times New Roman" panose="02020603050405020304" pitchFamily="18" charset="0"/>
                <a:cs typeface="Times New Roman" panose="02020603050405020304" pitchFamily="18" charset="0"/>
              </a:rPr>
              <a:t>những</a:t>
            </a:r>
            <a:r>
              <a:rPr lang="en-US" sz="2700" dirty="0">
                <a:solidFill>
                  <a:srgbClr val="002060"/>
                </a:solidFill>
                <a:latin typeface="Times New Roman" panose="02020603050405020304" pitchFamily="18" charset="0"/>
                <a:cs typeface="Times New Roman" panose="02020603050405020304" pitchFamily="18" charset="0"/>
              </a:rPr>
              <a:t> </a:t>
            </a:r>
            <a:r>
              <a:rPr lang="en-US" sz="2700" dirty="0" err="1">
                <a:solidFill>
                  <a:srgbClr val="002060"/>
                </a:solidFill>
                <a:latin typeface="Times New Roman" panose="02020603050405020304" pitchFamily="18" charset="0"/>
                <a:cs typeface="Times New Roman" panose="02020603050405020304" pitchFamily="18" charset="0"/>
              </a:rPr>
              <a:t>đại</a:t>
            </a:r>
            <a:r>
              <a:rPr lang="en-US" sz="2700" dirty="0">
                <a:solidFill>
                  <a:srgbClr val="002060"/>
                </a:solidFill>
                <a:latin typeface="Times New Roman" panose="02020603050405020304" pitchFamily="18" charset="0"/>
                <a:cs typeface="Times New Roman" panose="02020603050405020304" pitchFamily="18" charset="0"/>
              </a:rPr>
              <a:t> </a:t>
            </a:r>
            <a:r>
              <a:rPr lang="en-US" sz="2700" dirty="0" err="1">
                <a:solidFill>
                  <a:srgbClr val="002060"/>
                </a:solidFill>
                <a:latin typeface="Times New Roman" panose="02020603050405020304" pitchFamily="18" charset="0"/>
                <a:cs typeface="Times New Roman" panose="02020603050405020304" pitchFamily="18" charset="0"/>
              </a:rPr>
              <a:t>diện</a:t>
            </a:r>
            <a:r>
              <a:rPr lang="en-US" sz="2700" dirty="0">
                <a:solidFill>
                  <a:srgbClr val="002060"/>
                </a:solidFill>
                <a:latin typeface="Times New Roman" panose="02020603050405020304" pitchFamily="18" charset="0"/>
                <a:cs typeface="Times New Roman" panose="02020603050405020304" pitchFamily="18" charset="0"/>
              </a:rPr>
              <a:t> </a:t>
            </a:r>
            <a:r>
              <a:rPr lang="en-US" sz="2700" dirty="0" err="1">
                <a:solidFill>
                  <a:srgbClr val="002060"/>
                </a:solidFill>
                <a:latin typeface="Times New Roman" panose="02020603050405020304" pitchFamily="18" charset="0"/>
                <a:cs typeface="Times New Roman" panose="02020603050405020304" pitchFamily="18" charset="0"/>
              </a:rPr>
              <a:t>tiêu</a:t>
            </a:r>
            <a:r>
              <a:rPr lang="en-US" sz="2700" dirty="0">
                <a:solidFill>
                  <a:srgbClr val="002060"/>
                </a:solidFill>
                <a:latin typeface="Times New Roman" panose="02020603050405020304" pitchFamily="18" charset="0"/>
                <a:cs typeface="Times New Roman" panose="02020603050405020304" pitchFamily="18" charset="0"/>
              </a:rPr>
              <a:t> </a:t>
            </a:r>
            <a:r>
              <a:rPr lang="en-US" sz="2700" dirty="0" err="1">
                <a:solidFill>
                  <a:srgbClr val="002060"/>
                </a:solidFill>
                <a:latin typeface="Times New Roman" panose="02020603050405020304" pitchFamily="18" charset="0"/>
                <a:cs typeface="Times New Roman" panose="02020603050405020304" pitchFamily="18" charset="0"/>
              </a:rPr>
              <a:t>biểu</a:t>
            </a:r>
            <a:r>
              <a:rPr lang="en-US" sz="2700" dirty="0">
                <a:solidFill>
                  <a:srgbClr val="002060"/>
                </a:solidFill>
                <a:latin typeface="Times New Roman" panose="02020603050405020304" pitchFamily="18" charset="0"/>
                <a:cs typeface="Times New Roman" panose="02020603050405020304" pitchFamily="18" charset="0"/>
              </a:rPr>
              <a:t> </a:t>
            </a:r>
            <a:r>
              <a:rPr lang="en-US" sz="2700" dirty="0" err="1">
                <a:solidFill>
                  <a:srgbClr val="002060"/>
                </a:solidFill>
                <a:latin typeface="Times New Roman" panose="02020603050405020304" pitchFamily="18" charset="0"/>
                <a:cs typeface="Times New Roman" panose="02020603050405020304" pitchFamily="18" charset="0"/>
              </a:rPr>
              <a:t>của</a:t>
            </a:r>
            <a:r>
              <a:rPr lang="en-US" sz="2700" dirty="0">
                <a:solidFill>
                  <a:srgbClr val="002060"/>
                </a:solidFill>
                <a:latin typeface="Times New Roman" panose="02020603050405020304" pitchFamily="18" charset="0"/>
                <a:cs typeface="Times New Roman" panose="02020603050405020304" pitchFamily="18" charset="0"/>
              </a:rPr>
              <a:t> GCCN </a:t>
            </a:r>
            <a:r>
              <a:rPr lang="en-US" sz="2700" dirty="0" err="1">
                <a:solidFill>
                  <a:srgbClr val="002060"/>
                </a:solidFill>
                <a:latin typeface="Times New Roman" panose="02020603050405020304" pitchFamily="18" charset="0"/>
                <a:cs typeface="Times New Roman" panose="02020603050405020304" pitchFamily="18" charset="0"/>
              </a:rPr>
              <a:t>và</a:t>
            </a:r>
            <a:r>
              <a:rPr lang="en-US" sz="2700" dirty="0">
                <a:solidFill>
                  <a:srgbClr val="002060"/>
                </a:solidFill>
                <a:latin typeface="Times New Roman" panose="02020603050405020304" pitchFamily="18" charset="0"/>
                <a:cs typeface="Times New Roman" panose="02020603050405020304" pitchFamily="18" charset="0"/>
              </a:rPr>
              <a:t> </a:t>
            </a:r>
            <a:r>
              <a:rPr lang="en-US" sz="2700" dirty="0" err="1">
                <a:solidFill>
                  <a:srgbClr val="002060"/>
                </a:solidFill>
                <a:latin typeface="Times New Roman" panose="02020603050405020304" pitchFamily="18" charset="0"/>
                <a:cs typeface="Times New Roman" panose="02020603050405020304" pitchFamily="18" charset="0"/>
              </a:rPr>
              <a:t>của</a:t>
            </a:r>
            <a:r>
              <a:rPr lang="en-US" sz="2700" dirty="0">
                <a:solidFill>
                  <a:srgbClr val="002060"/>
                </a:solidFill>
                <a:latin typeface="Times New Roman" panose="02020603050405020304" pitchFamily="18" charset="0"/>
                <a:cs typeface="Times New Roman" panose="02020603050405020304" pitchFamily="18" charset="0"/>
              </a:rPr>
              <a:t> </a:t>
            </a:r>
            <a:r>
              <a:rPr lang="en-US" sz="2700" dirty="0" err="1">
                <a:solidFill>
                  <a:srgbClr val="002060"/>
                </a:solidFill>
                <a:latin typeface="Times New Roman" panose="02020603050405020304" pitchFamily="18" charset="0"/>
                <a:cs typeface="Times New Roman" panose="02020603050405020304" pitchFamily="18" charset="0"/>
              </a:rPr>
              <a:t>các</a:t>
            </a:r>
            <a:r>
              <a:rPr lang="en-US" sz="2700" dirty="0">
                <a:solidFill>
                  <a:srgbClr val="002060"/>
                </a:solidFill>
                <a:latin typeface="Times New Roman" panose="02020603050405020304" pitchFamily="18" charset="0"/>
                <a:cs typeface="Times New Roman" panose="02020603050405020304" pitchFamily="18" charset="0"/>
              </a:rPr>
              <a:t> GC </a:t>
            </a:r>
            <a:r>
              <a:rPr lang="en-US" sz="2700" dirty="0" err="1">
                <a:solidFill>
                  <a:srgbClr val="002060"/>
                </a:solidFill>
                <a:latin typeface="Times New Roman" panose="02020603050405020304" pitchFamily="18" charset="0"/>
                <a:cs typeface="Times New Roman" panose="02020603050405020304" pitchFamily="18" charset="0"/>
              </a:rPr>
              <a:t>khác</a:t>
            </a:r>
            <a:r>
              <a:rPr lang="en-US" sz="2700" dirty="0">
                <a:solidFill>
                  <a:srgbClr val="002060"/>
                </a:solidFill>
                <a:latin typeface="Times New Roman" panose="02020603050405020304" pitchFamily="18" charset="0"/>
                <a:cs typeface="Times New Roman" panose="02020603050405020304" pitchFamily="18" charset="0"/>
              </a:rPr>
              <a:t>, </a:t>
            </a:r>
            <a:r>
              <a:rPr lang="en-US" sz="2700" dirty="0" err="1">
                <a:solidFill>
                  <a:srgbClr val="002060"/>
                </a:solidFill>
                <a:latin typeface="Times New Roman" panose="02020603050405020304" pitchFamily="18" charset="0"/>
                <a:cs typeface="Times New Roman" panose="02020603050405020304" pitchFamily="18" charset="0"/>
              </a:rPr>
              <a:t>họ</a:t>
            </a:r>
            <a:r>
              <a:rPr lang="en-US" sz="2700" dirty="0">
                <a:solidFill>
                  <a:srgbClr val="002060"/>
                </a:solidFill>
                <a:latin typeface="Times New Roman" panose="02020603050405020304" pitchFamily="18" charset="0"/>
                <a:cs typeface="Times New Roman" panose="02020603050405020304" pitchFamily="18" charset="0"/>
              </a:rPr>
              <a:t> </a:t>
            </a:r>
            <a:r>
              <a:rPr lang="en-US" sz="2700" dirty="0" err="1">
                <a:solidFill>
                  <a:srgbClr val="002060"/>
                </a:solidFill>
                <a:latin typeface="Times New Roman" panose="02020603050405020304" pitchFamily="18" charset="0"/>
                <a:cs typeface="Times New Roman" panose="02020603050405020304" pitchFamily="18" charset="0"/>
              </a:rPr>
              <a:t>cũng</a:t>
            </a:r>
            <a:r>
              <a:rPr lang="en-US" sz="2700" dirty="0">
                <a:solidFill>
                  <a:srgbClr val="002060"/>
                </a:solidFill>
                <a:latin typeface="Times New Roman" panose="02020603050405020304" pitchFamily="18" charset="0"/>
                <a:cs typeface="Times New Roman" panose="02020603050405020304" pitchFamily="18" charset="0"/>
              </a:rPr>
              <a:t> </a:t>
            </a:r>
            <a:r>
              <a:rPr lang="en-US" sz="2700" dirty="0" err="1">
                <a:solidFill>
                  <a:srgbClr val="002060"/>
                </a:solidFill>
                <a:latin typeface="Times New Roman" panose="02020603050405020304" pitchFamily="18" charset="0"/>
                <a:cs typeface="Times New Roman" panose="02020603050405020304" pitchFamily="18" charset="0"/>
              </a:rPr>
              <a:t>bị</a:t>
            </a:r>
            <a:r>
              <a:rPr lang="en-US" sz="2700" dirty="0">
                <a:solidFill>
                  <a:srgbClr val="002060"/>
                </a:solidFill>
                <a:latin typeface="Times New Roman" panose="02020603050405020304" pitchFamily="18" charset="0"/>
                <a:cs typeface="Times New Roman" panose="02020603050405020304" pitchFamily="18" charset="0"/>
              </a:rPr>
              <a:t> </a:t>
            </a:r>
            <a:r>
              <a:rPr lang="en-US" sz="2700" dirty="0" err="1">
                <a:solidFill>
                  <a:srgbClr val="002060"/>
                </a:solidFill>
                <a:latin typeface="Times New Roman" panose="02020603050405020304" pitchFamily="18" charset="0"/>
                <a:cs typeface="Times New Roman" panose="02020603050405020304" pitchFamily="18" charset="0"/>
              </a:rPr>
              <a:t>bãi</a:t>
            </a:r>
            <a:r>
              <a:rPr lang="en-US" sz="2700" dirty="0">
                <a:solidFill>
                  <a:srgbClr val="002060"/>
                </a:solidFill>
                <a:latin typeface="Times New Roman" panose="02020603050405020304" pitchFamily="18" charset="0"/>
                <a:cs typeface="Times New Roman" panose="02020603050405020304" pitchFamily="18" charset="0"/>
              </a:rPr>
              <a:t> </a:t>
            </a:r>
            <a:r>
              <a:rPr lang="en-US" sz="2700" dirty="0" err="1">
                <a:solidFill>
                  <a:srgbClr val="002060"/>
                </a:solidFill>
                <a:latin typeface="Times New Roman" panose="02020603050405020304" pitchFamily="18" charset="0"/>
                <a:cs typeface="Times New Roman" panose="02020603050405020304" pitchFamily="18" charset="0"/>
              </a:rPr>
              <a:t>miễn</a:t>
            </a:r>
            <a:r>
              <a:rPr lang="en-US" sz="2700" dirty="0">
                <a:solidFill>
                  <a:srgbClr val="002060"/>
                </a:solidFill>
                <a:latin typeface="Times New Roman" panose="02020603050405020304" pitchFamily="18" charset="0"/>
                <a:cs typeface="Times New Roman" panose="02020603050405020304" pitchFamily="18" charset="0"/>
              </a:rPr>
              <a:t> </a:t>
            </a:r>
            <a:r>
              <a:rPr lang="en-US" sz="2700" dirty="0" err="1">
                <a:solidFill>
                  <a:srgbClr val="002060"/>
                </a:solidFill>
                <a:latin typeface="Times New Roman" panose="02020603050405020304" pitchFamily="18" charset="0"/>
                <a:cs typeface="Times New Roman" panose="02020603050405020304" pitchFamily="18" charset="0"/>
              </a:rPr>
              <a:t>nếu</a:t>
            </a:r>
            <a:r>
              <a:rPr lang="en-US" sz="2700" dirty="0">
                <a:solidFill>
                  <a:srgbClr val="002060"/>
                </a:solidFill>
                <a:latin typeface="Times New Roman" panose="02020603050405020304" pitchFamily="18" charset="0"/>
                <a:cs typeface="Times New Roman" panose="02020603050405020304" pitchFamily="18" charset="0"/>
              </a:rPr>
              <a:t> </a:t>
            </a:r>
            <a:r>
              <a:rPr lang="en-US" sz="2700" dirty="0" err="1">
                <a:solidFill>
                  <a:srgbClr val="002060"/>
                </a:solidFill>
                <a:latin typeface="Times New Roman" panose="02020603050405020304" pitchFamily="18" charset="0"/>
                <a:cs typeface="Times New Roman" panose="02020603050405020304" pitchFamily="18" charset="0"/>
              </a:rPr>
              <a:t>tỏ</a:t>
            </a:r>
            <a:r>
              <a:rPr lang="en-US" sz="2700" dirty="0">
                <a:solidFill>
                  <a:srgbClr val="002060"/>
                </a:solidFill>
                <a:latin typeface="Times New Roman" panose="02020603050405020304" pitchFamily="18" charset="0"/>
                <a:cs typeface="Times New Roman" panose="02020603050405020304" pitchFamily="18" charset="0"/>
              </a:rPr>
              <a:t> </a:t>
            </a:r>
            <a:r>
              <a:rPr lang="en-US" sz="2700" dirty="0" err="1">
                <a:solidFill>
                  <a:srgbClr val="002060"/>
                </a:solidFill>
                <a:latin typeface="Times New Roman" panose="02020603050405020304" pitchFamily="18" charset="0"/>
                <a:cs typeface="Times New Roman" panose="02020603050405020304" pitchFamily="18" charset="0"/>
              </a:rPr>
              <a:t>ra</a:t>
            </a:r>
            <a:r>
              <a:rPr lang="en-US" sz="2700" dirty="0">
                <a:solidFill>
                  <a:srgbClr val="002060"/>
                </a:solidFill>
                <a:latin typeface="Times New Roman" panose="02020603050405020304" pitchFamily="18" charset="0"/>
                <a:cs typeface="Times New Roman" panose="02020603050405020304" pitchFamily="18" charset="0"/>
              </a:rPr>
              <a:t> </a:t>
            </a:r>
            <a:r>
              <a:rPr lang="en-US" sz="2700" dirty="0" err="1">
                <a:solidFill>
                  <a:srgbClr val="002060"/>
                </a:solidFill>
                <a:latin typeface="Times New Roman" panose="02020603050405020304" pitchFamily="18" charset="0"/>
                <a:cs typeface="Times New Roman" panose="02020603050405020304" pitchFamily="18" charset="0"/>
              </a:rPr>
              <a:t>không</a:t>
            </a:r>
            <a:r>
              <a:rPr lang="en-US" sz="2700" dirty="0">
                <a:solidFill>
                  <a:srgbClr val="002060"/>
                </a:solidFill>
                <a:latin typeface="Times New Roman" panose="02020603050405020304" pitchFamily="18" charset="0"/>
                <a:cs typeface="Times New Roman" panose="02020603050405020304" pitchFamily="18" charset="0"/>
              </a:rPr>
              <a:t> </a:t>
            </a:r>
            <a:r>
              <a:rPr lang="en-US" sz="2700" dirty="0" err="1">
                <a:solidFill>
                  <a:srgbClr val="002060"/>
                </a:solidFill>
                <a:latin typeface="Times New Roman" panose="02020603050405020304" pitchFamily="18" charset="0"/>
                <a:cs typeface="Times New Roman" panose="02020603050405020304" pitchFamily="18" charset="0"/>
              </a:rPr>
              <a:t>xứng</a:t>
            </a:r>
            <a:r>
              <a:rPr lang="en-US" sz="2700" dirty="0">
                <a:solidFill>
                  <a:srgbClr val="002060"/>
                </a:solidFill>
                <a:latin typeface="Times New Roman" panose="02020603050405020304" pitchFamily="18" charset="0"/>
                <a:cs typeface="Times New Roman" panose="02020603050405020304" pitchFamily="18" charset="0"/>
              </a:rPr>
              <a:t> </a:t>
            </a:r>
            <a:r>
              <a:rPr lang="en-US" sz="2700" dirty="0" err="1">
                <a:solidFill>
                  <a:srgbClr val="002060"/>
                </a:solidFill>
                <a:latin typeface="Times New Roman" panose="02020603050405020304" pitchFamily="18" charset="0"/>
                <a:cs typeface="Times New Roman" panose="02020603050405020304" pitchFamily="18" charset="0"/>
              </a:rPr>
              <a:t>đáng</a:t>
            </a:r>
            <a:r>
              <a:rPr lang="en-US" sz="2700" dirty="0">
                <a:solidFill>
                  <a:srgbClr val="002060"/>
                </a:solidFill>
                <a:latin typeface="Times New Roman" panose="02020603050405020304" pitchFamily="18" charset="0"/>
                <a:cs typeface="Times New Roman" panose="02020603050405020304" pitchFamily="18" charset="0"/>
              </a:rPr>
              <a:t>, </a:t>
            </a:r>
            <a:r>
              <a:rPr lang="en-US" sz="2700" dirty="0" err="1">
                <a:solidFill>
                  <a:srgbClr val="002060"/>
                </a:solidFill>
                <a:latin typeface="Times New Roman" panose="02020603050405020304" pitchFamily="18" charset="0"/>
                <a:cs typeface="Times New Roman" panose="02020603050405020304" pitchFamily="18" charset="0"/>
              </a:rPr>
              <a:t>họ</a:t>
            </a:r>
            <a:r>
              <a:rPr lang="en-US" sz="2700" dirty="0">
                <a:solidFill>
                  <a:srgbClr val="002060"/>
                </a:solidFill>
                <a:latin typeface="Times New Roman" panose="02020603050405020304" pitchFamily="18" charset="0"/>
                <a:cs typeface="Times New Roman" panose="02020603050405020304" pitchFamily="18" charset="0"/>
              </a:rPr>
              <a:t> </a:t>
            </a:r>
            <a:r>
              <a:rPr lang="en-US" sz="2700" dirty="0" err="1">
                <a:solidFill>
                  <a:srgbClr val="002060"/>
                </a:solidFill>
                <a:latin typeface="Times New Roman" panose="02020603050405020304" pitchFamily="18" charset="0"/>
                <a:cs typeface="Times New Roman" panose="02020603050405020304" pitchFamily="18" charset="0"/>
              </a:rPr>
              <a:t>không</a:t>
            </a:r>
            <a:r>
              <a:rPr lang="en-US" sz="2700" dirty="0">
                <a:solidFill>
                  <a:srgbClr val="002060"/>
                </a:solidFill>
                <a:latin typeface="Times New Roman" panose="02020603050405020304" pitchFamily="18" charset="0"/>
                <a:cs typeface="Times New Roman" panose="02020603050405020304" pitchFamily="18" charset="0"/>
              </a:rPr>
              <a:t> </a:t>
            </a:r>
            <a:r>
              <a:rPr lang="en-US" sz="2700" dirty="0" err="1">
                <a:solidFill>
                  <a:srgbClr val="002060"/>
                </a:solidFill>
                <a:latin typeface="Times New Roman" panose="02020603050405020304" pitchFamily="18" charset="0"/>
                <a:cs typeface="Times New Roman" panose="02020603050405020304" pitchFamily="18" charset="0"/>
              </a:rPr>
              <a:t>có</a:t>
            </a:r>
            <a:r>
              <a:rPr lang="en-US" sz="2700" dirty="0">
                <a:solidFill>
                  <a:srgbClr val="002060"/>
                </a:solidFill>
                <a:latin typeface="Times New Roman" panose="02020603050405020304" pitchFamily="18" charset="0"/>
                <a:cs typeface="Times New Roman" panose="02020603050405020304" pitchFamily="18" charset="0"/>
              </a:rPr>
              <a:t> </a:t>
            </a:r>
            <a:r>
              <a:rPr lang="en-US" sz="2700" dirty="0" err="1">
                <a:solidFill>
                  <a:srgbClr val="002060"/>
                </a:solidFill>
                <a:latin typeface="Times New Roman" panose="02020603050405020304" pitchFamily="18" charset="0"/>
                <a:cs typeface="Times New Roman" panose="02020603050405020304" pitchFamily="18" charset="0"/>
              </a:rPr>
              <a:t>đặc</a:t>
            </a:r>
            <a:r>
              <a:rPr lang="en-US" sz="2700" dirty="0">
                <a:solidFill>
                  <a:srgbClr val="002060"/>
                </a:solidFill>
                <a:latin typeface="Times New Roman" panose="02020603050405020304" pitchFamily="18" charset="0"/>
                <a:cs typeface="Times New Roman" panose="02020603050405020304" pitchFamily="18" charset="0"/>
              </a:rPr>
              <a:t> </a:t>
            </a:r>
            <a:r>
              <a:rPr lang="en-US" sz="2700" dirty="0" err="1">
                <a:solidFill>
                  <a:srgbClr val="002060"/>
                </a:solidFill>
                <a:latin typeface="Times New Roman" panose="02020603050405020304" pitchFamily="18" charset="0"/>
                <a:cs typeface="Times New Roman" panose="02020603050405020304" pitchFamily="18" charset="0"/>
              </a:rPr>
              <a:t>quyền</a:t>
            </a:r>
            <a:r>
              <a:rPr lang="en-US" sz="2700" dirty="0">
                <a:solidFill>
                  <a:srgbClr val="002060"/>
                </a:solidFill>
                <a:latin typeface="Times New Roman" panose="02020603050405020304" pitchFamily="18" charset="0"/>
                <a:cs typeface="Times New Roman" panose="02020603050405020304" pitchFamily="18" charset="0"/>
              </a:rPr>
              <a:t>, </a:t>
            </a:r>
            <a:r>
              <a:rPr lang="en-US" sz="2700" dirty="0" err="1">
                <a:solidFill>
                  <a:srgbClr val="002060"/>
                </a:solidFill>
                <a:latin typeface="Times New Roman" panose="02020603050405020304" pitchFamily="18" charset="0"/>
                <a:cs typeface="Times New Roman" panose="02020603050405020304" pitchFamily="18" charset="0"/>
              </a:rPr>
              <a:t>đặc</a:t>
            </a:r>
            <a:r>
              <a:rPr lang="en-US" sz="2700" dirty="0">
                <a:solidFill>
                  <a:srgbClr val="002060"/>
                </a:solidFill>
                <a:latin typeface="Times New Roman" panose="02020603050405020304" pitchFamily="18" charset="0"/>
                <a:cs typeface="Times New Roman" panose="02020603050405020304" pitchFamily="18" charset="0"/>
              </a:rPr>
              <a:t> </a:t>
            </a:r>
            <a:r>
              <a:rPr lang="en-US" sz="2700" dirty="0" err="1">
                <a:solidFill>
                  <a:srgbClr val="002060"/>
                </a:solidFill>
                <a:latin typeface="Times New Roman" panose="02020603050405020304" pitchFamily="18" charset="0"/>
                <a:cs typeface="Times New Roman" panose="02020603050405020304" pitchFamily="18" charset="0"/>
              </a:rPr>
              <a:t>lợi</a:t>
            </a:r>
            <a:r>
              <a:rPr lang="en-US" sz="2700" dirty="0">
                <a:solidFill>
                  <a:srgbClr val="002060"/>
                </a:solidFill>
                <a:latin typeface="Times New Roman" panose="02020603050405020304" pitchFamily="18" charset="0"/>
                <a:cs typeface="Times New Roman" panose="02020603050405020304" pitchFamily="18" charset="0"/>
              </a:rPr>
              <a:t>. </a:t>
            </a:r>
            <a:r>
              <a:rPr lang="en-US" sz="2700" dirty="0" err="1">
                <a:solidFill>
                  <a:srgbClr val="002060"/>
                </a:solidFill>
                <a:latin typeface="Times New Roman" panose="02020603050405020304" pitchFamily="18" charset="0"/>
                <a:cs typeface="Times New Roman" panose="02020603050405020304" pitchFamily="18" charset="0"/>
              </a:rPr>
              <a:t>Toàn</a:t>
            </a:r>
            <a:r>
              <a:rPr lang="en-US" sz="2700" dirty="0">
                <a:solidFill>
                  <a:srgbClr val="002060"/>
                </a:solidFill>
                <a:latin typeface="Times New Roman" panose="02020603050405020304" pitchFamily="18" charset="0"/>
                <a:cs typeface="Times New Roman" panose="02020603050405020304" pitchFamily="18" charset="0"/>
              </a:rPr>
              <a:t> </a:t>
            </a:r>
            <a:r>
              <a:rPr lang="en-US" sz="2700" dirty="0" err="1">
                <a:solidFill>
                  <a:srgbClr val="002060"/>
                </a:solidFill>
                <a:latin typeface="Times New Roman" panose="02020603050405020304" pitchFamily="18" charset="0"/>
                <a:cs typeface="Times New Roman" panose="02020603050405020304" pitchFamily="18" charset="0"/>
              </a:rPr>
              <a:t>dân</a:t>
            </a:r>
            <a:r>
              <a:rPr lang="en-US" sz="2700" dirty="0">
                <a:solidFill>
                  <a:srgbClr val="002060"/>
                </a:solidFill>
                <a:latin typeface="Times New Roman" panose="02020603050405020304" pitchFamily="18" charset="0"/>
                <a:cs typeface="Times New Roman" panose="02020603050405020304" pitchFamily="18" charset="0"/>
              </a:rPr>
              <a:t> </a:t>
            </a:r>
            <a:r>
              <a:rPr lang="en-US" sz="2700" dirty="0" err="1">
                <a:solidFill>
                  <a:srgbClr val="002060"/>
                </a:solidFill>
                <a:latin typeface="Times New Roman" panose="02020603050405020304" pitchFamily="18" charset="0"/>
                <a:cs typeface="Times New Roman" panose="02020603050405020304" pitchFamily="18" charset="0"/>
              </a:rPr>
              <a:t>tham</a:t>
            </a:r>
            <a:r>
              <a:rPr lang="en-US" sz="2700" dirty="0">
                <a:solidFill>
                  <a:srgbClr val="002060"/>
                </a:solidFill>
                <a:latin typeface="Times New Roman" panose="02020603050405020304" pitchFamily="18" charset="0"/>
                <a:cs typeface="Times New Roman" panose="02020603050405020304" pitchFamily="18" charset="0"/>
              </a:rPr>
              <a:t> </a:t>
            </a:r>
            <a:r>
              <a:rPr lang="en-US" sz="2700" dirty="0" err="1">
                <a:solidFill>
                  <a:srgbClr val="002060"/>
                </a:solidFill>
                <a:latin typeface="Times New Roman" panose="02020603050405020304" pitchFamily="18" charset="0"/>
                <a:cs typeface="Times New Roman" panose="02020603050405020304" pitchFamily="18" charset="0"/>
              </a:rPr>
              <a:t>gia</a:t>
            </a:r>
            <a:r>
              <a:rPr lang="en-US" sz="2700" dirty="0">
                <a:solidFill>
                  <a:srgbClr val="002060"/>
                </a:solidFill>
                <a:latin typeface="Times New Roman" panose="02020603050405020304" pitchFamily="18" charset="0"/>
                <a:cs typeface="Times New Roman" panose="02020603050405020304" pitchFamily="18" charset="0"/>
              </a:rPr>
              <a:t> </a:t>
            </a:r>
            <a:r>
              <a:rPr lang="en-US" sz="2700" dirty="0" err="1">
                <a:solidFill>
                  <a:srgbClr val="002060"/>
                </a:solidFill>
                <a:latin typeface="Times New Roman" panose="02020603050405020304" pitchFamily="18" charset="0"/>
                <a:cs typeface="Times New Roman" panose="02020603050405020304" pitchFamily="18" charset="0"/>
              </a:rPr>
              <a:t>vào</a:t>
            </a:r>
            <a:r>
              <a:rPr lang="en-US" sz="2700" dirty="0">
                <a:solidFill>
                  <a:srgbClr val="002060"/>
                </a:solidFill>
                <a:latin typeface="Times New Roman" panose="02020603050405020304" pitchFamily="18" charset="0"/>
                <a:cs typeface="Times New Roman" panose="02020603050405020304" pitchFamily="18" charset="0"/>
              </a:rPr>
              <a:t> </a:t>
            </a:r>
            <a:r>
              <a:rPr lang="en-US" sz="2700" dirty="0" err="1">
                <a:solidFill>
                  <a:srgbClr val="002060"/>
                </a:solidFill>
                <a:latin typeface="Times New Roman" panose="02020603050405020304" pitchFamily="18" charset="0"/>
                <a:cs typeface="Times New Roman" panose="02020603050405020304" pitchFamily="18" charset="0"/>
              </a:rPr>
              <a:t>các</a:t>
            </a:r>
            <a:r>
              <a:rPr lang="en-US" sz="2700" dirty="0">
                <a:solidFill>
                  <a:srgbClr val="002060"/>
                </a:solidFill>
                <a:latin typeface="Times New Roman" panose="02020603050405020304" pitchFamily="18" charset="0"/>
                <a:cs typeface="Times New Roman" panose="02020603050405020304" pitchFamily="18" charset="0"/>
              </a:rPr>
              <a:t> </a:t>
            </a:r>
            <a:r>
              <a:rPr lang="en-US" sz="2700" dirty="0" err="1">
                <a:solidFill>
                  <a:srgbClr val="002060"/>
                </a:solidFill>
                <a:latin typeface="Times New Roman" panose="02020603050405020304" pitchFamily="18" charset="0"/>
                <a:cs typeface="Times New Roman" panose="02020603050405020304" pitchFamily="18" charset="0"/>
              </a:rPr>
              <a:t>chức</a:t>
            </a:r>
            <a:r>
              <a:rPr lang="en-US" sz="2700" dirty="0">
                <a:solidFill>
                  <a:srgbClr val="002060"/>
                </a:solidFill>
                <a:latin typeface="Times New Roman" panose="02020603050405020304" pitchFamily="18" charset="0"/>
                <a:cs typeface="Times New Roman" panose="02020603050405020304" pitchFamily="18" charset="0"/>
              </a:rPr>
              <a:t> </a:t>
            </a:r>
            <a:r>
              <a:rPr lang="en-US" sz="2700" dirty="0" err="1">
                <a:solidFill>
                  <a:srgbClr val="002060"/>
                </a:solidFill>
                <a:latin typeface="Times New Roman" panose="02020603050405020304" pitchFamily="18" charset="0"/>
                <a:cs typeface="Times New Roman" panose="02020603050405020304" pitchFamily="18" charset="0"/>
              </a:rPr>
              <a:t>năng</a:t>
            </a:r>
            <a:r>
              <a:rPr lang="en-US" sz="2700" dirty="0">
                <a:solidFill>
                  <a:srgbClr val="002060"/>
                </a:solidFill>
                <a:latin typeface="Times New Roman" panose="02020603050405020304" pitchFamily="18" charset="0"/>
                <a:cs typeface="Times New Roman" panose="02020603050405020304" pitchFamily="18" charset="0"/>
              </a:rPr>
              <a:t> </a:t>
            </a:r>
            <a:r>
              <a:rPr lang="en-US" sz="2700" dirty="0" err="1">
                <a:solidFill>
                  <a:srgbClr val="002060"/>
                </a:solidFill>
                <a:latin typeface="Times New Roman" panose="02020603050405020304" pitchFamily="18" charset="0"/>
                <a:cs typeface="Times New Roman" panose="02020603050405020304" pitchFamily="18" charset="0"/>
              </a:rPr>
              <a:t>của</a:t>
            </a:r>
            <a:r>
              <a:rPr lang="en-US" sz="2700" dirty="0">
                <a:solidFill>
                  <a:srgbClr val="002060"/>
                </a:solidFill>
                <a:latin typeface="Times New Roman" panose="02020603050405020304" pitchFamily="18" charset="0"/>
                <a:cs typeface="Times New Roman" panose="02020603050405020304" pitchFamily="18" charset="0"/>
              </a:rPr>
              <a:t> NN…</a:t>
            </a:r>
            <a:endParaRPr lang="en-US" sz="2700" i="1" dirty="0">
              <a:solidFill>
                <a:srgbClr val="002060"/>
              </a:solidFill>
              <a:latin typeface="Times New Roman" panose="02020603050405020304" pitchFamily="18" charset="0"/>
              <a:cs typeface="Times New Roman" panose="02020603050405020304" pitchFamily="18" charset="0"/>
            </a:endParaRPr>
          </a:p>
          <a:p>
            <a:pPr algn="just">
              <a:buFontTx/>
              <a:buChar char="-"/>
              <a:defRPr/>
            </a:pPr>
            <a:endParaRPr lang="en-US" sz="2700" b="1" dirty="0"/>
          </a:p>
          <a:p>
            <a:pPr algn="just">
              <a:buFontTx/>
              <a:buChar char="-"/>
              <a:defRPr/>
            </a:pPr>
            <a:endParaRPr lang="en-US" b="1" dirty="0">
              <a:latin typeface="+mj-lt"/>
            </a:endParaRPr>
          </a:p>
        </p:txBody>
      </p:sp>
      <p:sp>
        <p:nvSpPr>
          <p:cNvPr id="6" name="Rectangle 2"/>
          <p:cNvSpPr txBox="1">
            <a:spLocks noChangeArrowheads="1"/>
          </p:cNvSpPr>
          <p:nvPr/>
        </p:nvSpPr>
        <p:spPr>
          <a:xfrm>
            <a:off x="2648607" y="409786"/>
            <a:ext cx="7772400" cy="103822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indent="-457200">
              <a:buFont typeface="Wingdings" panose="05000000000000000000" pitchFamily="2" charset="2"/>
              <a:buChar char="Ø"/>
            </a:pPr>
            <a:r>
              <a:rPr lang="en-US" altLang="en-US" sz="3200" b="1" i="1" smtClean="0">
                <a:solidFill>
                  <a:srgbClr val="FF0000"/>
                </a:solidFill>
              </a:rPr>
              <a:t>Thời kỳ từ sau Công xã Pari đến 1895</a:t>
            </a:r>
            <a:endParaRPr lang="en-US" altLang="en-US" sz="3200" dirty="0">
              <a:solidFill>
                <a:srgbClr val="FF0000"/>
              </a:solidFill>
              <a:latin typeface=".VnVogue" panose="020B7200000000000000" pitchFamily="34" charset="0"/>
            </a:endParaRPr>
          </a:p>
        </p:txBody>
      </p:sp>
    </p:spTree>
    <p:extLst>
      <p:ext uri="{BB962C8B-B14F-4D97-AF65-F5344CB8AC3E}">
        <p14:creationId xmlns:p14="http://schemas.microsoft.com/office/powerpoint/2010/main" val="1815800733"/>
      </p:ext>
    </p:extLst>
  </p:cSld>
  <p:clrMapOvr>
    <a:masterClrMapping/>
  </p:clrMapOvr>
  <p:transition>
    <p:wheel spokes="8"/>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3363">
                                            <p:txEl>
                                              <p:pRg st="0" end="0"/>
                                            </p:txEl>
                                          </p:spTgt>
                                        </p:tgtEl>
                                        <p:attrNameLst>
                                          <p:attrName>style.visibility</p:attrName>
                                        </p:attrNameLst>
                                      </p:cBhvr>
                                      <p:to>
                                        <p:strVal val="visible"/>
                                      </p:to>
                                    </p:set>
                                    <p:anim calcmode="lin" valueType="num">
                                      <p:cBhvr additive="base">
                                        <p:cTn id="7" dur="500" fill="hold"/>
                                        <p:tgtEl>
                                          <p:spTgt spid="14336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336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43363">
                                            <p:txEl>
                                              <p:pRg st="1" end="1"/>
                                            </p:txEl>
                                          </p:spTgt>
                                        </p:tgtEl>
                                        <p:attrNameLst>
                                          <p:attrName>style.visibility</p:attrName>
                                        </p:attrNameLst>
                                      </p:cBhvr>
                                      <p:to>
                                        <p:strVal val="visible"/>
                                      </p:to>
                                    </p:set>
                                    <p:anim calcmode="lin" valueType="num">
                                      <p:cBhvr additive="base">
                                        <p:cTn id="13" dur="500" fill="hold"/>
                                        <p:tgtEl>
                                          <p:spTgt spid="14336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4336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43363">
                                            <p:txEl>
                                              <p:pRg st="2" end="2"/>
                                            </p:txEl>
                                          </p:spTgt>
                                        </p:tgtEl>
                                        <p:attrNameLst>
                                          <p:attrName>style.visibility</p:attrName>
                                        </p:attrNameLst>
                                      </p:cBhvr>
                                      <p:to>
                                        <p:strVal val="visible"/>
                                      </p:to>
                                    </p:set>
                                    <p:anim calcmode="lin" valueType="num">
                                      <p:cBhvr additive="base">
                                        <p:cTn id="19" dur="500" fill="hold"/>
                                        <p:tgtEl>
                                          <p:spTgt spid="14336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4336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 presetClass="entr" presetSubtype="16"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box(in)">
                                      <p:cBhvr>
                                        <p:cTn id="2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63" grpId="0" build="p"/>
      <p:bldP spid="6"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3" name="Rectangle 3"/>
          <p:cNvSpPr>
            <a:spLocks noGrp="1" noChangeArrowheads="1"/>
          </p:cNvSpPr>
          <p:nvPr>
            <p:ph type="body" sz="half" idx="1"/>
          </p:nvPr>
        </p:nvSpPr>
        <p:spPr>
          <a:xfrm>
            <a:off x="457201" y="1448011"/>
            <a:ext cx="11493062" cy="5638800"/>
          </a:xfrm>
        </p:spPr>
        <p:txBody>
          <a:bodyPr rtlCol="0">
            <a:normAutofit/>
          </a:bodyPr>
          <a:lstStyle/>
          <a:p>
            <a:pPr algn="just">
              <a:lnSpc>
                <a:spcPts val="3700"/>
              </a:lnSpc>
              <a:spcBef>
                <a:spcPts val="600"/>
              </a:spcBef>
              <a:buFont typeface="Wingdings" panose="05000000000000000000" pitchFamily="2" charset="2"/>
              <a:buChar char="ü"/>
              <a:defRPr/>
            </a:pPr>
            <a:r>
              <a:rPr lang="en-US" dirty="0" err="1">
                <a:solidFill>
                  <a:srgbClr val="FF0000"/>
                </a:solidFill>
                <a:latin typeface="Times New Roman" panose="02020603050405020304" pitchFamily="18" charset="0"/>
                <a:cs typeface="Times New Roman" panose="02020603050405020304" pitchFamily="18" charset="0"/>
              </a:rPr>
              <a:t>Về</a:t>
            </a:r>
            <a:r>
              <a:rPr lang="en-US" dirty="0">
                <a:solidFill>
                  <a:srgbClr val="FF0000"/>
                </a:solidFill>
                <a:latin typeface="Times New Roman" panose="02020603050405020304" pitchFamily="18" charset="0"/>
                <a:cs typeface="Times New Roman" panose="02020603050405020304" pitchFamily="18" charset="0"/>
              </a:rPr>
              <a:t> </a:t>
            </a:r>
            <a:r>
              <a:rPr lang="en-US" dirty="0" err="1">
                <a:solidFill>
                  <a:srgbClr val="FF0000"/>
                </a:solidFill>
                <a:latin typeface="Times New Roman" panose="02020603050405020304" pitchFamily="18" charset="0"/>
                <a:cs typeface="Times New Roman" panose="02020603050405020304" pitchFamily="18" charset="0"/>
              </a:rPr>
              <a:t>xây</a:t>
            </a:r>
            <a:r>
              <a:rPr lang="en-US" dirty="0">
                <a:solidFill>
                  <a:srgbClr val="FF0000"/>
                </a:solidFill>
                <a:latin typeface="Times New Roman" panose="02020603050405020304" pitchFamily="18" charset="0"/>
                <a:cs typeface="Times New Roman" panose="02020603050405020304" pitchFamily="18" charset="0"/>
              </a:rPr>
              <a:t> </a:t>
            </a:r>
            <a:r>
              <a:rPr lang="en-US" dirty="0" err="1">
                <a:solidFill>
                  <a:srgbClr val="FF0000"/>
                </a:solidFill>
                <a:latin typeface="Times New Roman" panose="02020603050405020304" pitchFamily="18" charset="0"/>
                <a:cs typeface="Times New Roman" panose="02020603050405020304" pitchFamily="18" charset="0"/>
              </a:rPr>
              <a:t>dựng</a:t>
            </a:r>
            <a:r>
              <a:rPr lang="en-US" dirty="0">
                <a:solidFill>
                  <a:srgbClr val="FF0000"/>
                </a:solidFill>
                <a:latin typeface="Times New Roman" panose="02020603050405020304" pitchFamily="18" charset="0"/>
                <a:cs typeface="Times New Roman" panose="02020603050405020304" pitchFamily="18" charset="0"/>
              </a:rPr>
              <a:t> </a:t>
            </a:r>
            <a:r>
              <a:rPr lang="en-US" dirty="0" err="1">
                <a:solidFill>
                  <a:srgbClr val="FF0000"/>
                </a:solidFill>
                <a:latin typeface="Times New Roman" panose="02020603050405020304" pitchFamily="18" charset="0"/>
                <a:cs typeface="Times New Roman" panose="02020603050405020304" pitchFamily="18" charset="0"/>
              </a:rPr>
              <a:t>chính</a:t>
            </a:r>
            <a:r>
              <a:rPr lang="en-US" dirty="0">
                <a:solidFill>
                  <a:srgbClr val="FF0000"/>
                </a:solidFill>
                <a:latin typeface="Times New Roman" panose="02020603050405020304" pitchFamily="18" charset="0"/>
                <a:cs typeface="Times New Roman" panose="02020603050405020304" pitchFamily="18" charset="0"/>
              </a:rPr>
              <a:t> </a:t>
            </a:r>
            <a:r>
              <a:rPr lang="en-US" dirty="0" err="1">
                <a:solidFill>
                  <a:srgbClr val="FF0000"/>
                </a:solidFill>
                <a:latin typeface="Times New Roman" panose="02020603050405020304" pitchFamily="18" charset="0"/>
                <a:cs typeface="Times New Roman" panose="02020603050405020304" pitchFamily="18" charset="0"/>
              </a:rPr>
              <a:t>Đảng</a:t>
            </a:r>
            <a:r>
              <a:rPr lang="en-US" dirty="0">
                <a:solidFill>
                  <a:srgbClr val="FF0000"/>
                </a:solidFill>
                <a:latin typeface="Times New Roman" panose="02020603050405020304" pitchFamily="18" charset="0"/>
                <a:cs typeface="Times New Roman" panose="02020603050405020304" pitchFamily="18" charset="0"/>
              </a:rPr>
              <a:t> </a:t>
            </a:r>
            <a:r>
              <a:rPr lang="en-US" dirty="0" err="1">
                <a:solidFill>
                  <a:srgbClr val="FF0000"/>
                </a:solidFill>
                <a:latin typeface="Times New Roman" panose="02020603050405020304" pitchFamily="18" charset="0"/>
                <a:cs typeface="Times New Roman" panose="02020603050405020304" pitchFamily="18" charset="0"/>
              </a:rPr>
              <a:t>của</a:t>
            </a:r>
            <a:r>
              <a:rPr lang="en-US" dirty="0">
                <a:solidFill>
                  <a:srgbClr val="FF0000"/>
                </a:solidFill>
                <a:latin typeface="Times New Roman" panose="02020603050405020304" pitchFamily="18" charset="0"/>
                <a:cs typeface="Times New Roman" panose="02020603050405020304" pitchFamily="18" charset="0"/>
              </a:rPr>
              <a:t> GCCN</a:t>
            </a:r>
          </a:p>
          <a:p>
            <a:pPr algn="just">
              <a:lnSpc>
                <a:spcPts val="3700"/>
              </a:lnSpc>
              <a:spcBef>
                <a:spcPts val="600"/>
              </a:spcBef>
              <a:buFontTx/>
              <a:buChar char="-"/>
              <a:defRPr/>
            </a:pPr>
            <a:r>
              <a:rPr lang="en-US" dirty="0" err="1">
                <a:solidFill>
                  <a:srgbClr val="002060"/>
                </a:solidFill>
                <a:latin typeface="Times New Roman" panose="02020603050405020304" pitchFamily="18" charset="0"/>
                <a:cs typeface="Times New Roman" panose="02020603050405020304" pitchFamily="18" charset="0"/>
              </a:rPr>
              <a:t>Đảng</a:t>
            </a:r>
            <a:r>
              <a:rPr lang="en-US" dirty="0">
                <a:solidFill>
                  <a:srgbClr val="002060"/>
                </a:solidFill>
                <a:latin typeface="Times New Roman" panose="02020603050405020304" pitchFamily="18" charset="0"/>
                <a:cs typeface="Times New Roman" panose="02020603050405020304" pitchFamily="18" charset="0"/>
              </a:rPr>
              <a:t> </a:t>
            </a:r>
            <a:r>
              <a:rPr lang="en-US" dirty="0" err="1">
                <a:solidFill>
                  <a:srgbClr val="002060"/>
                </a:solidFill>
                <a:latin typeface="Times New Roman" panose="02020603050405020304" pitchFamily="18" charset="0"/>
                <a:cs typeface="Times New Roman" panose="02020603050405020304" pitchFamily="18" charset="0"/>
              </a:rPr>
              <a:t>là</a:t>
            </a:r>
            <a:r>
              <a:rPr lang="en-US" dirty="0">
                <a:solidFill>
                  <a:srgbClr val="002060"/>
                </a:solidFill>
                <a:latin typeface="Times New Roman" panose="02020603050405020304" pitchFamily="18" charset="0"/>
                <a:cs typeface="Times New Roman" panose="02020603050405020304" pitchFamily="18" charset="0"/>
              </a:rPr>
              <a:t> </a:t>
            </a:r>
            <a:r>
              <a:rPr lang="en-US" dirty="0" err="1">
                <a:solidFill>
                  <a:srgbClr val="002060"/>
                </a:solidFill>
                <a:latin typeface="Times New Roman" panose="02020603050405020304" pitchFamily="18" charset="0"/>
                <a:cs typeface="Times New Roman" panose="02020603050405020304" pitchFamily="18" charset="0"/>
              </a:rPr>
              <a:t>bộ</a:t>
            </a:r>
            <a:r>
              <a:rPr lang="en-US" dirty="0">
                <a:solidFill>
                  <a:srgbClr val="002060"/>
                </a:solidFill>
                <a:latin typeface="Times New Roman" panose="02020603050405020304" pitchFamily="18" charset="0"/>
                <a:cs typeface="Times New Roman" panose="02020603050405020304" pitchFamily="18" charset="0"/>
              </a:rPr>
              <a:t> </a:t>
            </a:r>
            <a:r>
              <a:rPr lang="en-US" dirty="0" err="1">
                <a:solidFill>
                  <a:srgbClr val="002060"/>
                </a:solidFill>
                <a:latin typeface="Times New Roman" panose="02020603050405020304" pitchFamily="18" charset="0"/>
                <a:cs typeface="Times New Roman" panose="02020603050405020304" pitchFamily="18" charset="0"/>
              </a:rPr>
              <a:t>phận</a:t>
            </a:r>
            <a:r>
              <a:rPr lang="en-US" dirty="0">
                <a:solidFill>
                  <a:srgbClr val="002060"/>
                </a:solidFill>
                <a:latin typeface="Times New Roman" panose="02020603050405020304" pitchFamily="18" charset="0"/>
                <a:cs typeface="Times New Roman" panose="02020603050405020304" pitchFamily="18" charset="0"/>
              </a:rPr>
              <a:t> </a:t>
            </a:r>
            <a:r>
              <a:rPr lang="en-US" dirty="0" err="1">
                <a:solidFill>
                  <a:srgbClr val="002060"/>
                </a:solidFill>
                <a:latin typeface="Times New Roman" panose="02020603050405020304" pitchFamily="18" charset="0"/>
                <a:cs typeface="Times New Roman" panose="02020603050405020304" pitchFamily="18" charset="0"/>
              </a:rPr>
              <a:t>tiến</a:t>
            </a:r>
            <a:r>
              <a:rPr lang="en-US" dirty="0">
                <a:solidFill>
                  <a:srgbClr val="002060"/>
                </a:solidFill>
                <a:latin typeface="Times New Roman" panose="02020603050405020304" pitchFamily="18" charset="0"/>
                <a:cs typeface="Times New Roman" panose="02020603050405020304" pitchFamily="18" charset="0"/>
              </a:rPr>
              <a:t> </a:t>
            </a:r>
            <a:r>
              <a:rPr lang="en-US" dirty="0" err="1">
                <a:solidFill>
                  <a:srgbClr val="002060"/>
                </a:solidFill>
                <a:latin typeface="Times New Roman" panose="02020603050405020304" pitchFamily="18" charset="0"/>
                <a:cs typeface="Times New Roman" panose="02020603050405020304" pitchFamily="18" charset="0"/>
              </a:rPr>
              <a:t>tiến</a:t>
            </a:r>
            <a:r>
              <a:rPr lang="en-US" dirty="0">
                <a:solidFill>
                  <a:srgbClr val="002060"/>
                </a:solidFill>
                <a:latin typeface="Times New Roman" panose="02020603050405020304" pitchFamily="18" charset="0"/>
                <a:cs typeface="Times New Roman" panose="02020603050405020304" pitchFamily="18" charset="0"/>
              </a:rPr>
              <a:t> </a:t>
            </a:r>
            <a:r>
              <a:rPr lang="en-US" dirty="0" err="1">
                <a:solidFill>
                  <a:srgbClr val="002060"/>
                </a:solidFill>
                <a:latin typeface="Times New Roman" panose="02020603050405020304" pitchFamily="18" charset="0"/>
                <a:cs typeface="Times New Roman" panose="02020603050405020304" pitchFamily="18" charset="0"/>
              </a:rPr>
              <a:t>của</a:t>
            </a:r>
            <a:r>
              <a:rPr lang="en-US" dirty="0">
                <a:solidFill>
                  <a:srgbClr val="002060"/>
                </a:solidFill>
                <a:latin typeface="Times New Roman" panose="02020603050405020304" pitchFamily="18" charset="0"/>
                <a:cs typeface="Times New Roman" panose="02020603050405020304" pitchFamily="18" charset="0"/>
              </a:rPr>
              <a:t> GCCN </a:t>
            </a:r>
            <a:r>
              <a:rPr lang="en-US" dirty="0" err="1">
                <a:solidFill>
                  <a:srgbClr val="002060"/>
                </a:solidFill>
                <a:latin typeface="Times New Roman" panose="02020603050405020304" pitchFamily="18" charset="0"/>
                <a:cs typeface="Times New Roman" panose="02020603050405020304" pitchFamily="18" charset="0"/>
              </a:rPr>
              <a:t>nhưng</a:t>
            </a:r>
            <a:r>
              <a:rPr lang="en-US" dirty="0">
                <a:solidFill>
                  <a:srgbClr val="002060"/>
                </a:solidFill>
                <a:latin typeface="Times New Roman" panose="02020603050405020304" pitchFamily="18" charset="0"/>
                <a:cs typeface="Times New Roman" panose="02020603050405020304" pitchFamily="18" charset="0"/>
              </a:rPr>
              <a:t> </a:t>
            </a:r>
            <a:r>
              <a:rPr lang="en-US" dirty="0" err="1">
                <a:solidFill>
                  <a:srgbClr val="002060"/>
                </a:solidFill>
                <a:latin typeface="Times New Roman" panose="02020603050405020304" pitchFamily="18" charset="0"/>
                <a:cs typeface="Times New Roman" panose="02020603050405020304" pitchFamily="18" charset="0"/>
              </a:rPr>
              <a:t>phải</a:t>
            </a:r>
            <a:r>
              <a:rPr lang="en-US" dirty="0">
                <a:solidFill>
                  <a:srgbClr val="002060"/>
                </a:solidFill>
                <a:latin typeface="Times New Roman" panose="02020603050405020304" pitchFamily="18" charset="0"/>
                <a:cs typeface="Times New Roman" panose="02020603050405020304" pitchFamily="18" charset="0"/>
              </a:rPr>
              <a:t> </a:t>
            </a:r>
            <a:r>
              <a:rPr lang="en-US" dirty="0" err="1">
                <a:solidFill>
                  <a:srgbClr val="002060"/>
                </a:solidFill>
                <a:latin typeface="Times New Roman" panose="02020603050405020304" pitchFamily="18" charset="0"/>
                <a:cs typeface="Times New Roman" panose="02020603050405020304" pitchFamily="18" charset="0"/>
              </a:rPr>
              <a:t>gắn</a:t>
            </a:r>
            <a:r>
              <a:rPr lang="en-US" dirty="0">
                <a:solidFill>
                  <a:srgbClr val="002060"/>
                </a:solidFill>
                <a:latin typeface="Times New Roman" panose="02020603050405020304" pitchFamily="18" charset="0"/>
                <a:cs typeface="Times New Roman" panose="02020603050405020304" pitchFamily="18" charset="0"/>
              </a:rPr>
              <a:t> </a:t>
            </a:r>
            <a:r>
              <a:rPr lang="en-US" dirty="0" err="1">
                <a:solidFill>
                  <a:srgbClr val="002060"/>
                </a:solidFill>
                <a:latin typeface="Times New Roman" panose="02020603050405020304" pitchFamily="18" charset="0"/>
                <a:cs typeface="Times New Roman" panose="02020603050405020304" pitchFamily="18" charset="0"/>
              </a:rPr>
              <a:t>bó</a:t>
            </a:r>
            <a:r>
              <a:rPr lang="en-US" dirty="0">
                <a:solidFill>
                  <a:srgbClr val="002060"/>
                </a:solidFill>
                <a:latin typeface="Times New Roman" panose="02020603050405020304" pitchFamily="18" charset="0"/>
                <a:cs typeface="Times New Roman" panose="02020603050405020304" pitchFamily="18" charset="0"/>
              </a:rPr>
              <a:t> </a:t>
            </a:r>
            <a:r>
              <a:rPr lang="en-US" dirty="0" err="1">
                <a:solidFill>
                  <a:srgbClr val="002060"/>
                </a:solidFill>
                <a:latin typeface="Times New Roman" panose="02020603050405020304" pitchFamily="18" charset="0"/>
                <a:cs typeface="Times New Roman" panose="02020603050405020304" pitchFamily="18" charset="0"/>
              </a:rPr>
              <a:t>mật</a:t>
            </a:r>
            <a:r>
              <a:rPr lang="en-US" dirty="0">
                <a:solidFill>
                  <a:srgbClr val="002060"/>
                </a:solidFill>
                <a:latin typeface="Times New Roman" panose="02020603050405020304" pitchFamily="18" charset="0"/>
                <a:cs typeface="Times New Roman" panose="02020603050405020304" pitchFamily="18" charset="0"/>
              </a:rPr>
              <a:t> </a:t>
            </a:r>
            <a:r>
              <a:rPr lang="en-US" dirty="0" err="1">
                <a:solidFill>
                  <a:srgbClr val="002060"/>
                </a:solidFill>
                <a:latin typeface="Times New Roman" panose="02020603050405020304" pitchFamily="18" charset="0"/>
                <a:cs typeface="Times New Roman" panose="02020603050405020304" pitchFamily="18" charset="0"/>
              </a:rPr>
              <a:t>thiết</a:t>
            </a:r>
            <a:r>
              <a:rPr lang="en-US" dirty="0">
                <a:solidFill>
                  <a:srgbClr val="002060"/>
                </a:solidFill>
                <a:latin typeface="Times New Roman" panose="02020603050405020304" pitchFamily="18" charset="0"/>
                <a:cs typeface="Times New Roman" panose="02020603050405020304" pitchFamily="18" charset="0"/>
              </a:rPr>
              <a:t> </a:t>
            </a:r>
            <a:r>
              <a:rPr lang="en-US" dirty="0" err="1">
                <a:solidFill>
                  <a:srgbClr val="002060"/>
                </a:solidFill>
                <a:latin typeface="Times New Roman" panose="02020603050405020304" pitchFamily="18" charset="0"/>
                <a:cs typeface="Times New Roman" panose="02020603050405020304" pitchFamily="18" charset="0"/>
              </a:rPr>
              <a:t>với</a:t>
            </a:r>
            <a:r>
              <a:rPr lang="en-US" dirty="0">
                <a:solidFill>
                  <a:srgbClr val="002060"/>
                </a:solidFill>
                <a:latin typeface="Times New Roman" panose="02020603050405020304" pitchFamily="18" charset="0"/>
                <a:cs typeface="Times New Roman" panose="02020603050405020304" pitchFamily="18" charset="0"/>
              </a:rPr>
              <a:t> </a:t>
            </a:r>
            <a:r>
              <a:rPr lang="en-US" dirty="0" err="1">
                <a:solidFill>
                  <a:srgbClr val="002060"/>
                </a:solidFill>
                <a:latin typeface="Times New Roman" panose="02020603050405020304" pitchFamily="18" charset="0"/>
                <a:cs typeface="Times New Roman" panose="02020603050405020304" pitchFamily="18" charset="0"/>
              </a:rPr>
              <a:t>quần</a:t>
            </a:r>
            <a:r>
              <a:rPr lang="en-US" dirty="0">
                <a:solidFill>
                  <a:srgbClr val="002060"/>
                </a:solidFill>
                <a:latin typeface="Times New Roman" panose="02020603050405020304" pitchFamily="18" charset="0"/>
                <a:cs typeface="Times New Roman" panose="02020603050405020304" pitchFamily="18" charset="0"/>
              </a:rPr>
              <a:t> </a:t>
            </a:r>
            <a:r>
              <a:rPr lang="en-US" dirty="0" err="1">
                <a:solidFill>
                  <a:srgbClr val="002060"/>
                </a:solidFill>
                <a:latin typeface="Times New Roman" panose="02020603050405020304" pitchFamily="18" charset="0"/>
                <a:cs typeface="Times New Roman" panose="02020603050405020304" pitchFamily="18" charset="0"/>
              </a:rPr>
              <a:t>chúng</a:t>
            </a:r>
            <a:endParaRPr lang="en-US" dirty="0">
              <a:solidFill>
                <a:srgbClr val="002060"/>
              </a:solidFill>
              <a:latin typeface="Times New Roman" panose="02020603050405020304" pitchFamily="18" charset="0"/>
              <a:cs typeface="Times New Roman" panose="02020603050405020304" pitchFamily="18" charset="0"/>
            </a:endParaRPr>
          </a:p>
          <a:p>
            <a:pPr algn="just">
              <a:lnSpc>
                <a:spcPts val="3700"/>
              </a:lnSpc>
              <a:spcBef>
                <a:spcPts val="600"/>
              </a:spcBef>
              <a:buFontTx/>
              <a:buChar char="-"/>
              <a:defRPr/>
            </a:pPr>
            <a:r>
              <a:rPr lang="en-US" dirty="0" err="1">
                <a:solidFill>
                  <a:srgbClr val="002060"/>
                </a:solidFill>
                <a:latin typeface="Times New Roman" panose="02020603050405020304" pitchFamily="18" charset="0"/>
                <a:cs typeface="Times New Roman" panose="02020603050405020304" pitchFamily="18" charset="0"/>
              </a:rPr>
              <a:t>Đảng</a:t>
            </a:r>
            <a:r>
              <a:rPr lang="en-US" dirty="0">
                <a:solidFill>
                  <a:srgbClr val="002060"/>
                </a:solidFill>
                <a:latin typeface="Times New Roman" panose="02020603050405020304" pitchFamily="18" charset="0"/>
                <a:cs typeface="Times New Roman" panose="02020603050405020304" pitchFamily="18" charset="0"/>
              </a:rPr>
              <a:t> </a:t>
            </a:r>
            <a:r>
              <a:rPr lang="en-US" dirty="0" err="1">
                <a:solidFill>
                  <a:srgbClr val="002060"/>
                </a:solidFill>
                <a:latin typeface="Times New Roman" panose="02020603050405020304" pitchFamily="18" charset="0"/>
                <a:cs typeface="Times New Roman" panose="02020603050405020304" pitchFamily="18" charset="0"/>
              </a:rPr>
              <a:t>phải</a:t>
            </a:r>
            <a:r>
              <a:rPr lang="en-US" dirty="0">
                <a:solidFill>
                  <a:srgbClr val="002060"/>
                </a:solidFill>
                <a:latin typeface="Times New Roman" panose="02020603050405020304" pitchFamily="18" charset="0"/>
                <a:cs typeface="Times New Roman" panose="02020603050405020304" pitchFamily="18" charset="0"/>
              </a:rPr>
              <a:t> </a:t>
            </a:r>
            <a:r>
              <a:rPr lang="en-US" dirty="0" err="1">
                <a:solidFill>
                  <a:srgbClr val="002060"/>
                </a:solidFill>
                <a:latin typeface="Times New Roman" panose="02020603050405020304" pitchFamily="18" charset="0"/>
                <a:cs typeface="Times New Roman" panose="02020603050405020304" pitchFamily="18" charset="0"/>
              </a:rPr>
              <a:t>được</a:t>
            </a:r>
            <a:r>
              <a:rPr lang="en-US" dirty="0">
                <a:solidFill>
                  <a:srgbClr val="002060"/>
                </a:solidFill>
                <a:latin typeface="Times New Roman" panose="02020603050405020304" pitchFamily="18" charset="0"/>
                <a:cs typeface="Times New Roman" panose="02020603050405020304" pitchFamily="18" charset="0"/>
              </a:rPr>
              <a:t> </a:t>
            </a:r>
            <a:r>
              <a:rPr lang="en-US" dirty="0" err="1">
                <a:solidFill>
                  <a:srgbClr val="002060"/>
                </a:solidFill>
                <a:latin typeface="Times New Roman" panose="02020603050405020304" pitchFamily="18" charset="0"/>
                <a:cs typeface="Times New Roman" panose="02020603050405020304" pitchFamily="18" charset="0"/>
              </a:rPr>
              <a:t>vũ</a:t>
            </a:r>
            <a:r>
              <a:rPr lang="en-US" dirty="0">
                <a:solidFill>
                  <a:srgbClr val="002060"/>
                </a:solidFill>
                <a:latin typeface="Times New Roman" panose="02020603050405020304" pitchFamily="18" charset="0"/>
                <a:cs typeface="Times New Roman" panose="02020603050405020304" pitchFamily="18" charset="0"/>
              </a:rPr>
              <a:t> </a:t>
            </a:r>
            <a:r>
              <a:rPr lang="en-US" dirty="0" err="1">
                <a:solidFill>
                  <a:srgbClr val="002060"/>
                </a:solidFill>
                <a:latin typeface="Times New Roman" panose="02020603050405020304" pitchFamily="18" charset="0"/>
                <a:cs typeface="Times New Roman" panose="02020603050405020304" pitchFamily="18" charset="0"/>
              </a:rPr>
              <a:t>trang</a:t>
            </a:r>
            <a:r>
              <a:rPr lang="en-US" dirty="0">
                <a:solidFill>
                  <a:srgbClr val="002060"/>
                </a:solidFill>
                <a:latin typeface="Times New Roman" panose="02020603050405020304" pitchFamily="18" charset="0"/>
                <a:cs typeface="Times New Roman" panose="02020603050405020304" pitchFamily="18" charset="0"/>
              </a:rPr>
              <a:t> </a:t>
            </a:r>
            <a:r>
              <a:rPr lang="en-US" dirty="0" err="1">
                <a:solidFill>
                  <a:srgbClr val="002060"/>
                </a:solidFill>
                <a:latin typeface="Times New Roman" panose="02020603050405020304" pitchFamily="18" charset="0"/>
                <a:cs typeface="Times New Roman" panose="02020603050405020304" pitchFamily="18" charset="0"/>
              </a:rPr>
              <a:t>bằng</a:t>
            </a:r>
            <a:r>
              <a:rPr lang="en-US" dirty="0">
                <a:solidFill>
                  <a:srgbClr val="002060"/>
                </a:solidFill>
                <a:latin typeface="Times New Roman" panose="02020603050405020304" pitchFamily="18" charset="0"/>
                <a:cs typeface="Times New Roman" panose="02020603050405020304" pitchFamily="18" charset="0"/>
              </a:rPr>
              <a:t> </a:t>
            </a:r>
            <a:r>
              <a:rPr lang="en-US" dirty="0" err="1">
                <a:solidFill>
                  <a:srgbClr val="002060"/>
                </a:solidFill>
                <a:latin typeface="Times New Roman" panose="02020603050405020304" pitchFamily="18" charset="0"/>
                <a:cs typeface="Times New Roman" panose="02020603050405020304" pitchFamily="18" charset="0"/>
              </a:rPr>
              <a:t>lý</a:t>
            </a:r>
            <a:r>
              <a:rPr lang="en-US" dirty="0">
                <a:solidFill>
                  <a:srgbClr val="002060"/>
                </a:solidFill>
                <a:latin typeface="Times New Roman" panose="02020603050405020304" pitchFamily="18" charset="0"/>
                <a:cs typeface="Times New Roman" panose="02020603050405020304" pitchFamily="18" charset="0"/>
              </a:rPr>
              <a:t> </a:t>
            </a:r>
            <a:r>
              <a:rPr lang="en-US" dirty="0" err="1">
                <a:solidFill>
                  <a:srgbClr val="002060"/>
                </a:solidFill>
                <a:latin typeface="Times New Roman" panose="02020603050405020304" pitchFamily="18" charset="0"/>
                <a:cs typeface="Times New Roman" panose="02020603050405020304" pitchFamily="18" charset="0"/>
              </a:rPr>
              <a:t>luận</a:t>
            </a:r>
            <a:r>
              <a:rPr lang="en-US" dirty="0">
                <a:solidFill>
                  <a:srgbClr val="002060"/>
                </a:solidFill>
                <a:latin typeface="Times New Roman" panose="02020603050405020304" pitchFamily="18" charset="0"/>
                <a:cs typeface="Times New Roman" panose="02020603050405020304" pitchFamily="18" charset="0"/>
              </a:rPr>
              <a:t> </a:t>
            </a:r>
            <a:r>
              <a:rPr lang="en-US" dirty="0" err="1">
                <a:solidFill>
                  <a:srgbClr val="002060"/>
                </a:solidFill>
                <a:latin typeface="Times New Roman" panose="02020603050405020304" pitchFamily="18" charset="0"/>
                <a:cs typeface="Times New Roman" panose="02020603050405020304" pitchFamily="18" charset="0"/>
              </a:rPr>
              <a:t>khoa</a:t>
            </a:r>
            <a:r>
              <a:rPr lang="en-US" dirty="0">
                <a:solidFill>
                  <a:srgbClr val="002060"/>
                </a:solidFill>
                <a:latin typeface="Times New Roman" panose="02020603050405020304" pitchFamily="18" charset="0"/>
                <a:cs typeface="Times New Roman" panose="02020603050405020304" pitchFamily="18" charset="0"/>
              </a:rPr>
              <a:t> </a:t>
            </a:r>
            <a:r>
              <a:rPr lang="en-US" dirty="0" err="1">
                <a:solidFill>
                  <a:srgbClr val="002060"/>
                </a:solidFill>
                <a:latin typeface="Times New Roman" panose="02020603050405020304" pitchFamily="18" charset="0"/>
                <a:cs typeface="Times New Roman" panose="02020603050405020304" pitchFamily="18" charset="0"/>
              </a:rPr>
              <a:t>học</a:t>
            </a:r>
            <a:r>
              <a:rPr lang="en-US" dirty="0">
                <a:solidFill>
                  <a:srgbClr val="002060"/>
                </a:solidFill>
                <a:latin typeface="Times New Roman" panose="02020603050405020304" pitchFamily="18" charset="0"/>
                <a:cs typeface="Times New Roman" panose="02020603050405020304" pitchFamily="18" charset="0"/>
              </a:rPr>
              <a:t> (</a:t>
            </a:r>
            <a:r>
              <a:rPr lang="en-US" dirty="0" err="1">
                <a:solidFill>
                  <a:srgbClr val="002060"/>
                </a:solidFill>
                <a:latin typeface="Times New Roman" panose="02020603050405020304" pitchFamily="18" charset="0"/>
                <a:cs typeface="Times New Roman" panose="02020603050405020304" pitchFamily="18" charset="0"/>
              </a:rPr>
              <a:t>không</a:t>
            </a:r>
            <a:r>
              <a:rPr lang="en-US" dirty="0">
                <a:solidFill>
                  <a:srgbClr val="002060"/>
                </a:solidFill>
                <a:latin typeface="Times New Roman" panose="02020603050405020304" pitchFamily="18" charset="0"/>
                <a:cs typeface="Times New Roman" panose="02020603050405020304" pitchFamily="18" charset="0"/>
              </a:rPr>
              <a:t> </a:t>
            </a:r>
            <a:r>
              <a:rPr lang="en-US" dirty="0" err="1">
                <a:solidFill>
                  <a:srgbClr val="002060"/>
                </a:solidFill>
                <a:latin typeface="Times New Roman" panose="02020603050405020304" pitchFamily="18" charset="0"/>
                <a:cs typeface="Times New Roman" panose="02020603050405020304" pitchFamily="18" charset="0"/>
              </a:rPr>
              <a:t>được</a:t>
            </a:r>
            <a:r>
              <a:rPr lang="en-US" dirty="0">
                <a:solidFill>
                  <a:srgbClr val="002060"/>
                </a:solidFill>
                <a:latin typeface="Times New Roman" panose="02020603050405020304" pitchFamily="18" charset="0"/>
                <a:cs typeface="Times New Roman" panose="02020603050405020304" pitchFamily="18" charset="0"/>
              </a:rPr>
              <a:t> </a:t>
            </a:r>
            <a:r>
              <a:rPr lang="en-US" dirty="0" err="1">
                <a:solidFill>
                  <a:srgbClr val="002060"/>
                </a:solidFill>
                <a:latin typeface="Times New Roman" panose="02020603050405020304" pitchFamily="18" charset="0"/>
                <a:cs typeface="Times New Roman" panose="02020603050405020304" pitchFamily="18" charset="0"/>
              </a:rPr>
              <a:t>sa</a:t>
            </a:r>
            <a:r>
              <a:rPr lang="en-US" dirty="0">
                <a:solidFill>
                  <a:srgbClr val="002060"/>
                </a:solidFill>
                <a:latin typeface="Times New Roman" panose="02020603050405020304" pitchFamily="18" charset="0"/>
                <a:cs typeface="Times New Roman" panose="02020603050405020304" pitchFamily="18" charset="0"/>
              </a:rPr>
              <a:t> </a:t>
            </a:r>
            <a:r>
              <a:rPr lang="en-US" dirty="0" err="1">
                <a:solidFill>
                  <a:srgbClr val="002060"/>
                </a:solidFill>
                <a:latin typeface="Times New Roman" panose="02020603050405020304" pitchFamily="18" charset="0"/>
                <a:cs typeface="Times New Roman" panose="02020603050405020304" pitchFamily="18" charset="0"/>
              </a:rPr>
              <a:t>vào</a:t>
            </a:r>
            <a:r>
              <a:rPr lang="en-US" dirty="0">
                <a:solidFill>
                  <a:srgbClr val="002060"/>
                </a:solidFill>
                <a:latin typeface="Times New Roman" panose="02020603050405020304" pitchFamily="18" charset="0"/>
                <a:cs typeface="Times New Roman" panose="02020603050405020304" pitchFamily="18" charset="0"/>
              </a:rPr>
              <a:t> </a:t>
            </a:r>
            <a:r>
              <a:rPr lang="en-US" dirty="0" err="1">
                <a:solidFill>
                  <a:srgbClr val="002060"/>
                </a:solidFill>
                <a:latin typeface="Times New Roman" panose="02020603050405020304" pitchFamily="18" charset="0"/>
                <a:cs typeface="Times New Roman" panose="02020603050405020304" pitchFamily="18" charset="0"/>
              </a:rPr>
              <a:t>kinh</a:t>
            </a:r>
            <a:r>
              <a:rPr lang="en-US" dirty="0">
                <a:solidFill>
                  <a:srgbClr val="002060"/>
                </a:solidFill>
                <a:latin typeface="Times New Roman" panose="02020603050405020304" pitchFamily="18" charset="0"/>
                <a:cs typeface="Times New Roman" panose="02020603050405020304" pitchFamily="18" charset="0"/>
              </a:rPr>
              <a:t> </a:t>
            </a:r>
            <a:r>
              <a:rPr lang="en-US" dirty="0" err="1">
                <a:solidFill>
                  <a:srgbClr val="002060"/>
                </a:solidFill>
                <a:latin typeface="Times New Roman" panose="02020603050405020304" pitchFamily="18" charset="0"/>
                <a:cs typeface="Times New Roman" panose="02020603050405020304" pitchFamily="18" charset="0"/>
              </a:rPr>
              <a:t>nghiệm</a:t>
            </a:r>
            <a:r>
              <a:rPr lang="en-US" dirty="0">
                <a:solidFill>
                  <a:srgbClr val="002060"/>
                </a:solidFill>
                <a:latin typeface="Times New Roman" panose="02020603050405020304" pitchFamily="18" charset="0"/>
                <a:cs typeface="Times New Roman" panose="02020603050405020304" pitchFamily="18" charset="0"/>
              </a:rPr>
              <a:t> </a:t>
            </a:r>
            <a:r>
              <a:rPr lang="en-US" dirty="0" err="1">
                <a:solidFill>
                  <a:srgbClr val="002060"/>
                </a:solidFill>
                <a:latin typeface="Times New Roman" panose="02020603050405020304" pitchFamily="18" charset="0"/>
                <a:cs typeface="Times New Roman" panose="02020603050405020304" pitchFamily="18" charset="0"/>
              </a:rPr>
              <a:t>chủ</a:t>
            </a:r>
            <a:r>
              <a:rPr lang="en-US" dirty="0">
                <a:solidFill>
                  <a:srgbClr val="002060"/>
                </a:solidFill>
                <a:latin typeface="Times New Roman" panose="02020603050405020304" pitchFamily="18" charset="0"/>
                <a:cs typeface="Times New Roman" panose="02020603050405020304" pitchFamily="18" charset="0"/>
              </a:rPr>
              <a:t> </a:t>
            </a:r>
            <a:r>
              <a:rPr lang="en-US" dirty="0" err="1">
                <a:solidFill>
                  <a:srgbClr val="002060"/>
                </a:solidFill>
                <a:latin typeface="Times New Roman" panose="02020603050405020304" pitchFamily="18" charset="0"/>
                <a:cs typeface="Times New Roman" panose="02020603050405020304" pitchFamily="18" charset="0"/>
              </a:rPr>
              <a:t>nghĩa</a:t>
            </a:r>
            <a:r>
              <a:rPr lang="en-US" dirty="0">
                <a:solidFill>
                  <a:srgbClr val="002060"/>
                </a:solidFill>
                <a:latin typeface="Times New Roman" panose="02020603050405020304" pitchFamily="18" charset="0"/>
                <a:cs typeface="Times New Roman" panose="02020603050405020304" pitchFamily="18" charset="0"/>
              </a:rPr>
              <a:t>) </a:t>
            </a:r>
            <a:r>
              <a:rPr lang="en-US" dirty="0" err="1">
                <a:solidFill>
                  <a:srgbClr val="002060"/>
                </a:solidFill>
                <a:latin typeface="Times New Roman" panose="02020603050405020304" pitchFamily="18" charset="0"/>
                <a:cs typeface="Times New Roman" panose="02020603050405020304" pitchFamily="18" charset="0"/>
              </a:rPr>
              <a:t>mới</a:t>
            </a:r>
            <a:r>
              <a:rPr lang="en-US" dirty="0">
                <a:solidFill>
                  <a:srgbClr val="002060"/>
                </a:solidFill>
                <a:latin typeface="Times New Roman" panose="02020603050405020304" pitchFamily="18" charset="0"/>
                <a:cs typeface="Times New Roman" panose="02020603050405020304" pitchFamily="18" charset="0"/>
              </a:rPr>
              <a:t> </a:t>
            </a:r>
            <a:r>
              <a:rPr lang="en-US" dirty="0" err="1">
                <a:solidFill>
                  <a:srgbClr val="002060"/>
                </a:solidFill>
                <a:latin typeface="Times New Roman" panose="02020603050405020304" pitchFamily="18" charset="0"/>
                <a:cs typeface="Times New Roman" panose="02020603050405020304" pitchFamily="18" charset="0"/>
              </a:rPr>
              <a:t>giành</a:t>
            </a:r>
            <a:r>
              <a:rPr lang="en-US" dirty="0">
                <a:solidFill>
                  <a:srgbClr val="002060"/>
                </a:solidFill>
                <a:latin typeface="Times New Roman" panose="02020603050405020304" pitchFamily="18" charset="0"/>
                <a:cs typeface="Times New Roman" panose="02020603050405020304" pitchFamily="18" charset="0"/>
              </a:rPr>
              <a:t> </a:t>
            </a:r>
            <a:r>
              <a:rPr lang="en-US" dirty="0" err="1">
                <a:solidFill>
                  <a:srgbClr val="002060"/>
                </a:solidFill>
                <a:latin typeface="Times New Roman" panose="02020603050405020304" pitchFamily="18" charset="0"/>
                <a:cs typeface="Times New Roman" panose="02020603050405020304" pitchFamily="18" charset="0"/>
              </a:rPr>
              <a:t>được</a:t>
            </a:r>
            <a:r>
              <a:rPr lang="en-US" dirty="0">
                <a:solidFill>
                  <a:srgbClr val="002060"/>
                </a:solidFill>
                <a:latin typeface="Times New Roman" panose="02020603050405020304" pitchFamily="18" charset="0"/>
                <a:cs typeface="Times New Roman" panose="02020603050405020304" pitchFamily="18" charset="0"/>
              </a:rPr>
              <a:t> </a:t>
            </a:r>
            <a:r>
              <a:rPr lang="en-US" dirty="0" err="1">
                <a:solidFill>
                  <a:srgbClr val="002060"/>
                </a:solidFill>
                <a:latin typeface="Times New Roman" panose="02020603050405020304" pitchFamily="18" charset="0"/>
                <a:cs typeface="Times New Roman" panose="02020603050405020304" pitchFamily="18" charset="0"/>
              </a:rPr>
              <a:t>thắng</a:t>
            </a:r>
            <a:r>
              <a:rPr lang="en-US" dirty="0">
                <a:solidFill>
                  <a:srgbClr val="002060"/>
                </a:solidFill>
                <a:latin typeface="Times New Roman" panose="02020603050405020304" pitchFamily="18" charset="0"/>
                <a:cs typeface="Times New Roman" panose="02020603050405020304" pitchFamily="18" charset="0"/>
              </a:rPr>
              <a:t> </a:t>
            </a:r>
            <a:r>
              <a:rPr lang="en-US" dirty="0" err="1">
                <a:solidFill>
                  <a:srgbClr val="002060"/>
                </a:solidFill>
                <a:latin typeface="Times New Roman" panose="02020603050405020304" pitchFamily="18" charset="0"/>
                <a:cs typeface="Times New Roman" panose="02020603050405020304" pitchFamily="18" charset="0"/>
              </a:rPr>
              <a:t>lợi</a:t>
            </a:r>
            <a:endParaRPr lang="en-US" dirty="0">
              <a:solidFill>
                <a:srgbClr val="002060"/>
              </a:solidFill>
              <a:latin typeface="Times New Roman" panose="02020603050405020304" pitchFamily="18" charset="0"/>
              <a:cs typeface="Times New Roman" panose="02020603050405020304" pitchFamily="18" charset="0"/>
            </a:endParaRPr>
          </a:p>
          <a:p>
            <a:pPr algn="just">
              <a:lnSpc>
                <a:spcPts val="3700"/>
              </a:lnSpc>
              <a:spcBef>
                <a:spcPts val="600"/>
              </a:spcBef>
              <a:buFontTx/>
              <a:buChar char="-"/>
              <a:defRPr/>
            </a:pPr>
            <a:r>
              <a:rPr lang="en-US" dirty="0" err="1">
                <a:solidFill>
                  <a:srgbClr val="002060"/>
                </a:solidFill>
                <a:latin typeface="Times New Roman" panose="02020603050405020304" pitchFamily="18" charset="0"/>
                <a:cs typeface="Times New Roman" panose="02020603050405020304" pitchFamily="18" charset="0"/>
              </a:rPr>
              <a:t>Ngoài</a:t>
            </a:r>
            <a:r>
              <a:rPr lang="en-US" dirty="0">
                <a:solidFill>
                  <a:srgbClr val="002060"/>
                </a:solidFill>
                <a:latin typeface="Times New Roman" panose="02020603050405020304" pitchFamily="18" charset="0"/>
                <a:cs typeface="Times New Roman" panose="02020603050405020304" pitchFamily="18" charset="0"/>
              </a:rPr>
              <a:t> </a:t>
            </a:r>
            <a:r>
              <a:rPr lang="en-US" dirty="0" err="1">
                <a:solidFill>
                  <a:srgbClr val="002060"/>
                </a:solidFill>
                <a:latin typeface="Times New Roman" panose="02020603050405020304" pitchFamily="18" charset="0"/>
                <a:cs typeface="Times New Roman" panose="02020603050405020304" pitchFamily="18" charset="0"/>
              </a:rPr>
              <a:t>nhiệm</a:t>
            </a:r>
            <a:r>
              <a:rPr lang="en-US" dirty="0">
                <a:solidFill>
                  <a:srgbClr val="002060"/>
                </a:solidFill>
                <a:latin typeface="Times New Roman" panose="02020603050405020304" pitchFamily="18" charset="0"/>
                <a:cs typeface="Times New Roman" panose="02020603050405020304" pitchFamily="18" charset="0"/>
              </a:rPr>
              <a:t> </a:t>
            </a:r>
            <a:r>
              <a:rPr lang="en-US" dirty="0" err="1">
                <a:solidFill>
                  <a:srgbClr val="002060"/>
                </a:solidFill>
                <a:latin typeface="Times New Roman" panose="02020603050405020304" pitchFamily="18" charset="0"/>
                <a:cs typeface="Times New Roman" panose="02020603050405020304" pitchFamily="18" charset="0"/>
              </a:rPr>
              <a:t>vụ</a:t>
            </a:r>
            <a:r>
              <a:rPr lang="en-US" dirty="0">
                <a:solidFill>
                  <a:srgbClr val="002060"/>
                </a:solidFill>
                <a:latin typeface="Times New Roman" panose="02020603050405020304" pitchFamily="18" charset="0"/>
                <a:cs typeface="Times New Roman" panose="02020603050405020304" pitchFamily="18" charset="0"/>
              </a:rPr>
              <a:t> </a:t>
            </a:r>
            <a:r>
              <a:rPr lang="en-US" dirty="0" err="1">
                <a:solidFill>
                  <a:srgbClr val="002060"/>
                </a:solidFill>
                <a:latin typeface="Times New Roman" panose="02020603050405020304" pitchFamily="18" charset="0"/>
                <a:cs typeface="Times New Roman" panose="02020603050405020304" pitchFamily="18" charset="0"/>
              </a:rPr>
              <a:t>đấu</a:t>
            </a:r>
            <a:r>
              <a:rPr lang="en-US" dirty="0">
                <a:solidFill>
                  <a:srgbClr val="002060"/>
                </a:solidFill>
                <a:latin typeface="Times New Roman" panose="02020603050405020304" pitchFamily="18" charset="0"/>
                <a:cs typeface="Times New Roman" panose="02020603050405020304" pitchFamily="18" charset="0"/>
              </a:rPr>
              <a:t> </a:t>
            </a:r>
            <a:r>
              <a:rPr lang="en-US" dirty="0" err="1">
                <a:solidFill>
                  <a:srgbClr val="002060"/>
                </a:solidFill>
                <a:latin typeface="Times New Roman" panose="02020603050405020304" pitchFamily="18" charset="0"/>
                <a:cs typeface="Times New Roman" panose="02020603050405020304" pitchFamily="18" charset="0"/>
              </a:rPr>
              <a:t>tranh</a:t>
            </a:r>
            <a:r>
              <a:rPr lang="en-US" dirty="0">
                <a:solidFill>
                  <a:srgbClr val="002060"/>
                </a:solidFill>
                <a:latin typeface="Times New Roman" panose="02020603050405020304" pitchFamily="18" charset="0"/>
                <a:cs typeface="Times New Roman" panose="02020603050405020304" pitchFamily="18" charset="0"/>
              </a:rPr>
              <a:t> KT, CT, </a:t>
            </a:r>
            <a:r>
              <a:rPr lang="en-US" dirty="0" err="1">
                <a:solidFill>
                  <a:srgbClr val="002060"/>
                </a:solidFill>
                <a:latin typeface="Times New Roman" panose="02020603050405020304" pitchFamily="18" charset="0"/>
                <a:cs typeface="Times New Roman" panose="02020603050405020304" pitchFamily="18" charset="0"/>
              </a:rPr>
              <a:t>Đảng</a:t>
            </a:r>
            <a:r>
              <a:rPr lang="en-US" dirty="0">
                <a:solidFill>
                  <a:srgbClr val="002060"/>
                </a:solidFill>
                <a:latin typeface="Times New Roman" panose="02020603050405020304" pitchFamily="18" charset="0"/>
                <a:cs typeface="Times New Roman" panose="02020603050405020304" pitchFamily="18" charset="0"/>
              </a:rPr>
              <a:t> </a:t>
            </a:r>
            <a:r>
              <a:rPr lang="en-US" dirty="0" err="1">
                <a:solidFill>
                  <a:srgbClr val="002060"/>
                </a:solidFill>
                <a:latin typeface="Times New Roman" panose="02020603050405020304" pitchFamily="18" charset="0"/>
                <a:cs typeface="Times New Roman" panose="02020603050405020304" pitchFamily="18" charset="0"/>
              </a:rPr>
              <a:t>phải</a:t>
            </a:r>
            <a:r>
              <a:rPr lang="en-US" dirty="0">
                <a:solidFill>
                  <a:srgbClr val="002060"/>
                </a:solidFill>
                <a:latin typeface="Times New Roman" panose="02020603050405020304" pitchFamily="18" charset="0"/>
                <a:cs typeface="Times New Roman" panose="02020603050405020304" pitchFamily="18" charset="0"/>
              </a:rPr>
              <a:t> </a:t>
            </a:r>
            <a:r>
              <a:rPr lang="en-US" dirty="0" err="1">
                <a:solidFill>
                  <a:srgbClr val="002060"/>
                </a:solidFill>
                <a:latin typeface="Times New Roman" panose="02020603050405020304" pitchFamily="18" charset="0"/>
                <a:cs typeface="Times New Roman" panose="02020603050405020304" pitchFamily="18" charset="0"/>
              </a:rPr>
              <a:t>đấu</a:t>
            </a:r>
            <a:r>
              <a:rPr lang="en-US" dirty="0">
                <a:solidFill>
                  <a:srgbClr val="002060"/>
                </a:solidFill>
                <a:latin typeface="Times New Roman" panose="02020603050405020304" pitchFamily="18" charset="0"/>
                <a:cs typeface="Times New Roman" panose="02020603050405020304" pitchFamily="18" charset="0"/>
              </a:rPr>
              <a:t> </a:t>
            </a:r>
            <a:r>
              <a:rPr lang="en-US" dirty="0" err="1">
                <a:solidFill>
                  <a:srgbClr val="002060"/>
                </a:solidFill>
                <a:latin typeface="Times New Roman" panose="02020603050405020304" pitchFamily="18" charset="0"/>
                <a:cs typeface="Times New Roman" panose="02020603050405020304" pitchFamily="18" charset="0"/>
              </a:rPr>
              <a:t>tranh</a:t>
            </a:r>
            <a:r>
              <a:rPr lang="en-US" dirty="0">
                <a:solidFill>
                  <a:srgbClr val="002060"/>
                </a:solidFill>
                <a:latin typeface="Times New Roman" panose="02020603050405020304" pitchFamily="18" charset="0"/>
                <a:cs typeface="Times New Roman" panose="02020603050405020304" pitchFamily="18" charset="0"/>
              </a:rPr>
              <a:t> </a:t>
            </a:r>
            <a:r>
              <a:rPr lang="en-US" dirty="0" err="1">
                <a:solidFill>
                  <a:srgbClr val="002060"/>
                </a:solidFill>
                <a:latin typeface="Times New Roman" panose="02020603050405020304" pitchFamily="18" charset="0"/>
                <a:cs typeface="Times New Roman" panose="02020603050405020304" pitchFamily="18" charset="0"/>
              </a:rPr>
              <a:t>lý</a:t>
            </a:r>
            <a:r>
              <a:rPr lang="en-US" dirty="0">
                <a:solidFill>
                  <a:srgbClr val="002060"/>
                </a:solidFill>
                <a:latin typeface="Times New Roman" panose="02020603050405020304" pitchFamily="18" charset="0"/>
                <a:cs typeface="Times New Roman" panose="02020603050405020304" pitchFamily="18" charset="0"/>
              </a:rPr>
              <a:t> </a:t>
            </a:r>
            <a:r>
              <a:rPr lang="en-US" dirty="0" err="1">
                <a:solidFill>
                  <a:srgbClr val="002060"/>
                </a:solidFill>
                <a:latin typeface="Times New Roman" panose="02020603050405020304" pitchFamily="18" charset="0"/>
                <a:cs typeface="Times New Roman" panose="02020603050405020304" pitchFamily="18" charset="0"/>
              </a:rPr>
              <a:t>luận</a:t>
            </a:r>
            <a:r>
              <a:rPr lang="en-US" dirty="0">
                <a:solidFill>
                  <a:srgbClr val="002060"/>
                </a:solidFill>
                <a:latin typeface="Times New Roman" panose="02020603050405020304" pitchFamily="18" charset="0"/>
                <a:cs typeface="Times New Roman" panose="02020603050405020304" pitchFamily="18" charset="0"/>
              </a:rPr>
              <a:t> </a:t>
            </a:r>
            <a:r>
              <a:rPr lang="en-US" dirty="0" err="1">
                <a:solidFill>
                  <a:srgbClr val="002060"/>
                </a:solidFill>
                <a:latin typeface="Times New Roman" panose="02020603050405020304" pitchFamily="18" charset="0"/>
                <a:cs typeface="Times New Roman" panose="02020603050405020304" pitchFamily="18" charset="0"/>
              </a:rPr>
              <a:t>chống</a:t>
            </a:r>
            <a:r>
              <a:rPr lang="en-US" dirty="0">
                <a:solidFill>
                  <a:srgbClr val="002060"/>
                </a:solidFill>
                <a:latin typeface="Times New Roman" panose="02020603050405020304" pitchFamily="18" charset="0"/>
                <a:cs typeface="Times New Roman" panose="02020603050405020304" pitchFamily="18" charset="0"/>
              </a:rPr>
              <a:t> </a:t>
            </a:r>
            <a:r>
              <a:rPr lang="en-US" dirty="0" err="1">
                <a:solidFill>
                  <a:srgbClr val="002060"/>
                </a:solidFill>
                <a:latin typeface="Times New Roman" panose="02020603050405020304" pitchFamily="18" charset="0"/>
                <a:cs typeface="Times New Roman" panose="02020603050405020304" pitchFamily="18" charset="0"/>
              </a:rPr>
              <a:t>các</a:t>
            </a:r>
            <a:r>
              <a:rPr lang="en-US" dirty="0">
                <a:solidFill>
                  <a:srgbClr val="002060"/>
                </a:solidFill>
                <a:latin typeface="Times New Roman" panose="02020603050405020304" pitchFamily="18" charset="0"/>
                <a:cs typeface="Times New Roman" panose="02020603050405020304" pitchFamily="18" charset="0"/>
              </a:rPr>
              <a:t> </a:t>
            </a:r>
            <a:r>
              <a:rPr lang="en-US" dirty="0" err="1">
                <a:solidFill>
                  <a:srgbClr val="002060"/>
                </a:solidFill>
                <a:latin typeface="Times New Roman" panose="02020603050405020304" pitchFamily="18" charset="0"/>
                <a:cs typeface="Times New Roman" panose="02020603050405020304" pitchFamily="18" charset="0"/>
              </a:rPr>
              <a:t>trào</a:t>
            </a:r>
            <a:r>
              <a:rPr lang="en-US" dirty="0">
                <a:solidFill>
                  <a:srgbClr val="002060"/>
                </a:solidFill>
                <a:latin typeface="Times New Roman" panose="02020603050405020304" pitchFamily="18" charset="0"/>
                <a:cs typeface="Times New Roman" panose="02020603050405020304" pitchFamily="18" charset="0"/>
              </a:rPr>
              <a:t> </a:t>
            </a:r>
            <a:r>
              <a:rPr lang="en-US" dirty="0" err="1">
                <a:solidFill>
                  <a:srgbClr val="002060"/>
                </a:solidFill>
                <a:latin typeface="Times New Roman" panose="02020603050405020304" pitchFamily="18" charset="0"/>
                <a:cs typeface="Times New Roman" panose="02020603050405020304" pitchFamily="18" charset="0"/>
              </a:rPr>
              <a:t>lưu</a:t>
            </a:r>
            <a:r>
              <a:rPr lang="en-US" dirty="0">
                <a:solidFill>
                  <a:srgbClr val="002060"/>
                </a:solidFill>
                <a:latin typeface="Times New Roman" panose="02020603050405020304" pitchFamily="18" charset="0"/>
                <a:cs typeface="Times New Roman" panose="02020603050405020304" pitchFamily="18" charset="0"/>
              </a:rPr>
              <a:t> </a:t>
            </a:r>
            <a:r>
              <a:rPr lang="en-US" dirty="0" err="1">
                <a:solidFill>
                  <a:srgbClr val="002060"/>
                </a:solidFill>
                <a:latin typeface="Times New Roman" panose="02020603050405020304" pitchFamily="18" charset="0"/>
                <a:cs typeface="Times New Roman" panose="02020603050405020304" pitchFamily="18" charset="0"/>
              </a:rPr>
              <a:t>thù</a:t>
            </a:r>
            <a:r>
              <a:rPr lang="en-US" dirty="0">
                <a:solidFill>
                  <a:srgbClr val="002060"/>
                </a:solidFill>
                <a:latin typeface="Times New Roman" panose="02020603050405020304" pitchFamily="18" charset="0"/>
                <a:cs typeface="Times New Roman" panose="02020603050405020304" pitchFamily="18" charset="0"/>
              </a:rPr>
              <a:t> </a:t>
            </a:r>
            <a:r>
              <a:rPr lang="en-US" dirty="0" err="1">
                <a:solidFill>
                  <a:srgbClr val="002060"/>
                </a:solidFill>
                <a:latin typeface="Times New Roman" panose="02020603050405020304" pitchFamily="18" charset="0"/>
                <a:cs typeface="Times New Roman" panose="02020603050405020304" pitchFamily="18" charset="0"/>
              </a:rPr>
              <a:t>địch</a:t>
            </a:r>
            <a:r>
              <a:rPr lang="en-US" dirty="0">
                <a:solidFill>
                  <a:srgbClr val="002060"/>
                </a:solidFill>
                <a:latin typeface="Times New Roman" panose="02020603050405020304" pitchFamily="18" charset="0"/>
                <a:cs typeface="Times New Roman" panose="02020603050405020304" pitchFamily="18" charset="0"/>
              </a:rPr>
              <a:t> </a:t>
            </a:r>
            <a:r>
              <a:rPr lang="en-US" dirty="0" err="1">
                <a:solidFill>
                  <a:srgbClr val="002060"/>
                </a:solidFill>
                <a:latin typeface="Times New Roman" panose="02020603050405020304" pitchFamily="18" charset="0"/>
                <a:cs typeface="Times New Roman" panose="02020603050405020304" pitchFamily="18" charset="0"/>
              </a:rPr>
              <a:t>với</a:t>
            </a:r>
            <a:r>
              <a:rPr lang="en-US" dirty="0">
                <a:solidFill>
                  <a:srgbClr val="002060"/>
                </a:solidFill>
                <a:latin typeface="Times New Roman" panose="02020603050405020304" pitchFamily="18" charset="0"/>
                <a:cs typeface="Times New Roman" panose="02020603050405020304" pitchFamily="18" charset="0"/>
              </a:rPr>
              <a:t> CNXHKH </a:t>
            </a:r>
            <a:r>
              <a:rPr lang="en-US" dirty="0" err="1">
                <a:solidFill>
                  <a:srgbClr val="002060"/>
                </a:solidFill>
                <a:latin typeface="Times New Roman" panose="02020603050405020304" pitchFamily="18" charset="0"/>
                <a:cs typeface="Times New Roman" panose="02020603050405020304" pitchFamily="18" charset="0"/>
              </a:rPr>
              <a:t>để</a:t>
            </a:r>
            <a:r>
              <a:rPr lang="en-US" dirty="0">
                <a:solidFill>
                  <a:srgbClr val="002060"/>
                </a:solidFill>
                <a:latin typeface="Times New Roman" panose="02020603050405020304" pitchFamily="18" charset="0"/>
                <a:cs typeface="Times New Roman" panose="02020603050405020304" pitchFamily="18" charset="0"/>
              </a:rPr>
              <a:t> </a:t>
            </a:r>
            <a:r>
              <a:rPr lang="en-US" dirty="0" err="1">
                <a:solidFill>
                  <a:srgbClr val="002060"/>
                </a:solidFill>
                <a:latin typeface="Times New Roman" panose="02020603050405020304" pitchFamily="18" charset="0"/>
                <a:cs typeface="Times New Roman" panose="02020603050405020304" pitchFamily="18" charset="0"/>
              </a:rPr>
              <a:t>giữ</a:t>
            </a:r>
            <a:r>
              <a:rPr lang="en-US" dirty="0">
                <a:solidFill>
                  <a:srgbClr val="002060"/>
                </a:solidFill>
                <a:latin typeface="Times New Roman" panose="02020603050405020304" pitchFamily="18" charset="0"/>
                <a:cs typeface="Times New Roman" panose="02020603050405020304" pitchFamily="18" charset="0"/>
              </a:rPr>
              <a:t> </a:t>
            </a:r>
            <a:r>
              <a:rPr lang="en-US" dirty="0" err="1">
                <a:solidFill>
                  <a:srgbClr val="002060"/>
                </a:solidFill>
                <a:latin typeface="Times New Roman" panose="02020603050405020304" pitchFamily="18" charset="0"/>
                <a:cs typeface="Times New Roman" panose="02020603050405020304" pitchFamily="18" charset="0"/>
              </a:rPr>
              <a:t>sự</a:t>
            </a:r>
            <a:r>
              <a:rPr lang="en-US" dirty="0">
                <a:solidFill>
                  <a:srgbClr val="002060"/>
                </a:solidFill>
                <a:latin typeface="Times New Roman" panose="02020603050405020304" pitchFamily="18" charset="0"/>
                <a:cs typeface="Times New Roman" panose="02020603050405020304" pitchFamily="18" charset="0"/>
              </a:rPr>
              <a:t> </a:t>
            </a:r>
            <a:r>
              <a:rPr lang="en-US" dirty="0" err="1">
                <a:solidFill>
                  <a:srgbClr val="002060"/>
                </a:solidFill>
                <a:latin typeface="Times New Roman" panose="02020603050405020304" pitchFamily="18" charset="0"/>
                <a:cs typeface="Times New Roman" panose="02020603050405020304" pitchFamily="18" charset="0"/>
              </a:rPr>
              <a:t>trong</a:t>
            </a:r>
            <a:r>
              <a:rPr lang="en-US" dirty="0">
                <a:solidFill>
                  <a:srgbClr val="002060"/>
                </a:solidFill>
                <a:latin typeface="Times New Roman" panose="02020603050405020304" pitchFamily="18" charset="0"/>
                <a:cs typeface="Times New Roman" panose="02020603050405020304" pitchFamily="18" charset="0"/>
              </a:rPr>
              <a:t> </a:t>
            </a:r>
            <a:r>
              <a:rPr lang="en-US" dirty="0" err="1">
                <a:solidFill>
                  <a:srgbClr val="002060"/>
                </a:solidFill>
                <a:latin typeface="Times New Roman" panose="02020603050405020304" pitchFamily="18" charset="0"/>
                <a:cs typeface="Times New Roman" panose="02020603050405020304" pitchFamily="18" charset="0"/>
              </a:rPr>
              <a:t>sáng</a:t>
            </a:r>
            <a:r>
              <a:rPr lang="en-US" dirty="0">
                <a:solidFill>
                  <a:srgbClr val="002060"/>
                </a:solidFill>
                <a:latin typeface="Times New Roman" panose="02020603050405020304" pitchFamily="18" charset="0"/>
                <a:cs typeface="Times New Roman" panose="02020603050405020304" pitchFamily="18" charset="0"/>
              </a:rPr>
              <a:t> </a:t>
            </a:r>
            <a:r>
              <a:rPr lang="en-US" dirty="0" err="1">
                <a:solidFill>
                  <a:srgbClr val="002060"/>
                </a:solidFill>
                <a:latin typeface="Times New Roman" panose="02020603050405020304" pitchFamily="18" charset="0"/>
                <a:cs typeface="Times New Roman" panose="02020603050405020304" pitchFamily="18" charset="0"/>
              </a:rPr>
              <a:t>của</a:t>
            </a:r>
            <a:r>
              <a:rPr lang="en-US" dirty="0">
                <a:solidFill>
                  <a:srgbClr val="002060"/>
                </a:solidFill>
                <a:latin typeface="Times New Roman" panose="02020603050405020304" pitchFamily="18" charset="0"/>
                <a:cs typeface="Times New Roman" panose="02020603050405020304" pitchFamily="18" charset="0"/>
              </a:rPr>
              <a:t> </a:t>
            </a:r>
            <a:r>
              <a:rPr lang="en-US" dirty="0" err="1">
                <a:solidFill>
                  <a:srgbClr val="002060"/>
                </a:solidFill>
                <a:latin typeface="Times New Roman" panose="02020603050405020304" pitchFamily="18" charset="0"/>
                <a:cs typeface="Times New Roman" panose="02020603050405020304" pitchFamily="18" charset="0"/>
              </a:rPr>
              <a:t>lý</a:t>
            </a:r>
            <a:r>
              <a:rPr lang="en-US" dirty="0">
                <a:solidFill>
                  <a:srgbClr val="002060"/>
                </a:solidFill>
                <a:latin typeface="Times New Roman" panose="02020603050405020304" pitchFamily="18" charset="0"/>
                <a:cs typeface="Times New Roman" panose="02020603050405020304" pitchFamily="18" charset="0"/>
              </a:rPr>
              <a:t> </a:t>
            </a:r>
            <a:r>
              <a:rPr lang="en-US" dirty="0" err="1">
                <a:solidFill>
                  <a:srgbClr val="002060"/>
                </a:solidFill>
                <a:latin typeface="Times New Roman" panose="02020603050405020304" pitchFamily="18" charset="0"/>
                <a:cs typeface="Times New Roman" panose="02020603050405020304" pitchFamily="18" charset="0"/>
              </a:rPr>
              <a:t>luận</a:t>
            </a:r>
            <a:r>
              <a:rPr lang="en-US" dirty="0">
                <a:solidFill>
                  <a:srgbClr val="002060"/>
                </a:solidFill>
                <a:latin typeface="Times New Roman" panose="02020603050405020304" pitchFamily="18" charset="0"/>
                <a:cs typeface="Times New Roman" panose="02020603050405020304" pitchFamily="18" charset="0"/>
              </a:rPr>
              <a:t> </a:t>
            </a:r>
            <a:r>
              <a:rPr lang="en-US" dirty="0" err="1">
                <a:solidFill>
                  <a:srgbClr val="002060"/>
                </a:solidFill>
                <a:latin typeface="Times New Roman" panose="02020603050405020304" pitchFamily="18" charset="0"/>
                <a:cs typeface="Times New Roman" panose="02020603050405020304" pitchFamily="18" charset="0"/>
              </a:rPr>
              <a:t>và</a:t>
            </a:r>
            <a:r>
              <a:rPr lang="en-US" dirty="0">
                <a:solidFill>
                  <a:srgbClr val="002060"/>
                </a:solidFill>
                <a:latin typeface="Times New Roman" panose="02020603050405020304" pitchFamily="18" charset="0"/>
                <a:cs typeface="Times New Roman" panose="02020603050405020304" pitchFamily="18" charset="0"/>
              </a:rPr>
              <a:t> </a:t>
            </a:r>
            <a:r>
              <a:rPr lang="en-US" dirty="0" err="1">
                <a:solidFill>
                  <a:srgbClr val="002060"/>
                </a:solidFill>
                <a:latin typeface="Times New Roman" panose="02020603050405020304" pitchFamily="18" charset="0"/>
                <a:cs typeface="Times New Roman" panose="02020603050405020304" pitchFamily="18" charset="0"/>
              </a:rPr>
              <a:t>đoàn</a:t>
            </a:r>
            <a:r>
              <a:rPr lang="en-US" dirty="0">
                <a:solidFill>
                  <a:srgbClr val="002060"/>
                </a:solidFill>
                <a:latin typeface="Times New Roman" panose="02020603050405020304" pitchFamily="18" charset="0"/>
                <a:cs typeface="Times New Roman" panose="02020603050405020304" pitchFamily="18" charset="0"/>
              </a:rPr>
              <a:t> </a:t>
            </a:r>
            <a:r>
              <a:rPr lang="en-US" dirty="0" err="1">
                <a:solidFill>
                  <a:srgbClr val="002060"/>
                </a:solidFill>
                <a:latin typeface="Times New Roman" panose="02020603050405020304" pitchFamily="18" charset="0"/>
                <a:cs typeface="Times New Roman" panose="02020603050405020304" pitchFamily="18" charset="0"/>
              </a:rPr>
              <a:t>kết</a:t>
            </a:r>
            <a:r>
              <a:rPr lang="en-US" dirty="0">
                <a:solidFill>
                  <a:srgbClr val="002060"/>
                </a:solidFill>
                <a:latin typeface="Times New Roman" panose="02020603050405020304" pitchFamily="18" charset="0"/>
                <a:cs typeface="Times New Roman" panose="02020603050405020304" pitchFamily="18" charset="0"/>
              </a:rPr>
              <a:t> </a:t>
            </a:r>
            <a:r>
              <a:rPr lang="en-US" dirty="0" err="1">
                <a:solidFill>
                  <a:srgbClr val="002060"/>
                </a:solidFill>
                <a:latin typeface="Times New Roman" panose="02020603050405020304" pitchFamily="18" charset="0"/>
                <a:cs typeface="Times New Roman" panose="02020603050405020304" pitchFamily="18" charset="0"/>
              </a:rPr>
              <a:t>trong</a:t>
            </a:r>
            <a:r>
              <a:rPr lang="en-US" dirty="0">
                <a:solidFill>
                  <a:srgbClr val="002060"/>
                </a:solidFill>
                <a:latin typeface="Times New Roman" panose="02020603050405020304" pitchFamily="18" charset="0"/>
                <a:cs typeface="Times New Roman" panose="02020603050405020304" pitchFamily="18" charset="0"/>
              </a:rPr>
              <a:t> </a:t>
            </a:r>
            <a:r>
              <a:rPr lang="en-US" dirty="0" err="1">
                <a:solidFill>
                  <a:srgbClr val="002060"/>
                </a:solidFill>
                <a:latin typeface="Times New Roman" panose="02020603050405020304" pitchFamily="18" charset="0"/>
                <a:cs typeface="Times New Roman" panose="02020603050405020304" pitchFamily="18" charset="0"/>
              </a:rPr>
              <a:t>đảng</a:t>
            </a:r>
            <a:endParaRPr lang="en-US" dirty="0">
              <a:solidFill>
                <a:srgbClr val="002060"/>
              </a:solidFill>
              <a:latin typeface="Times New Roman" panose="02020603050405020304" pitchFamily="18" charset="0"/>
              <a:cs typeface="Times New Roman" panose="02020603050405020304" pitchFamily="18" charset="0"/>
            </a:endParaRPr>
          </a:p>
          <a:p>
            <a:pPr algn="just">
              <a:lnSpc>
                <a:spcPts val="3700"/>
              </a:lnSpc>
              <a:spcBef>
                <a:spcPts val="600"/>
              </a:spcBef>
              <a:buFontTx/>
              <a:buChar char="-"/>
              <a:defRPr/>
            </a:pPr>
            <a:r>
              <a:rPr lang="en-US" dirty="0" err="1">
                <a:solidFill>
                  <a:srgbClr val="002060"/>
                </a:solidFill>
                <a:latin typeface="Times New Roman" panose="02020603050405020304" pitchFamily="18" charset="0"/>
                <a:cs typeface="Times New Roman" panose="02020603050405020304" pitchFamily="18" charset="0"/>
              </a:rPr>
              <a:t>Đảng</a:t>
            </a:r>
            <a:r>
              <a:rPr lang="en-US" dirty="0">
                <a:solidFill>
                  <a:srgbClr val="002060"/>
                </a:solidFill>
                <a:latin typeface="Times New Roman" panose="02020603050405020304" pitchFamily="18" charset="0"/>
                <a:cs typeface="Times New Roman" panose="02020603050405020304" pitchFamily="18" charset="0"/>
              </a:rPr>
              <a:t> </a:t>
            </a:r>
            <a:r>
              <a:rPr lang="en-US" dirty="0" err="1">
                <a:solidFill>
                  <a:srgbClr val="002060"/>
                </a:solidFill>
                <a:latin typeface="Times New Roman" panose="02020603050405020304" pitchFamily="18" charset="0"/>
                <a:cs typeface="Times New Roman" panose="02020603050405020304" pitchFamily="18" charset="0"/>
              </a:rPr>
              <a:t>phải</a:t>
            </a:r>
            <a:r>
              <a:rPr lang="en-US" dirty="0">
                <a:solidFill>
                  <a:srgbClr val="002060"/>
                </a:solidFill>
                <a:latin typeface="Times New Roman" panose="02020603050405020304" pitchFamily="18" charset="0"/>
                <a:cs typeface="Times New Roman" panose="02020603050405020304" pitchFamily="18" charset="0"/>
              </a:rPr>
              <a:t> </a:t>
            </a:r>
            <a:r>
              <a:rPr lang="en-US" dirty="0" err="1">
                <a:solidFill>
                  <a:srgbClr val="002060"/>
                </a:solidFill>
                <a:latin typeface="Times New Roman" panose="02020603050405020304" pitchFamily="18" charset="0"/>
                <a:cs typeface="Times New Roman" panose="02020603050405020304" pitchFamily="18" charset="0"/>
              </a:rPr>
              <a:t>thực</a:t>
            </a:r>
            <a:r>
              <a:rPr lang="en-US" dirty="0">
                <a:solidFill>
                  <a:srgbClr val="002060"/>
                </a:solidFill>
                <a:latin typeface="Times New Roman" panose="02020603050405020304" pitchFamily="18" charset="0"/>
                <a:cs typeface="Times New Roman" panose="02020603050405020304" pitchFamily="18" charset="0"/>
              </a:rPr>
              <a:t> </a:t>
            </a:r>
            <a:r>
              <a:rPr lang="en-US" dirty="0" err="1">
                <a:solidFill>
                  <a:srgbClr val="002060"/>
                </a:solidFill>
                <a:latin typeface="Times New Roman" panose="02020603050405020304" pitchFamily="18" charset="0"/>
                <a:cs typeface="Times New Roman" panose="02020603050405020304" pitchFamily="18" charset="0"/>
              </a:rPr>
              <a:t>hiện</a:t>
            </a:r>
            <a:r>
              <a:rPr lang="en-US" dirty="0">
                <a:solidFill>
                  <a:srgbClr val="002060"/>
                </a:solidFill>
                <a:latin typeface="Times New Roman" panose="02020603050405020304" pitchFamily="18" charset="0"/>
                <a:cs typeface="Times New Roman" panose="02020603050405020304" pitchFamily="18" charset="0"/>
              </a:rPr>
              <a:t> </a:t>
            </a:r>
            <a:r>
              <a:rPr lang="en-US" dirty="0" err="1">
                <a:solidFill>
                  <a:srgbClr val="002060"/>
                </a:solidFill>
                <a:latin typeface="Times New Roman" panose="02020603050405020304" pitchFamily="18" charset="0"/>
                <a:cs typeface="Times New Roman" panose="02020603050405020304" pitchFamily="18" charset="0"/>
              </a:rPr>
              <a:t>tinh</a:t>
            </a:r>
            <a:r>
              <a:rPr lang="en-US" dirty="0">
                <a:solidFill>
                  <a:srgbClr val="002060"/>
                </a:solidFill>
                <a:latin typeface="Times New Roman" panose="02020603050405020304" pitchFamily="18" charset="0"/>
                <a:cs typeface="Times New Roman" panose="02020603050405020304" pitchFamily="18" charset="0"/>
              </a:rPr>
              <a:t> </a:t>
            </a:r>
            <a:r>
              <a:rPr lang="en-US" dirty="0" err="1">
                <a:solidFill>
                  <a:srgbClr val="002060"/>
                </a:solidFill>
                <a:latin typeface="Times New Roman" panose="02020603050405020304" pitchFamily="18" charset="0"/>
                <a:cs typeface="Times New Roman" panose="02020603050405020304" pitchFamily="18" charset="0"/>
              </a:rPr>
              <a:t>thần</a:t>
            </a:r>
            <a:r>
              <a:rPr lang="en-US" dirty="0">
                <a:solidFill>
                  <a:srgbClr val="002060"/>
                </a:solidFill>
                <a:latin typeface="Times New Roman" panose="02020603050405020304" pitchFamily="18" charset="0"/>
                <a:cs typeface="Times New Roman" panose="02020603050405020304" pitchFamily="18" charset="0"/>
              </a:rPr>
              <a:t> </a:t>
            </a:r>
            <a:r>
              <a:rPr lang="en-US" dirty="0" err="1">
                <a:solidFill>
                  <a:srgbClr val="002060"/>
                </a:solidFill>
                <a:latin typeface="Times New Roman" panose="02020603050405020304" pitchFamily="18" charset="0"/>
                <a:cs typeface="Times New Roman" panose="02020603050405020304" pitchFamily="18" charset="0"/>
              </a:rPr>
              <a:t>quốc</a:t>
            </a:r>
            <a:r>
              <a:rPr lang="en-US" dirty="0">
                <a:solidFill>
                  <a:srgbClr val="002060"/>
                </a:solidFill>
                <a:latin typeface="Times New Roman" panose="02020603050405020304" pitchFamily="18" charset="0"/>
                <a:cs typeface="Times New Roman" panose="02020603050405020304" pitchFamily="18" charset="0"/>
              </a:rPr>
              <a:t> </a:t>
            </a:r>
            <a:r>
              <a:rPr lang="en-US" dirty="0" err="1">
                <a:solidFill>
                  <a:srgbClr val="002060"/>
                </a:solidFill>
                <a:latin typeface="Times New Roman" panose="02020603050405020304" pitchFamily="18" charset="0"/>
                <a:cs typeface="Times New Roman" panose="02020603050405020304" pitchFamily="18" charset="0"/>
              </a:rPr>
              <a:t>tế</a:t>
            </a:r>
            <a:r>
              <a:rPr lang="en-US" dirty="0">
                <a:solidFill>
                  <a:srgbClr val="002060"/>
                </a:solidFill>
                <a:latin typeface="Times New Roman" panose="02020603050405020304" pitchFamily="18" charset="0"/>
                <a:cs typeface="Times New Roman" panose="02020603050405020304" pitchFamily="18" charset="0"/>
              </a:rPr>
              <a:t> </a:t>
            </a:r>
            <a:r>
              <a:rPr lang="en-US" dirty="0" err="1">
                <a:solidFill>
                  <a:srgbClr val="002060"/>
                </a:solidFill>
                <a:latin typeface="Times New Roman" panose="02020603050405020304" pitchFamily="18" charset="0"/>
                <a:cs typeface="Times New Roman" panose="02020603050405020304" pitchFamily="18" charset="0"/>
              </a:rPr>
              <a:t>chân</a:t>
            </a:r>
            <a:r>
              <a:rPr lang="en-US" dirty="0">
                <a:solidFill>
                  <a:srgbClr val="002060"/>
                </a:solidFill>
                <a:latin typeface="Times New Roman" panose="02020603050405020304" pitchFamily="18" charset="0"/>
                <a:cs typeface="Times New Roman" panose="02020603050405020304" pitchFamily="18" charset="0"/>
              </a:rPr>
              <a:t> </a:t>
            </a:r>
            <a:r>
              <a:rPr lang="en-US" dirty="0" err="1">
                <a:solidFill>
                  <a:srgbClr val="002060"/>
                </a:solidFill>
                <a:latin typeface="Times New Roman" panose="02020603050405020304" pitchFamily="18" charset="0"/>
                <a:cs typeface="Times New Roman" panose="02020603050405020304" pitchFamily="18" charset="0"/>
              </a:rPr>
              <a:t>chính</a:t>
            </a:r>
            <a:r>
              <a:rPr lang="en-US" dirty="0">
                <a:solidFill>
                  <a:srgbClr val="002060"/>
                </a:solidFill>
                <a:latin typeface="Times New Roman" panose="02020603050405020304" pitchFamily="18" charset="0"/>
                <a:cs typeface="Times New Roman" panose="02020603050405020304" pitchFamily="18" charset="0"/>
              </a:rPr>
              <a:t>, </a:t>
            </a:r>
            <a:r>
              <a:rPr lang="en-US" dirty="0" err="1">
                <a:solidFill>
                  <a:srgbClr val="002060"/>
                </a:solidFill>
                <a:latin typeface="Times New Roman" panose="02020603050405020304" pitchFamily="18" charset="0"/>
                <a:cs typeface="Times New Roman" panose="02020603050405020304" pitchFamily="18" charset="0"/>
              </a:rPr>
              <a:t>đoàn</a:t>
            </a:r>
            <a:r>
              <a:rPr lang="en-US" dirty="0">
                <a:solidFill>
                  <a:srgbClr val="002060"/>
                </a:solidFill>
                <a:latin typeface="Times New Roman" panose="02020603050405020304" pitchFamily="18" charset="0"/>
                <a:cs typeface="Times New Roman" panose="02020603050405020304" pitchFamily="18" charset="0"/>
              </a:rPr>
              <a:t> </a:t>
            </a:r>
            <a:r>
              <a:rPr lang="en-US" dirty="0" err="1">
                <a:solidFill>
                  <a:srgbClr val="002060"/>
                </a:solidFill>
                <a:latin typeface="Times New Roman" panose="02020603050405020304" pitchFamily="18" charset="0"/>
                <a:cs typeface="Times New Roman" panose="02020603050405020304" pitchFamily="18" charset="0"/>
              </a:rPr>
              <a:t>kết</a:t>
            </a:r>
            <a:r>
              <a:rPr lang="en-US" dirty="0">
                <a:solidFill>
                  <a:srgbClr val="002060"/>
                </a:solidFill>
                <a:latin typeface="Times New Roman" panose="02020603050405020304" pitchFamily="18" charset="0"/>
                <a:cs typeface="Times New Roman" panose="02020603050405020304" pitchFamily="18" charset="0"/>
              </a:rPr>
              <a:t> </a:t>
            </a:r>
            <a:r>
              <a:rPr lang="en-US" dirty="0" err="1">
                <a:solidFill>
                  <a:srgbClr val="002060"/>
                </a:solidFill>
                <a:latin typeface="Times New Roman" panose="02020603050405020304" pitchFamily="18" charset="0"/>
                <a:cs typeface="Times New Roman" panose="02020603050405020304" pitchFamily="18" charset="0"/>
              </a:rPr>
              <a:t>quốc</a:t>
            </a:r>
            <a:r>
              <a:rPr lang="en-US" dirty="0">
                <a:solidFill>
                  <a:srgbClr val="002060"/>
                </a:solidFill>
                <a:latin typeface="Times New Roman" panose="02020603050405020304" pitchFamily="18" charset="0"/>
                <a:cs typeface="Times New Roman" panose="02020603050405020304" pitchFamily="18" charset="0"/>
              </a:rPr>
              <a:t> </a:t>
            </a:r>
            <a:r>
              <a:rPr lang="en-US" dirty="0" err="1">
                <a:solidFill>
                  <a:srgbClr val="002060"/>
                </a:solidFill>
                <a:latin typeface="Times New Roman" panose="02020603050405020304" pitchFamily="18" charset="0"/>
                <a:cs typeface="Times New Roman" panose="02020603050405020304" pitchFamily="18" charset="0"/>
              </a:rPr>
              <a:t>tế</a:t>
            </a:r>
            <a:endParaRPr lang="en-US" dirty="0">
              <a:solidFill>
                <a:srgbClr val="002060"/>
              </a:solidFill>
              <a:latin typeface="Times New Roman" panose="02020603050405020304" pitchFamily="18" charset="0"/>
              <a:cs typeface="Times New Roman" panose="02020603050405020304" pitchFamily="18" charset="0"/>
            </a:endParaRPr>
          </a:p>
          <a:p>
            <a:pPr algn="just">
              <a:buFontTx/>
              <a:buChar char="-"/>
              <a:defRPr/>
            </a:pPr>
            <a:endParaRPr lang="en-US" dirty="0">
              <a:latin typeface="Times New Roman" panose="02020603050405020304" pitchFamily="18" charset="0"/>
              <a:cs typeface="Times New Roman" panose="02020603050405020304" pitchFamily="18" charset="0"/>
            </a:endParaRPr>
          </a:p>
        </p:txBody>
      </p:sp>
      <p:sp>
        <p:nvSpPr>
          <p:cNvPr id="7" name="Slide Number Placeholder 6"/>
          <p:cNvSpPr>
            <a:spLocks noGrp="1"/>
          </p:cNvSpPr>
          <p:nvPr>
            <p:ph type="sldNum" sz="quarter" idx="12"/>
          </p:nvPr>
        </p:nvSpPr>
        <p:spPr/>
        <p:txBody>
          <a:bodyPr/>
          <a:lstStyle>
            <a:lvl1pPr eaLnBrk="0" hangingPunct="0">
              <a:defRPr sz="2400">
                <a:solidFill>
                  <a:srgbClr val="00FF00"/>
                </a:solidFill>
                <a:latin typeface=".VnArial" panose="020B7200000000000000" pitchFamily="34" charset="0"/>
              </a:defRPr>
            </a:lvl1pPr>
            <a:lvl2pPr marL="742950" indent="-285750" eaLnBrk="0" hangingPunct="0">
              <a:defRPr sz="2400">
                <a:solidFill>
                  <a:srgbClr val="00FF00"/>
                </a:solidFill>
                <a:latin typeface=".VnArial" panose="020B7200000000000000" pitchFamily="34" charset="0"/>
              </a:defRPr>
            </a:lvl2pPr>
            <a:lvl3pPr marL="1143000" indent="-228600" eaLnBrk="0" hangingPunct="0">
              <a:defRPr sz="2400">
                <a:solidFill>
                  <a:srgbClr val="00FF00"/>
                </a:solidFill>
                <a:latin typeface=".VnArial" panose="020B7200000000000000" pitchFamily="34" charset="0"/>
              </a:defRPr>
            </a:lvl3pPr>
            <a:lvl4pPr marL="1600200" indent="-228600" eaLnBrk="0" hangingPunct="0">
              <a:defRPr sz="2400">
                <a:solidFill>
                  <a:srgbClr val="00FF00"/>
                </a:solidFill>
                <a:latin typeface=".VnArial" panose="020B7200000000000000" pitchFamily="34" charset="0"/>
              </a:defRPr>
            </a:lvl4pPr>
            <a:lvl5pPr marL="2057400" indent="-228600" eaLnBrk="0" hangingPunct="0">
              <a:defRPr sz="2400">
                <a:solidFill>
                  <a:srgbClr val="00FF00"/>
                </a:solidFill>
                <a:latin typeface=".VnArial" panose="020B7200000000000000" pitchFamily="34" charset="0"/>
              </a:defRPr>
            </a:lvl5pPr>
            <a:lvl6pPr marL="2514600" indent="-228600" eaLnBrk="0" fontAlgn="base" hangingPunct="0">
              <a:spcBef>
                <a:spcPct val="0"/>
              </a:spcBef>
              <a:spcAft>
                <a:spcPct val="0"/>
              </a:spcAft>
              <a:defRPr sz="2400">
                <a:solidFill>
                  <a:srgbClr val="00FF00"/>
                </a:solidFill>
                <a:latin typeface=".VnArial" panose="020B7200000000000000" pitchFamily="34" charset="0"/>
              </a:defRPr>
            </a:lvl6pPr>
            <a:lvl7pPr marL="2971800" indent="-228600" eaLnBrk="0" fontAlgn="base" hangingPunct="0">
              <a:spcBef>
                <a:spcPct val="0"/>
              </a:spcBef>
              <a:spcAft>
                <a:spcPct val="0"/>
              </a:spcAft>
              <a:defRPr sz="2400">
                <a:solidFill>
                  <a:srgbClr val="00FF00"/>
                </a:solidFill>
                <a:latin typeface=".VnArial" panose="020B7200000000000000" pitchFamily="34" charset="0"/>
              </a:defRPr>
            </a:lvl7pPr>
            <a:lvl8pPr marL="3429000" indent="-228600" eaLnBrk="0" fontAlgn="base" hangingPunct="0">
              <a:spcBef>
                <a:spcPct val="0"/>
              </a:spcBef>
              <a:spcAft>
                <a:spcPct val="0"/>
              </a:spcAft>
              <a:defRPr sz="2400">
                <a:solidFill>
                  <a:srgbClr val="00FF00"/>
                </a:solidFill>
                <a:latin typeface=".VnArial" panose="020B7200000000000000" pitchFamily="34" charset="0"/>
              </a:defRPr>
            </a:lvl8pPr>
            <a:lvl9pPr marL="3886200" indent="-228600" eaLnBrk="0" fontAlgn="base" hangingPunct="0">
              <a:spcBef>
                <a:spcPct val="0"/>
              </a:spcBef>
              <a:spcAft>
                <a:spcPct val="0"/>
              </a:spcAft>
              <a:defRPr sz="2400">
                <a:solidFill>
                  <a:srgbClr val="00FF00"/>
                </a:solidFill>
                <a:latin typeface=".VnArial" panose="020B7200000000000000" pitchFamily="34" charset="0"/>
              </a:defRPr>
            </a:lvl9pPr>
          </a:lstStyle>
          <a:p>
            <a:pPr eaLnBrk="1" hangingPunct="1"/>
            <a:fld id="{74D8F6AA-15C0-42DA-BA80-B4838F9D6DA4}" type="slidenum">
              <a:rPr lang="en-US" sz="1200">
                <a:solidFill>
                  <a:srgbClr val="898989"/>
                </a:solidFill>
              </a:rPr>
              <a:pPr eaLnBrk="1" hangingPunct="1"/>
              <a:t>27</a:t>
            </a:fld>
            <a:endParaRPr lang="en-US" sz="1200">
              <a:solidFill>
                <a:srgbClr val="898989"/>
              </a:solidFill>
            </a:endParaRPr>
          </a:p>
        </p:txBody>
      </p:sp>
      <p:sp>
        <p:nvSpPr>
          <p:cNvPr id="6" name="Rectangle 2"/>
          <p:cNvSpPr>
            <a:spLocks noGrp="1" noChangeArrowheads="1"/>
          </p:cNvSpPr>
          <p:nvPr>
            <p:ph type="title"/>
          </p:nvPr>
        </p:nvSpPr>
        <p:spPr>
          <a:xfrm>
            <a:off x="2648607" y="409786"/>
            <a:ext cx="7772400" cy="1038225"/>
          </a:xfrm>
        </p:spPr>
        <p:txBody>
          <a:bodyPr/>
          <a:lstStyle/>
          <a:p>
            <a:pPr marL="457200" indent="-457200" eaLnBrk="1" hangingPunct="1">
              <a:buFont typeface="Wingdings" panose="05000000000000000000" pitchFamily="2" charset="2"/>
              <a:buChar char="Ø"/>
            </a:pPr>
            <a:r>
              <a:rPr lang="en-US" altLang="en-US" sz="3200" b="1" i="1" dirty="0" err="1" smtClean="0">
                <a:solidFill>
                  <a:srgbClr val="FF0000"/>
                </a:solidFill>
              </a:rPr>
              <a:t>Thời</a:t>
            </a:r>
            <a:r>
              <a:rPr lang="en-US" altLang="en-US" sz="3200" b="1" i="1" dirty="0" smtClean="0">
                <a:solidFill>
                  <a:srgbClr val="FF0000"/>
                </a:solidFill>
              </a:rPr>
              <a:t> </a:t>
            </a:r>
            <a:r>
              <a:rPr lang="en-US" altLang="en-US" sz="3200" b="1" i="1" dirty="0" err="1">
                <a:solidFill>
                  <a:srgbClr val="FF0000"/>
                </a:solidFill>
              </a:rPr>
              <a:t>kỳ</a:t>
            </a:r>
            <a:r>
              <a:rPr lang="en-US" altLang="en-US" sz="3200" b="1" i="1" dirty="0">
                <a:solidFill>
                  <a:srgbClr val="FF0000"/>
                </a:solidFill>
              </a:rPr>
              <a:t> </a:t>
            </a:r>
            <a:r>
              <a:rPr lang="en-US" altLang="en-US" sz="3200" b="1" i="1" dirty="0" err="1">
                <a:solidFill>
                  <a:srgbClr val="FF0000"/>
                </a:solidFill>
              </a:rPr>
              <a:t>từ</a:t>
            </a:r>
            <a:r>
              <a:rPr lang="en-US" altLang="en-US" sz="3200" b="1" i="1" dirty="0">
                <a:solidFill>
                  <a:srgbClr val="FF0000"/>
                </a:solidFill>
              </a:rPr>
              <a:t> </a:t>
            </a:r>
            <a:r>
              <a:rPr lang="en-US" altLang="en-US" sz="3200" b="1" i="1" dirty="0" err="1">
                <a:solidFill>
                  <a:srgbClr val="FF0000"/>
                </a:solidFill>
              </a:rPr>
              <a:t>sau</a:t>
            </a:r>
            <a:r>
              <a:rPr lang="en-US" altLang="en-US" sz="3200" b="1" i="1" dirty="0">
                <a:solidFill>
                  <a:srgbClr val="FF0000"/>
                </a:solidFill>
              </a:rPr>
              <a:t> </a:t>
            </a:r>
            <a:r>
              <a:rPr lang="en-US" altLang="en-US" sz="3200" b="1" i="1" dirty="0" err="1">
                <a:solidFill>
                  <a:srgbClr val="FF0000"/>
                </a:solidFill>
              </a:rPr>
              <a:t>Công</a:t>
            </a:r>
            <a:r>
              <a:rPr lang="en-US" altLang="en-US" sz="3200" b="1" i="1" dirty="0">
                <a:solidFill>
                  <a:srgbClr val="FF0000"/>
                </a:solidFill>
              </a:rPr>
              <a:t> </a:t>
            </a:r>
            <a:r>
              <a:rPr lang="en-US" altLang="en-US" sz="3200" b="1" i="1" dirty="0" err="1">
                <a:solidFill>
                  <a:srgbClr val="FF0000"/>
                </a:solidFill>
              </a:rPr>
              <a:t>xã</a:t>
            </a:r>
            <a:r>
              <a:rPr lang="en-US" altLang="en-US" sz="3200" b="1" i="1" dirty="0">
                <a:solidFill>
                  <a:srgbClr val="FF0000"/>
                </a:solidFill>
              </a:rPr>
              <a:t> </a:t>
            </a:r>
            <a:r>
              <a:rPr lang="en-US" altLang="en-US" sz="3200" b="1" i="1" dirty="0" err="1">
                <a:solidFill>
                  <a:srgbClr val="FF0000"/>
                </a:solidFill>
              </a:rPr>
              <a:t>Pari</a:t>
            </a:r>
            <a:r>
              <a:rPr lang="en-US" altLang="en-US" sz="3200" b="1" i="1" dirty="0">
                <a:solidFill>
                  <a:srgbClr val="FF0000"/>
                </a:solidFill>
              </a:rPr>
              <a:t> </a:t>
            </a:r>
            <a:r>
              <a:rPr lang="en-US" altLang="en-US" sz="3200" b="1" i="1" dirty="0" err="1">
                <a:solidFill>
                  <a:srgbClr val="FF0000"/>
                </a:solidFill>
              </a:rPr>
              <a:t>đến</a:t>
            </a:r>
            <a:r>
              <a:rPr lang="en-US" altLang="en-US" sz="3200" b="1" i="1" dirty="0">
                <a:solidFill>
                  <a:srgbClr val="FF0000"/>
                </a:solidFill>
              </a:rPr>
              <a:t> 1895</a:t>
            </a:r>
            <a:endParaRPr lang="en-US" altLang="en-US" sz="3200" dirty="0">
              <a:solidFill>
                <a:srgbClr val="FF0000"/>
              </a:solidFill>
              <a:latin typeface=".VnVogue" panose="020B7200000000000000" pitchFamily="34" charset="0"/>
            </a:endParaRPr>
          </a:p>
        </p:txBody>
      </p:sp>
    </p:spTree>
    <p:extLst>
      <p:ext uri="{BB962C8B-B14F-4D97-AF65-F5344CB8AC3E}">
        <p14:creationId xmlns:p14="http://schemas.microsoft.com/office/powerpoint/2010/main" val="4292440180"/>
      </p:ext>
    </p:extLst>
  </p:cSld>
  <p:clrMapOvr>
    <a:masterClrMapping/>
  </p:clrMapOvr>
  <p:transition>
    <p:wheel spokes="8"/>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3363">
                                            <p:txEl>
                                              <p:pRg st="0" end="0"/>
                                            </p:txEl>
                                          </p:spTgt>
                                        </p:tgtEl>
                                        <p:attrNameLst>
                                          <p:attrName>style.visibility</p:attrName>
                                        </p:attrNameLst>
                                      </p:cBhvr>
                                      <p:to>
                                        <p:strVal val="visible"/>
                                      </p:to>
                                    </p:set>
                                    <p:anim calcmode="lin" valueType="num">
                                      <p:cBhvr additive="base">
                                        <p:cTn id="7" dur="500" fill="hold"/>
                                        <p:tgtEl>
                                          <p:spTgt spid="14336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336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43363">
                                            <p:txEl>
                                              <p:pRg st="1" end="1"/>
                                            </p:txEl>
                                          </p:spTgt>
                                        </p:tgtEl>
                                        <p:attrNameLst>
                                          <p:attrName>style.visibility</p:attrName>
                                        </p:attrNameLst>
                                      </p:cBhvr>
                                      <p:to>
                                        <p:strVal val="visible"/>
                                      </p:to>
                                    </p:set>
                                    <p:anim calcmode="lin" valueType="num">
                                      <p:cBhvr additive="base">
                                        <p:cTn id="13" dur="500" fill="hold"/>
                                        <p:tgtEl>
                                          <p:spTgt spid="14336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4336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43363">
                                            <p:txEl>
                                              <p:pRg st="2" end="2"/>
                                            </p:txEl>
                                          </p:spTgt>
                                        </p:tgtEl>
                                        <p:attrNameLst>
                                          <p:attrName>style.visibility</p:attrName>
                                        </p:attrNameLst>
                                      </p:cBhvr>
                                      <p:to>
                                        <p:strVal val="visible"/>
                                      </p:to>
                                    </p:set>
                                    <p:anim calcmode="lin" valueType="num">
                                      <p:cBhvr additive="base">
                                        <p:cTn id="19" dur="500" fill="hold"/>
                                        <p:tgtEl>
                                          <p:spTgt spid="14336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4336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43363">
                                            <p:txEl>
                                              <p:pRg st="3" end="3"/>
                                            </p:txEl>
                                          </p:spTgt>
                                        </p:tgtEl>
                                        <p:attrNameLst>
                                          <p:attrName>style.visibility</p:attrName>
                                        </p:attrNameLst>
                                      </p:cBhvr>
                                      <p:to>
                                        <p:strVal val="visible"/>
                                      </p:to>
                                    </p:set>
                                    <p:anim calcmode="lin" valueType="num">
                                      <p:cBhvr additive="base">
                                        <p:cTn id="25" dur="500" fill="hold"/>
                                        <p:tgtEl>
                                          <p:spTgt spid="14336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4336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43363">
                                            <p:txEl>
                                              <p:pRg st="4" end="4"/>
                                            </p:txEl>
                                          </p:spTgt>
                                        </p:tgtEl>
                                        <p:attrNameLst>
                                          <p:attrName>style.visibility</p:attrName>
                                        </p:attrNameLst>
                                      </p:cBhvr>
                                      <p:to>
                                        <p:strVal val="visible"/>
                                      </p:to>
                                    </p:set>
                                    <p:anim calcmode="lin" valueType="num">
                                      <p:cBhvr additive="base">
                                        <p:cTn id="31" dur="500" fill="hold"/>
                                        <p:tgtEl>
                                          <p:spTgt spid="14336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4336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4" presetClass="entr" presetSubtype="16" fill="hold" grpId="0" nodeType="clickEffect">
                                  <p:stCondLst>
                                    <p:cond delay="0"/>
                                  </p:stCondLst>
                                  <p:childTnLst>
                                    <p:set>
                                      <p:cBhvr>
                                        <p:cTn id="36" dur="1" fill="hold">
                                          <p:stCondLst>
                                            <p:cond delay="0"/>
                                          </p:stCondLst>
                                        </p:cTn>
                                        <p:tgtEl>
                                          <p:spTgt spid="6"/>
                                        </p:tgtEl>
                                        <p:attrNameLst>
                                          <p:attrName>style.visibility</p:attrName>
                                        </p:attrNameLst>
                                      </p:cBhvr>
                                      <p:to>
                                        <p:strVal val="visible"/>
                                      </p:to>
                                    </p:set>
                                    <p:animEffect transition="in" filter="box(in)">
                                      <p:cBhvr>
                                        <p:cTn id="3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63" grpId="0" build="p"/>
      <p:bldP spid="6"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3" name="Rectangle 3"/>
          <p:cNvSpPr>
            <a:spLocks noGrp="1" noChangeArrowheads="1"/>
          </p:cNvSpPr>
          <p:nvPr>
            <p:ph type="body" sz="half" idx="1"/>
          </p:nvPr>
        </p:nvSpPr>
        <p:spPr>
          <a:xfrm>
            <a:off x="465082" y="1618593"/>
            <a:ext cx="11414235" cy="5791200"/>
          </a:xfrm>
        </p:spPr>
        <p:txBody>
          <a:bodyPr rtlCol="0">
            <a:normAutofit/>
          </a:bodyPr>
          <a:lstStyle/>
          <a:p>
            <a:pPr>
              <a:buFont typeface="Wingdings" panose="05000000000000000000" pitchFamily="2" charset="2"/>
              <a:buChar char="ü"/>
              <a:defRPr/>
            </a:pPr>
            <a:r>
              <a:rPr lang="en-US" b="1" dirty="0" err="1">
                <a:solidFill>
                  <a:srgbClr val="FF0000"/>
                </a:solidFill>
                <a:latin typeface="+mj-lt"/>
              </a:rPr>
              <a:t>Về</a:t>
            </a:r>
            <a:r>
              <a:rPr lang="en-US" b="1" dirty="0">
                <a:solidFill>
                  <a:srgbClr val="FF0000"/>
                </a:solidFill>
                <a:latin typeface="+mj-lt"/>
              </a:rPr>
              <a:t> </a:t>
            </a:r>
            <a:r>
              <a:rPr lang="en-US" b="1" dirty="0" err="1">
                <a:solidFill>
                  <a:srgbClr val="FF0000"/>
                </a:solidFill>
                <a:latin typeface="+mj-lt"/>
              </a:rPr>
              <a:t>thời</a:t>
            </a:r>
            <a:r>
              <a:rPr lang="en-US" b="1" dirty="0">
                <a:solidFill>
                  <a:srgbClr val="FF0000"/>
                </a:solidFill>
                <a:latin typeface="+mj-lt"/>
              </a:rPr>
              <a:t> </a:t>
            </a:r>
            <a:r>
              <a:rPr lang="en-US" b="1" dirty="0" err="1">
                <a:solidFill>
                  <a:srgbClr val="FF0000"/>
                </a:solidFill>
                <a:latin typeface="+mj-lt"/>
              </a:rPr>
              <a:t>kỳ</a:t>
            </a:r>
            <a:r>
              <a:rPr lang="en-US" b="1" dirty="0">
                <a:solidFill>
                  <a:srgbClr val="FF0000"/>
                </a:solidFill>
                <a:latin typeface="+mj-lt"/>
              </a:rPr>
              <a:t> </a:t>
            </a:r>
            <a:r>
              <a:rPr lang="en-US" b="1" dirty="0" err="1">
                <a:solidFill>
                  <a:srgbClr val="FF0000"/>
                </a:solidFill>
                <a:latin typeface="+mj-lt"/>
              </a:rPr>
              <a:t>quá</a:t>
            </a:r>
            <a:r>
              <a:rPr lang="en-US" b="1" dirty="0">
                <a:solidFill>
                  <a:srgbClr val="FF0000"/>
                </a:solidFill>
                <a:latin typeface="+mj-lt"/>
              </a:rPr>
              <a:t> </a:t>
            </a:r>
            <a:r>
              <a:rPr lang="en-US" b="1" dirty="0" err="1">
                <a:solidFill>
                  <a:srgbClr val="FF0000"/>
                </a:solidFill>
                <a:latin typeface="+mj-lt"/>
              </a:rPr>
              <a:t>độ</a:t>
            </a:r>
            <a:r>
              <a:rPr lang="en-US" b="1" dirty="0">
                <a:solidFill>
                  <a:srgbClr val="FF0000"/>
                </a:solidFill>
                <a:latin typeface="+mj-lt"/>
              </a:rPr>
              <a:t> </a:t>
            </a:r>
            <a:r>
              <a:rPr lang="en-US" b="1" dirty="0" err="1">
                <a:solidFill>
                  <a:srgbClr val="FF0000"/>
                </a:solidFill>
                <a:latin typeface="+mj-lt"/>
              </a:rPr>
              <a:t>lên</a:t>
            </a:r>
            <a:r>
              <a:rPr lang="en-US" b="1" dirty="0">
                <a:solidFill>
                  <a:srgbClr val="FF0000"/>
                </a:solidFill>
                <a:latin typeface="+mj-lt"/>
              </a:rPr>
              <a:t> CNCS</a:t>
            </a:r>
          </a:p>
          <a:p>
            <a:pPr algn="just">
              <a:lnSpc>
                <a:spcPts val="4000"/>
              </a:lnSpc>
              <a:buFontTx/>
              <a:buChar char="-"/>
              <a:defRPr/>
            </a:pPr>
            <a:r>
              <a:rPr lang="en-US" sz="2600" b="1" dirty="0" err="1">
                <a:solidFill>
                  <a:srgbClr val="002060"/>
                </a:solidFill>
                <a:latin typeface="+mj-lt"/>
              </a:rPr>
              <a:t>Hình</a:t>
            </a:r>
            <a:r>
              <a:rPr lang="en-US" sz="2600" b="1" dirty="0">
                <a:solidFill>
                  <a:srgbClr val="002060"/>
                </a:solidFill>
                <a:latin typeface="+mj-lt"/>
              </a:rPr>
              <a:t> </a:t>
            </a:r>
            <a:r>
              <a:rPr lang="en-US" sz="2600" b="1" dirty="0" err="1">
                <a:solidFill>
                  <a:srgbClr val="002060"/>
                </a:solidFill>
                <a:latin typeface="+mj-lt"/>
              </a:rPr>
              <a:t>thái</a:t>
            </a:r>
            <a:r>
              <a:rPr lang="en-US" sz="2600" b="1" dirty="0">
                <a:solidFill>
                  <a:srgbClr val="002060"/>
                </a:solidFill>
                <a:latin typeface="+mj-lt"/>
              </a:rPr>
              <a:t> KT-XH CSCN chia </a:t>
            </a:r>
            <a:r>
              <a:rPr lang="en-US" sz="2600" b="1" dirty="0" err="1">
                <a:solidFill>
                  <a:srgbClr val="002060"/>
                </a:solidFill>
                <a:latin typeface="+mj-lt"/>
              </a:rPr>
              <a:t>thành</a:t>
            </a:r>
            <a:r>
              <a:rPr lang="en-US" sz="2600" b="1" dirty="0">
                <a:solidFill>
                  <a:srgbClr val="002060"/>
                </a:solidFill>
                <a:latin typeface="+mj-lt"/>
              </a:rPr>
              <a:t> 2 </a:t>
            </a:r>
            <a:r>
              <a:rPr lang="en-US" sz="2600" b="1" dirty="0" err="1">
                <a:solidFill>
                  <a:srgbClr val="002060"/>
                </a:solidFill>
                <a:latin typeface="+mj-lt"/>
              </a:rPr>
              <a:t>giai</a:t>
            </a:r>
            <a:r>
              <a:rPr lang="en-US" sz="2600" b="1" dirty="0">
                <a:solidFill>
                  <a:srgbClr val="002060"/>
                </a:solidFill>
                <a:latin typeface="+mj-lt"/>
              </a:rPr>
              <a:t> </a:t>
            </a:r>
            <a:r>
              <a:rPr lang="en-US" sz="2600" b="1" dirty="0" err="1">
                <a:solidFill>
                  <a:srgbClr val="002060"/>
                </a:solidFill>
                <a:latin typeface="+mj-lt"/>
              </a:rPr>
              <a:t>đoạn</a:t>
            </a:r>
            <a:r>
              <a:rPr lang="en-US" sz="2600" b="1" dirty="0">
                <a:solidFill>
                  <a:srgbClr val="002060"/>
                </a:solidFill>
                <a:latin typeface="+mj-lt"/>
              </a:rPr>
              <a:t>: GĐ </a:t>
            </a:r>
            <a:r>
              <a:rPr lang="en-US" sz="2600" b="1" dirty="0" err="1">
                <a:solidFill>
                  <a:srgbClr val="002060"/>
                </a:solidFill>
                <a:latin typeface="+mj-lt"/>
              </a:rPr>
              <a:t>thấp</a:t>
            </a:r>
            <a:r>
              <a:rPr lang="en-US" sz="2600" b="1" dirty="0">
                <a:solidFill>
                  <a:srgbClr val="002060"/>
                </a:solidFill>
                <a:latin typeface="+mj-lt"/>
              </a:rPr>
              <a:t> </a:t>
            </a:r>
            <a:r>
              <a:rPr lang="en-US" sz="2600" b="1" dirty="0" err="1">
                <a:solidFill>
                  <a:srgbClr val="002060"/>
                </a:solidFill>
                <a:latin typeface="+mj-lt"/>
              </a:rPr>
              <a:t>và</a:t>
            </a:r>
            <a:r>
              <a:rPr lang="en-US" sz="2600" b="1" dirty="0">
                <a:solidFill>
                  <a:srgbClr val="002060"/>
                </a:solidFill>
                <a:latin typeface="+mj-lt"/>
              </a:rPr>
              <a:t> GĐ </a:t>
            </a:r>
            <a:r>
              <a:rPr lang="en-US" sz="2600" b="1" dirty="0" err="1">
                <a:solidFill>
                  <a:srgbClr val="002060"/>
                </a:solidFill>
                <a:latin typeface="+mj-lt"/>
              </a:rPr>
              <a:t>cao</a:t>
            </a:r>
            <a:endParaRPr lang="en-US" sz="2600" b="1" dirty="0">
              <a:solidFill>
                <a:srgbClr val="002060"/>
              </a:solidFill>
              <a:latin typeface="+mj-lt"/>
            </a:endParaRPr>
          </a:p>
          <a:p>
            <a:pPr algn="just">
              <a:lnSpc>
                <a:spcPts val="4000"/>
              </a:lnSpc>
              <a:buFontTx/>
              <a:buChar char="-"/>
              <a:defRPr/>
            </a:pPr>
            <a:r>
              <a:rPr lang="en-US" sz="2600" b="1" dirty="0" err="1">
                <a:solidFill>
                  <a:srgbClr val="002060"/>
                </a:solidFill>
                <a:latin typeface="+mj-lt"/>
              </a:rPr>
              <a:t>Thời</a:t>
            </a:r>
            <a:r>
              <a:rPr lang="en-US" sz="2600" b="1" dirty="0">
                <a:solidFill>
                  <a:srgbClr val="002060"/>
                </a:solidFill>
                <a:latin typeface="+mj-lt"/>
              </a:rPr>
              <a:t> </a:t>
            </a:r>
            <a:r>
              <a:rPr lang="en-US" sz="2600" b="1" dirty="0" err="1">
                <a:solidFill>
                  <a:srgbClr val="002060"/>
                </a:solidFill>
                <a:latin typeface="+mj-lt"/>
              </a:rPr>
              <a:t>kỳ</a:t>
            </a:r>
            <a:r>
              <a:rPr lang="en-US" sz="2600" b="1" dirty="0">
                <a:solidFill>
                  <a:srgbClr val="002060"/>
                </a:solidFill>
                <a:latin typeface="+mj-lt"/>
              </a:rPr>
              <a:t> </a:t>
            </a:r>
            <a:r>
              <a:rPr lang="en-US" sz="2600" b="1" dirty="0" err="1">
                <a:solidFill>
                  <a:srgbClr val="002060"/>
                </a:solidFill>
                <a:latin typeface="+mj-lt"/>
              </a:rPr>
              <a:t>quá</a:t>
            </a:r>
            <a:r>
              <a:rPr lang="en-US" sz="2600" b="1" dirty="0">
                <a:solidFill>
                  <a:srgbClr val="002060"/>
                </a:solidFill>
                <a:latin typeface="+mj-lt"/>
              </a:rPr>
              <a:t> </a:t>
            </a:r>
            <a:r>
              <a:rPr lang="en-US" sz="2600" b="1" dirty="0" err="1">
                <a:solidFill>
                  <a:srgbClr val="002060"/>
                </a:solidFill>
                <a:latin typeface="+mj-lt"/>
              </a:rPr>
              <a:t>độ</a:t>
            </a:r>
            <a:r>
              <a:rPr lang="en-US" sz="2600" b="1" dirty="0">
                <a:solidFill>
                  <a:srgbClr val="002060"/>
                </a:solidFill>
                <a:latin typeface="+mj-lt"/>
              </a:rPr>
              <a:t> </a:t>
            </a:r>
            <a:r>
              <a:rPr lang="en-US" sz="2600" b="1" dirty="0" err="1">
                <a:solidFill>
                  <a:srgbClr val="002060"/>
                </a:solidFill>
                <a:latin typeface="+mj-lt"/>
              </a:rPr>
              <a:t>là</a:t>
            </a:r>
            <a:r>
              <a:rPr lang="en-US" sz="2600" b="1" dirty="0">
                <a:solidFill>
                  <a:srgbClr val="002060"/>
                </a:solidFill>
                <a:latin typeface="+mj-lt"/>
              </a:rPr>
              <a:t> </a:t>
            </a:r>
            <a:r>
              <a:rPr lang="en-US" sz="2600" b="1" dirty="0" err="1">
                <a:solidFill>
                  <a:srgbClr val="002060"/>
                </a:solidFill>
                <a:latin typeface="+mj-lt"/>
              </a:rPr>
              <a:t>xã</a:t>
            </a:r>
            <a:r>
              <a:rPr lang="en-US" sz="2600" b="1" dirty="0">
                <a:solidFill>
                  <a:srgbClr val="002060"/>
                </a:solidFill>
                <a:latin typeface="+mj-lt"/>
              </a:rPr>
              <a:t> </a:t>
            </a:r>
            <a:r>
              <a:rPr lang="en-US" sz="2600" b="1" dirty="0" err="1">
                <a:solidFill>
                  <a:srgbClr val="002060"/>
                </a:solidFill>
                <a:latin typeface="+mj-lt"/>
              </a:rPr>
              <a:t>hội</a:t>
            </a:r>
            <a:r>
              <a:rPr lang="en-US" sz="2600" b="1" dirty="0">
                <a:solidFill>
                  <a:srgbClr val="002060"/>
                </a:solidFill>
                <a:latin typeface="+mj-lt"/>
              </a:rPr>
              <a:t> </a:t>
            </a:r>
            <a:r>
              <a:rPr lang="en-US" sz="2600" b="1" dirty="0" err="1">
                <a:solidFill>
                  <a:srgbClr val="002060"/>
                </a:solidFill>
                <a:latin typeface="+mj-lt"/>
              </a:rPr>
              <a:t>vừa</a:t>
            </a:r>
            <a:r>
              <a:rPr lang="en-US" sz="2600" b="1" dirty="0">
                <a:solidFill>
                  <a:srgbClr val="002060"/>
                </a:solidFill>
                <a:latin typeface="+mj-lt"/>
              </a:rPr>
              <a:t> </a:t>
            </a:r>
            <a:r>
              <a:rPr lang="en-US" sz="2600" b="1" dirty="0" err="1">
                <a:solidFill>
                  <a:srgbClr val="002060"/>
                </a:solidFill>
                <a:latin typeface="+mj-lt"/>
              </a:rPr>
              <a:t>thoát</a:t>
            </a:r>
            <a:r>
              <a:rPr lang="en-US" sz="2600" b="1" dirty="0">
                <a:solidFill>
                  <a:srgbClr val="002060"/>
                </a:solidFill>
                <a:latin typeface="+mj-lt"/>
              </a:rPr>
              <a:t> </a:t>
            </a:r>
            <a:r>
              <a:rPr lang="en-US" sz="2600" b="1" dirty="0" err="1">
                <a:solidFill>
                  <a:srgbClr val="002060"/>
                </a:solidFill>
                <a:latin typeface="+mj-lt"/>
              </a:rPr>
              <a:t>thai</a:t>
            </a:r>
            <a:r>
              <a:rPr lang="en-US" sz="2600" b="1" dirty="0">
                <a:solidFill>
                  <a:srgbClr val="002060"/>
                </a:solidFill>
                <a:latin typeface="+mj-lt"/>
              </a:rPr>
              <a:t> </a:t>
            </a:r>
            <a:r>
              <a:rPr lang="en-US" sz="2600" b="1" dirty="0" err="1">
                <a:solidFill>
                  <a:srgbClr val="002060"/>
                </a:solidFill>
                <a:latin typeface="+mj-lt"/>
              </a:rPr>
              <a:t>xã</a:t>
            </a:r>
            <a:r>
              <a:rPr lang="en-US" sz="2600" b="1" dirty="0">
                <a:solidFill>
                  <a:srgbClr val="002060"/>
                </a:solidFill>
                <a:latin typeface="+mj-lt"/>
              </a:rPr>
              <a:t> </a:t>
            </a:r>
            <a:r>
              <a:rPr lang="en-US" sz="2600" b="1" dirty="0" err="1">
                <a:solidFill>
                  <a:srgbClr val="002060"/>
                </a:solidFill>
                <a:latin typeface="+mj-lt"/>
              </a:rPr>
              <a:t>hội</a:t>
            </a:r>
            <a:r>
              <a:rPr lang="en-US" sz="2600" b="1" dirty="0">
                <a:solidFill>
                  <a:srgbClr val="002060"/>
                </a:solidFill>
                <a:latin typeface="+mj-lt"/>
              </a:rPr>
              <a:t> </a:t>
            </a:r>
            <a:r>
              <a:rPr lang="en-US" sz="2600" b="1" dirty="0" err="1">
                <a:solidFill>
                  <a:srgbClr val="002060"/>
                </a:solidFill>
                <a:latin typeface="+mj-lt"/>
              </a:rPr>
              <a:t>cũ</a:t>
            </a:r>
            <a:r>
              <a:rPr lang="en-US" sz="2600" b="1" dirty="0">
                <a:solidFill>
                  <a:srgbClr val="002060"/>
                </a:solidFill>
                <a:latin typeface="+mj-lt"/>
              </a:rPr>
              <a:t>, </a:t>
            </a:r>
            <a:r>
              <a:rPr lang="en-US" sz="2600" b="1" dirty="0" err="1">
                <a:solidFill>
                  <a:srgbClr val="002060"/>
                </a:solidFill>
                <a:latin typeface="+mj-lt"/>
              </a:rPr>
              <a:t>còn</a:t>
            </a:r>
            <a:r>
              <a:rPr lang="en-US" sz="2600" b="1" dirty="0">
                <a:solidFill>
                  <a:srgbClr val="002060"/>
                </a:solidFill>
                <a:latin typeface="+mj-lt"/>
              </a:rPr>
              <a:t> </a:t>
            </a:r>
            <a:r>
              <a:rPr lang="en-US" sz="2600" b="1" dirty="0" err="1">
                <a:solidFill>
                  <a:srgbClr val="002060"/>
                </a:solidFill>
                <a:latin typeface="+mj-lt"/>
              </a:rPr>
              <a:t>nhiều</a:t>
            </a:r>
            <a:r>
              <a:rPr lang="en-US" sz="2600" b="1" dirty="0">
                <a:solidFill>
                  <a:srgbClr val="002060"/>
                </a:solidFill>
                <a:latin typeface="+mj-lt"/>
              </a:rPr>
              <a:t> </a:t>
            </a:r>
            <a:r>
              <a:rPr lang="en-US" sz="2600" b="1" dirty="0" err="1">
                <a:solidFill>
                  <a:srgbClr val="002060"/>
                </a:solidFill>
                <a:latin typeface="+mj-lt"/>
              </a:rPr>
              <a:t>dấu</a:t>
            </a:r>
            <a:r>
              <a:rPr lang="en-US" sz="2600" b="1" dirty="0">
                <a:solidFill>
                  <a:srgbClr val="002060"/>
                </a:solidFill>
                <a:latin typeface="+mj-lt"/>
              </a:rPr>
              <a:t> </a:t>
            </a:r>
            <a:r>
              <a:rPr lang="en-US" sz="2600" b="1" dirty="0" err="1">
                <a:solidFill>
                  <a:srgbClr val="002060"/>
                </a:solidFill>
                <a:latin typeface="+mj-lt"/>
              </a:rPr>
              <a:t>vết</a:t>
            </a:r>
            <a:r>
              <a:rPr lang="en-US" sz="2600" b="1" dirty="0">
                <a:solidFill>
                  <a:srgbClr val="002060"/>
                </a:solidFill>
                <a:latin typeface="+mj-lt"/>
              </a:rPr>
              <a:t> </a:t>
            </a:r>
            <a:r>
              <a:rPr lang="en-US" sz="2600" b="1" dirty="0" err="1">
                <a:solidFill>
                  <a:srgbClr val="002060"/>
                </a:solidFill>
                <a:latin typeface="+mj-lt"/>
              </a:rPr>
              <a:t>cũ</a:t>
            </a:r>
            <a:r>
              <a:rPr lang="en-US" sz="2600" b="1" dirty="0">
                <a:solidFill>
                  <a:srgbClr val="002060"/>
                </a:solidFill>
                <a:latin typeface="+mj-lt"/>
              </a:rPr>
              <a:t> </a:t>
            </a:r>
            <a:r>
              <a:rPr lang="en-US" sz="2600" b="1" dirty="0" err="1">
                <a:solidFill>
                  <a:srgbClr val="002060"/>
                </a:solidFill>
                <a:latin typeface="+mj-lt"/>
              </a:rPr>
              <a:t>nên</a:t>
            </a:r>
            <a:r>
              <a:rPr lang="en-US" sz="2600" b="1" dirty="0">
                <a:solidFill>
                  <a:srgbClr val="002060"/>
                </a:solidFill>
                <a:latin typeface="+mj-lt"/>
              </a:rPr>
              <a:t> </a:t>
            </a:r>
            <a:r>
              <a:rPr lang="en-US" sz="2600" b="1" dirty="0" err="1">
                <a:solidFill>
                  <a:srgbClr val="002060"/>
                </a:solidFill>
                <a:latin typeface="+mj-lt"/>
              </a:rPr>
              <a:t>cần</a:t>
            </a:r>
            <a:r>
              <a:rPr lang="en-US" sz="2600" b="1" dirty="0">
                <a:solidFill>
                  <a:srgbClr val="002060"/>
                </a:solidFill>
                <a:latin typeface="+mj-lt"/>
              </a:rPr>
              <a:t> </a:t>
            </a:r>
            <a:r>
              <a:rPr lang="en-US" sz="2600" b="1" dirty="0" err="1">
                <a:solidFill>
                  <a:srgbClr val="002060"/>
                </a:solidFill>
                <a:latin typeface="+mj-lt"/>
              </a:rPr>
              <a:t>phải</a:t>
            </a:r>
            <a:r>
              <a:rPr lang="en-US" sz="2600" b="1" dirty="0">
                <a:solidFill>
                  <a:srgbClr val="002060"/>
                </a:solidFill>
                <a:latin typeface="+mj-lt"/>
              </a:rPr>
              <a:t> </a:t>
            </a:r>
            <a:r>
              <a:rPr lang="en-US" sz="2600" b="1" dirty="0" err="1">
                <a:solidFill>
                  <a:srgbClr val="002060"/>
                </a:solidFill>
                <a:latin typeface="+mj-lt"/>
              </a:rPr>
              <a:t>cải</a:t>
            </a:r>
            <a:r>
              <a:rPr lang="en-US" sz="2600" b="1" dirty="0">
                <a:solidFill>
                  <a:srgbClr val="002060"/>
                </a:solidFill>
                <a:latin typeface="+mj-lt"/>
              </a:rPr>
              <a:t> </a:t>
            </a:r>
            <a:r>
              <a:rPr lang="en-US" sz="2600" b="1" dirty="0" err="1">
                <a:solidFill>
                  <a:srgbClr val="002060"/>
                </a:solidFill>
                <a:latin typeface="+mj-lt"/>
              </a:rPr>
              <a:t>biến</a:t>
            </a:r>
            <a:r>
              <a:rPr lang="en-US" sz="2600" b="1" dirty="0">
                <a:solidFill>
                  <a:srgbClr val="002060"/>
                </a:solidFill>
                <a:latin typeface="+mj-lt"/>
              </a:rPr>
              <a:t> </a:t>
            </a:r>
            <a:r>
              <a:rPr lang="en-US" sz="2600" b="1" dirty="0" err="1">
                <a:solidFill>
                  <a:srgbClr val="002060"/>
                </a:solidFill>
                <a:latin typeface="+mj-lt"/>
              </a:rPr>
              <a:t>để</a:t>
            </a:r>
            <a:r>
              <a:rPr lang="en-US" sz="2600" b="1" dirty="0">
                <a:solidFill>
                  <a:srgbClr val="002060"/>
                </a:solidFill>
                <a:latin typeface="+mj-lt"/>
              </a:rPr>
              <a:t> </a:t>
            </a:r>
            <a:r>
              <a:rPr lang="en-US" sz="2600" b="1" dirty="0" err="1">
                <a:solidFill>
                  <a:srgbClr val="002060"/>
                </a:solidFill>
                <a:latin typeface="+mj-lt"/>
              </a:rPr>
              <a:t>xây</a:t>
            </a:r>
            <a:r>
              <a:rPr lang="en-US" sz="2600" b="1" dirty="0">
                <a:solidFill>
                  <a:srgbClr val="002060"/>
                </a:solidFill>
                <a:latin typeface="+mj-lt"/>
              </a:rPr>
              <a:t> </a:t>
            </a:r>
            <a:r>
              <a:rPr lang="en-US" sz="2600" b="1" dirty="0" err="1">
                <a:solidFill>
                  <a:srgbClr val="002060"/>
                </a:solidFill>
                <a:latin typeface="+mj-lt"/>
              </a:rPr>
              <a:t>dựng</a:t>
            </a:r>
            <a:r>
              <a:rPr lang="en-US" sz="2600" b="1" dirty="0">
                <a:solidFill>
                  <a:srgbClr val="002060"/>
                </a:solidFill>
                <a:latin typeface="+mj-lt"/>
              </a:rPr>
              <a:t> </a:t>
            </a:r>
            <a:r>
              <a:rPr lang="en-US" sz="2600" b="1" dirty="0" err="1">
                <a:solidFill>
                  <a:srgbClr val="002060"/>
                </a:solidFill>
                <a:latin typeface="+mj-lt"/>
              </a:rPr>
              <a:t>yếu</a:t>
            </a:r>
            <a:r>
              <a:rPr lang="en-US" sz="2600" b="1" dirty="0">
                <a:solidFill>
                  <a:srgbClr val="002060"/>
                </a:solidFill>
                <a:latin typeface="+mj-lt"/>
              </a:rPr>
              <a:t> </a:t>
            </a:r>
            <a:r>
              <a:rPr lang="en-US" sz="2600" b="1" dirty="0" err="1">
                <a:solidFill>
                  <a:srgbClr val="002060"/>
                </a:solidFill>
                <a:latin typeface="+mj-lt"/>
              </a:rPr>
              <a:t>tố</a:t>
            </a:r>
            <a:r>
              <a:rPr lang="en-US" sz="2600" b="1" dirty="0">
                <a:solidFill>
                  <a:srgbClr val="002060"/>
                </a:solidFill>
                <a:latin typeface="+mj-lt"/>
              </a:rPr>
              <a:t> </a:t>
            </a:r>
            <a:r>
              <a:rPr lang="en-US" sz="2600" b="1" dirty="0" err="1">
                <a:solidFill>
                  <a:srgbClr val="002060"/>
                </a:solidFill>
                <a:latin typeface="+mj-lt"/>
              </a:rPr>
              <a:t>mới</a:t>
            </a:r>
            <a:endParaRPr lang="en-US" sz="2600" b="1" dirty="0">
              <a:solidFill>
                <a:srgbClr val="002060"/>
              </a:solidFill>
              <a:latin typeface="+mj-lt"/>
            </a:endParaRPr>
          </a:p>
          <a:p>
            <a:pPr algn="just">
              <a:lnSpc>
                <a:spcPts val="4000"/>
              </a:lnSpc>
              <a:buFontTx/>
              <a:buChar char="-"/>
              <a:defRPr/>
            </a:pPr>
            <a:r>
              <a:rPr lang="en-US" sz="2600" b="1" dirty="0" err="1">
                <a:solidFill>
                  <a:srgbClr val="002060"/>
                </a:solidFill>
                <a:latin typeface="+mj-lt"/>
              </a:rPr>
              <a:t>Công</a:t>
            </a:r>
            <a:r>
              <a:rPr lang="en-US" sz="2600" b="1" dirty="0">
                <a:solidFill>
                  <a:srgbClr val="002060"/>
                </a:solidFill>
                <a:latin typeface="+mj-lt"/>
              </a:rPr>
              <a:t> </a:t>
            </a:r>
            <a:r>
              <a:rPr lang="en-US" sz="2600" b="1" dirty="0" err="1">
                <a:solidFill>
                  <a:srgbClr val="002060"/>
                </a:solidFill>
                <a:latin typeface="+mj-lt"/>
              </a:rPr>
              <a:t>cụ</a:t>
            </a:r>
            <a:r>
              <a:rPr lang="en-US" sz="2600" b="1" dirty="0">
                <a:solidFill>
                  <a:srgbClr val="002060"/>
                </a:solidFill>
                <a:latin typeface="+mj-lt"/>
              </a:rPr>
              <a:t> </a:t>
            </a:r>
            <a:r>
              <a:rPr lang="en-US" sz="2600" b="1" dirty="0" err="1">
                <a:solidFill>
                  <a:srgbClr val="002060"/>
                </a:solidFill>
                <a:latin typeface="+mj-lt"/>
              </a:rPr>
              <a:t>để</a:t>
            </a:r>
            <a:r>
              <a:rPr lang="en-US" sz="2600" b="1" dirty="0">
                <a:solidFill>
                  <a:srgbClr val="002060"/>
                </a:solidFill>
                <a:latin typeface="+mj-lt"/>
              </a:rPr>
              <a:t> </a:t>
            </a:r>
            <a:r>
              <a:rPr lang="en-US" sz="2600" b="1" dirty="0" err="1">
                <a:solidFill>
                  <a:srgbClr val="002060"/>
                </a:solidFill>
                <a:latin typeface="+mj-lt"/>
              </a:rPr>
              <a:t>cải</a:t>
            </a:r>
            <a:r>
              <a:rPr lang="en-US" sz="2600" b="1" dirty="0">
                <a:solidFill>
                  <a:srgbClr val="002060"/>
                </a:solidFill>
                <a:latin typeface="+mj-lt"/>
              </a:rPr>
              <a:t> </a:t>
            </a:r>
            <a:r>
              <a:rPr lang="en-US" sz="2600" b="1" dirty="0" err="1">
                <a:solidFill>
                  <a:srgbClr val="002060"/>
                </a:solidFill>
                <a:latin typeface="+mj-lt"/>
              </a:rPr>
              <a:t>biến</a:t>
            </a:r>
            <a:r>
              <a:rPr lang="en-US" sz="2600" b="1" dirty="0">
                <a:solidFill>
                  <a:srgbClr val="002060"/>
                </a:solidFill>
                <a:latin typeface="+mj-lt"/>
              </a:rPr>
              <a:t> </a:t>
            </a:r>
            <a:r>
              <a:rPr lang="en-US" sz="2600" b="1" dirty="0" err="1">
                <a:solidFill>
                  <a:srgbClr val="002060"/>
                </a:solidFill>
                <a:latin typeface="+mj-lt"/>
              </a:rPr>
              <a:t>thời</a:t>
            </a:r>
            <a:r>
              <a:rPr lang="en-US" sz="2600" b="1" dirty="0">
                <a:solidFill>
                  <a:srgbClr val="002060"/>
                </a:solidFill>
                <a:latin typeface="+mj-lt"/>
              </a:rPr>
              <a:t> </a:t>
            </a:r>
            <a:r>
              <a:rPr lang="en-US" sz="2600" b="1" dirty="0" err="1">
                <a:solidFill>
                  <a:srgbClr val="002060"/>
                </a:solidFill>
                <a:latin typeface="+mj-lt"/>
              </a:rPr>
              <a:t>kỳ</a:t>
            </a:r>
            <a:r>
              <a:rPr lang="en-US" sz="2600" b="1" dirty="0">
                <a:solidFill>
                  <a:srgbClr val="002060"/>
                </a:solidFill>
                <a:latin typeface="+mj-lt"/>
              </a:rPr>
              <a:t> </a:t>
            </a:r>
            <a:r>
              <a:rPr lang="en-US" sz="2600" b="1" dirty="0" err="1">
                <a:solidFill>
                  <a:srgbClr val="002060"/>
                </a:solidFill>
                <a:latin typeface="+mj-lt"/>
              </a:rPr>
              <a:t>này</a:t>
            </a:r>
            <a:r>
              <a:rPr lang="en-US" sz="2600" b="1" dirty="0">
                <a:solidFill>
                  <a:srgbClr val="002060"/>
                </a:solidFill>
                <a:latin typeface="+mj-lt"/>
              </a:rPr>
              <a:t> </a:t>
            </a:r>
            <a:r>
              <a:rPr lang="en-US" sz="2600" b="1" dirty="0" err="1">
                <a:solidFill>
                  <a:srgbClr val="002060"/>
                </a:solidFill>
                <a:latin typeface="+mj-lt"/>
              </a:rPr>
              <a:t>là</a:t>
            </a:r>
            <a:r>
              <a:rPr lang="en-US" sz="2600" b="1" dirty="0">
                <a:solidFill>
                  <a:srgbClr val="002060"/>
                </a:solidFill>
                <a:latin typeface="+mj-lt"/>
              </a:rPr>
              <a:t> NN </a:t>
            </a:r>
            <a:r>
              <a:rPr lang="en-US" sz="2600" b="1" dirty="0" err="1">
                <a:solidFill>
                  <a:srgbClr val="002060"/>
                </a:solidFill>
                <a:latin typeface="+mj-lt"/>
              </a:rPr>
              <a:t>chuyên</a:t>
            </a:r>
            <a:r>
              <a:rPr lang="en-US" sz="2600" b="1" dirty="0">
                <a:solidFill>
                  <a:srgbClr val="002060"/>
                </a:solidFill>
                <a:latin typeface="+mj-lt"/>
              </a:rPr>
              <a:t> </a:t>
            </a:r>
            <a:r>
              <a:rPr lang="en-US" sz="2600" b="1" dirty="0" err="1">
                <a:solidFill>
                  <a:srgbClr val="002060"/>
                </a:solidFill>
                <a:latin typeface="+mj-lt"/>
              </a:rPr>
              <a:t>chính</a:t>
            </a:r>
            <a:r>
              <a:rPr lang="en-US" sz="2600" b="1" dirty="0">
                <a:solidFill>
                  <a:srgbClr val="002060"/>
                </a:solidFill>
                <a:latin typeface="+mj-lt"/>
              </a:rPr>
              <a:t> </a:t>
            </a:r>
            <a:r>
              <a:rPr lang="en-US" sz="2600" b="1" dirty="0" err="1">
                <a:solidFill>
                  <a:srgbClr val="002060"/>
                </a:solidFill>
                <a:latin typeface="+mj-lt"/>
              </a:rPr>
              <a:t>của</a:t>
            </a:r>
            <a:r>
              <a:rPr lang="en-US" sz="2600" b="1" dirty="0">
                <a:solidFill>
                  <a:srgbClr val="002060"/>
                </a:solidFill>
                <a:latin typeface="+mj-lt"/>
              </a:rPr>
              <a:t> GCVS</a:t>
            </a:r>
          </a:p>
          <a:p>
            <a:pPr>
              <a:buFontTx/>
              <a:buChar char="-"/>
              <a:defRPr/>
            </a:pPr>
            <a:endParaRPr lang="en-US" dirty="0"/>
          </a:p>
          <a:p>
            <a:pPr>
              <a:buNone/>
              <a:defRPr/>
            </a:pPr>
            <a:endParaRPr lang="en-US" b="1" dirty="0">
              <a:solidFill>
                <a:srgbClr val="FF0000"/>
              </a:solidFill>
              <a:latin typeface="+mj-lt"/>
            </a:endParaRPr>
          </a:p>
          <a:p>
            <a:pPr>
              <a:buNone/>
              <a:defRPr/>
            </a:pPr>
            <a:endParaRPr lang="en-US" b="1" dirty="0">
              <a:solidFill>
                <a:srgbClr val="FF0000"/>
              </a:solidFill>
            </a:endParaRPr>
          </a:p>
          <a:p>
            <a:pPr>
              <a:buNone/>
              <a:defRPr/>
            </a:pPr>
            <a:endParaRPr lang="en-US" b="1" dirty="0">
              <a:latin typeface="+mj-lt"/>
            </a:endParaRPr>
          </a:p>
        </p:txBody>
      </p:sp>
      <p:sp>
        <p:nvSpPr>
          <p:cNvPr id="7" name="Slide Number Placeholder 6"/>
          <p:cNvSpPr>
            <a:spLocks noGrp="1"/>
          </p:cNvSpPr>
          <p:nvPr>
            <p:ph type="sldNum" sz="quarter" idx="12"/>
          </p:nvPr>
        </p:nvSpPr>
        <p:spPr/>
        <p:txBody>
          <a:bodyPr/>
          <a:lstStyle>
            <a:lvl1pPr eaLnBrk="0" hangingPunct="0">
              <a:defRPr sz="2400">
                <a:solidFill>
                  <a:srgbClr val="00FF00"/>
                </a:solidFill>
                <a:latin typeface=".VnArial" panose="020B7200000000000000" pitchFamily="34" charset="0"/>
              </a:defRPr>
            </a:lvl1pPr>
            <a:lvl2pPr marL="742950" indent="-285750" eaLnBrk="0" hangingPunct="0">
              <a:defRPr sz="2400">
                <a:solidFill>
                  <a:srgbClr val="00FF00"/>
                </a:solidFill>
                <a:latin typeface=".VnArial" panose="020B7200000000000000" pitchFamily="34" charset="0"/>
              </a:defRPr>
            </a:lvl2pPr>
            <a:lvl3pPr marL="1143000" indent="-228600" eaLnBrk="0" hangingPunct="0">
              <a:defRPr sz="2400">
                <a:solidFill>
                  <a:srgbClr val="00FF00"/>
                </a:solidFill>
                <a:latin typeface=".VnArial" panose="020B7200000000000000" pitchFamily="34" charset="0"/>
              </a:defRPr>
            </a:lvl3pPr>
            <a:lvl4pPr marL="1600200" indent="-228600" eaLnBrk="0" hangingPunct="0">
              <a:defRPr sz="2400">
                <a:solidFill>
                  <a:srgbClr val="00FF00"/>
                </a:solidFill>
                <a:latin typeface=".VnArial" panose="020B7200000000000000" pitchFamily="34" charset="0"/>
              </a:defRPr>
            </a:lvl4pPr>
            <a:lvl5pPr marL="2057400" indent="-228600" eaLnBrk="0" hangingPunct="0">
              <a:defRPr sz="2400">
                <a:solidFill>
                  <a:srgbClr val="00FF00"/>
                </a:solidFill>
                <a:latin typeface=".VnArial" panose="020B7200000000000000" pitchFamily="34" charset="0"/>
              </a:defRPr>
            </a:lvl5pPr>
            <a:lvl6pPr marL="2514600" indent="-228600" eaLnBrk="0" fontAlgn="base" hangingPunct="0">
              <a:spcBef>
                <a:spcPct val="0"/>
              </a:spcBef>
              <a:spcAft>
                <a:spcPct val="0"/>
              </a:spcAft>
              <a:defRPr sz="2400">
                <a:solidFill>
                  <a:srgbClr val="00FF00"/>
                </a:solidFill>
                <a:latin typeface=".VnArial" panose="020B7200000000000000" pitchFamily="34" charset="0"/>
              </a:defRPr>
            </a:lvl6pPr>
            <a:lvl7pPr marL="2971800" indent="-228600" eaLnBrk="0" fontAlgn="base" hangingPunct="0">
              <a:spcBef>
                <a:spcPct val="0"/>
              </a:spcBef>
              <a:spcAft>
                <a:spcPct val="0"/>
              </a:spcAft>
              <a:defRPr sz="2400">
                <a:solidFill>
                  <a:srgbClr val="00FF00"/>
                </a:solidFill>
                <a:latin typeface=".VnArial" panose="020B7200000000000000" pitchFamily="34" charset="0"/>
              </a:defRPr>
            </a:lvl7pPr>
            <a:lvl8pPr marL="3429000" indent="-228600" eaLnBrk="0" fontAlgn="base" hangingPunct="0">
              <a:spcBef>
                <a:spcPct val="0"/>
              </a:spcBef>
              <a:spcAft>
                <a:spcPct val="0"/>
              </a:spcAft>
              <a:defRPr sz="2400">
                <a:solidFill>
                  <a:srgbClr val="00FF00"/>
                </a:solidFill>
                <a:latin typeface=".VnArial" panose="020B7200000000000000" pitchFamily="34" charset="0"/>
              </a:defRPr>
            </a:lvl8pPr>
            <a:lvl9pPr marL="3886200" indent="-228600" eaLnBrk="0" fontAlgn="base" hangingPunct="0">
              <a:spcBef>
                <a:spcPct val="0"/>
              </a:spcBef>
              <a:spcAft>
                <a:spcPct val="0"/>
              </a:spcAft>
              <a:defRPr sz="2400">
                <a:solidFill>
                  <a:srgbClr val="00FF00"/>
                </a:solidFill>
                <a:latin typeface=".VnArial" panose="020B7200000000000000" pitchFamily="34" charset="0"/>
              </a:defRPr>
            </a:lvl9pPr>
          </a:lstStyle>
          <a:p>
            <a:pPr eaLnBrk="1" hangingPunct="1"/>
            <a:fld id="{B2922DC5-3453-44BA-A861-E7BAE7EBDE7E}" type="slidenum">
              <a:rPr lang="en-US" sz="1200">
                <a:solidFill>
                  <a:srgbClr val="898989"/>
                </a:solidFill>
              </a:rPr>
              <a:pPr eaLnBrk="1" hangingPunct="1"/>
              <a:t>28</a:t>
            </a:fld>
            <a:endParaRPr lang="en-US" sz="1200">
              <a:solidFill>
                <a:srgbClr val="898989"/>
              </a:solidFill>
            </a:endParaRPr>
          </a:p>
        </p:txBody>
      </p:sp>
      <p:sp>
        <p:nvSpPr>
          <p:cNvPr id="6" name="Rectangle 2"/>
          <p:cNvSpPr>
            <a:spLocks noGrp="1" noChangeArrowheads="1"/>
          </p:cNvSpPr>
          <p:nvPr>
            <p:ph type="title"/>
          </p:nvPr>
        </p:nvSpPr>
        <p:spPr>
          <a:xfrm>
            <a:off x="2648607" y="409786"/>
            <a:ext cx="7772400" cy="1038225"/>
          </a:xfrm>
        </p:spPr>
        <p:txBody>
          <a:bodyPr/>
          <a:lstStyle/>
          <a:p>
            <a:pPr marL="457200" indent="-457200" eaLnBrk="1" hangingPunct="1">
              <a:buFont typeface="Wingdings" panose="05000000000000000000" pitchFamily="2" charset="2"/>
              <a:buChar char="Ø"/>
            </a:pPr>
            <a:r>
              <a:rPr lang="en-US" altLang="en-US" sz="3200" b="1" i="1" dirty="0" err="1" smtClean="0">
                <a:solidFill>
                  <a:srgbClr val="FF0000"/>
                </a:solidFill>
              </a:rPr>
              <a:t>Thời</a:t>
            </a:r>
            <a:r>
              <a:rPr lang="en-US" altLang="en-US" sz="3200" b="1" i="1" dirty="0" smtClean="0">
                <a:solidFill>
                  <a:srgbClr val="FF0000"/>
                </a:solidFill>
              </a:rPr>
              <a:t> </a:t>
            </a:r>
            <a:r>
              <a:rPr lang="en-US" altLang="en-US" sz="3200" b="1" i="1" dirty="0" err="1">
                <a:solidFill>
                  <a:srgbClr val="FF0000"/>
                </a:solidFill>
              </a:rPr>
              <a:t>kỳ</a:t>
            </a:r>
            <a:r>
              <a:rPr lang="en-US" altLang="en-US" sz="3200" b="1" i="1" dirty="0">
                <a:solidFill>
                  <a:srgbClr val="FF0000"/>
                </a:solidFill>
              </a:rPr>
              <a:t> </a:t>
            </a:r>
            <a:r>
              <a:rPr lang="en-US" altLang="en-US" sz="3200" b="1" i="1" dirty="0" err="1">
                <a:solidFill>
                  <a:srgbClr val="FF0000"/>
                </a:solidFill>
              </a:rPr>
              <a:t>từ</a:t>
            </a:r>
            <a:r>
              <a:rPr lang="en-US" altLang="en-US" sz="3200" b="1" i="1" dirty="0">
                <a:solidFill>
                  <a:srgbClr val="FF0000"/>
                </a:solidFill>
              </a:rPr>
              <a:t> </a:t>
            </a:r>
            <a:r>
              <a:rPr lang="en-US" altLang="en-US" sz="3200" b="1" i="1" dirty="0" err="1">
                <a:solidFill>
                  <a:srgbClr val="FF0000"/>
                </a:solidFill>
              </a:rPr>
              <a:t>sau</a:t>
            </a:r>
            <a:r>
              <a:rPr lang="en-US" altLang="en-US" sz="3200" b="1" i="1" dirty="0">
                <a:solidFill>
                  <a:srgbClr val="FF0000"/>
                </a:solidFill>
              </a:rPr>
              <a:t> </a:t>
            </a:r>
            <a:r>
              <a:rPr lang="en-US" altLang="en-US" sz="3200" b="1" i="1" dirty="0" err="1">
                <a:solidFill>
                  <a:srgbClr val="FF0000"/>
                </a:solidFill>
              </a:rPr>
              <a:t>Công</a:t>
            </a:r>
            <a:r>
              <a:rPr lang="en-US" altLang="en-US" sz="3200" b="1" i="1" dirty="0">
                <a:solidFill>
                  <a:srgbClr val="FF0000"/>
                </a:solidFill>
              </a:rPr>
              <a:t> </a:t>
            </a:r>
            <a:r>
              <a:rPr lang="en-US" altLang="en-US" sz="3200" b="1" i="1" dirty="0" err="1">
                <a:solidFill>
                  <a:srgbClr val="FF0000"/>
                </a:solidFill>
              </a:rPr>
              <a:t>xã</a:t>
            </a:r>
            <a:r>
              <a:rPr lang="en-US" altLang="en-US" sz="3200" b="1" i="1" dirty="0">
                <a:solidFill>
                  <a:srgbClr val="FF0000"/>
                </a:solidFill>
              </a:rPr>
              <a:t> </a:t>
            </a:r>
            <a:r>
              <a:rPr lang="en-US" altLang="en-US" sz="3200" b="1" i="1" dirty="0" err="1">
                <a:solidFill>
                  <a:srgbClr val="FF0000"/>
                </a:solidFill>
              </a:rPr>
              <a:t>Pari</a:t>
            </a:r>
            <a:r>
              <a:rPr lang="en-US" altLang="en-US" sz="3200" b="1" i="1" dirty="0">
                <a:solidFill>
                  <a:srgbClr val="FF0000"/>
                </a:solidFill>
              </a:rPr>
              <a:t> </a:t>
            </a:r>
            <a:r>
              <a:rPr lang="en-US" altLang="en-US" sz="3200" b="1" i="1" dirty="0" err="1">
                <a:solidFill>
                  <a:srgbClr val="FF0000"/>
                </a:solidFill>
              </a:rPr>
              <a:t>đến</a:t>
            </a:r>
            <a:r>
              <a:rPr lang="en-US" altLang="en-US" sz="3200" b="1" i="1" dirty="0">
                <a:solidFill>
                  <a:srgbClr val="FF0000"/>
                </a:solidFill>
              </a:rPr>
              <a:t> 1895</a:t>
            </a:r>
            <a:endParaRPr lang="en-US" altLang="en-US" sz="3200" dirty="0">
              <a:solidFill>
                <a:srgbClr val="FF0000"/>
              </a:solidFill>
              <a:latin typeface=".VnVogue" panose="020B7200000000000000" pitchFamily="34" charset="0"/>
            </a:endParaRPr>
          </a:p>
        </p:txBody>
      </p:sp>
    </p:spTree>
    <p:extLst>
      <p:ext uri="{BB962C8B-B14F-4D97-AF65-F5344CB8AC3E}">
        <p14:creationId xmlns:p14="http://schemas.microsoft.com/office/powerpoint/2010/main" val="4103144762"/>
      </p:ext>
    </p:extLst>
  </p:cSld>
  <p:clrMapOvr>
    <a:masterClrMapping/>
  </p:clrMapOvr>
  <p:transition>
    <p:wheel spokes="8"/>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3363">
                                            <p:txEl>
                                              <p:pRg st="0" end="0"/>
                                            </p:txEl>
                                          </p:spTgt>
                                        </p:tgtEl>
                                        <p:attrNameLst>
                                          <p:attrName>style.visibility</p:attrName>
                                        </p:attrNameLst>
                                      </p:cBhvr>
                                      <p:to>
                                        <p:strVal val="visible"/>
                                      </p:to>
                                    </p:set>
                                    <p:anim calcmode="lin" valueType="num">
                                      <p:cBhvr additive="base">
                                        <p:cTn id="7" dur="500" fill="hold"/>
                                        <p:tgtEl>
                                          <p:spTgt spid="14336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336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43363">
                                            <p:txEl>
                                              <p:pRg st="1" end="1"/>
                                            </p:txEl>
                                          </p:spTgt>
                                        </p:tgtEl>
                                        <p:attrNameLst>
                                          <p:attrName>style.visibility</p:attrName>
                                        </p:attrNameLst>
                                      </p:cBhvr>
                                      <p:to>
                                        <p:strVal val="visible"/>
                                      </p:to>
                                    </p:set>
                                    <p:anim calcmode="lin" valueType="num">
                                      <p:cBhvr additive="base">
                                        <p:cTn id="13" dur="500" fill="hold"/>
                                        <p:tgtEl>
                                          <p:spTgt spid="14336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4336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43363">
                                            <p:txEl>
                                              <p:pRg st="2" end="2"/>
                                            </p:txEl>
                                          </p:spTgt>
                                        </p:tgtEl>
                                        <p:attrNameLst>
                                          <p:attrName>style.visibility</p:attrName>
                                        </p:attrNameLst>
                                      </p:cBhvr>
                                      <p:to>
                                        <p:strVal val="visible"/>
                                      </p:to>
                                    </p:set>
                                    <p:anim calcmode="lin" valueType="num">
                                      <p:cBhvr additive="base">
                                        <p:cTn id="19" dur="500" fill="hold"/>
                                        <p:tgtEl>
                                          <p:spTgt spid="14336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4336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43363">
                                            <p:txEl>
                                              <p:pRg st="3" end="3"/>
                                            </p:txEl>
                                          </p:spTgt>
                                        </p:tgtEl>
                                        <p:attrNameLst>
                                          <p:attrName>style.visibility</p:attrName>
                                        </p:attrNameLst>
                                      </p:cBhvr>
                                      <p:to>
                                        <p:strVal val="visible"/>
                                      </p:to>
                                    </p:set>
                                    <p:anim calcmode="lin" valueType="num">
                                      <p:cBhvr additive="base">
                                        <p:cTn id="25" dur="500" fill="hold"/>
                                        <p:tgtEl>
                                          <p:spTgt spid="14336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4336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 presetClass="entr" presetSubtype="16"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box(in)">
                                      <p:cBhvr>
                                        <p:cTn id="3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63" grpId="0" build="p"/>
      <p:bldP spid="6"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9" name="Line 3"/>
          <p:cNvSpPr>
            <a:spLocks noChangeShapeType="1"/>
          </p:cNvSpPr>
          <p:nvPr/>
        </p:nvSpPr>
        <p:spPr bwMode="auto">
          <a:xfrm>
            <a:off x="2514600" y="2971800"/>
            <a:ext cx="769620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16740" name="Line 4"/>
          <p:cNvSpPr>
            <a:spLocks noChangeShapeType="1"/>
          </p:cNvSpPr>
          <p:nvPr/>
        </p:nvSpPr>
        <p:spPr bwMode="auto">
          <a:xfrm>
            <a:off x="1524000" y="2971800"/>
            <a:ext cx="685800" cy="0"/>
          </a:xfrm>
          <a:prstGeom prst="line">
            <a:avLst/>
          </a:prstGeom>
          <a:noFill/>
          <a:ln w="381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16741" name="Line 5"/>
          <p:cNvSpPr>
            <a:spLocks noChangeShapeType="1"/>
          </p:cNvSpPr>
          <p:nvPr/>
        </p:nvSpPr>
        <p:spPr bwMode="auto">
          <a:xfrm>
            <a:off x="2514600" y="2819400"/>
            <a:ext cx="0" cy="3048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6742" name="Line 6"/>
          <p:cNvSpPr>
            <a:spLocks noChangeShapeType="1"/>
          </p:cNvSpPr>
          <p:nvPr/>
        </p:nvSpPr>
        <p:spPr bwMode="auto">
          <a:xfrm>
            <a:off x="4724400" y="2819400"/>
            <a:ext cx="0" cy="3048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6743" name="Line 7"/>
          <p:cNvSpPr>
            <a:spLocks noChangeShapeType="1"/>
          </p:cNvSpPr>
          <p:nvPr/>
        </p:nvSpPr>
        <p:spPr bwMode="auto">
          <a:xfrm flipV="1">
            <a:off x="7924800" y="2743200"/>
            <a:ext cx="0" cy="2286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6745" name="Text Box 9"/>
          <p:cNvSpPr txBox="1">
            <a:spLocks noChangeArrowheads="1"/>
          </p:cNvSpPr>
          <p:nvPr/>
        </p:nvSpPr>
        <p:spPr bwMode="auto">
          <a:xfrm>
            <a:off x="1905000" y="1295401"/>
            <a:ext cx="2971800" cy="430887"/>
          </a:xfrm>
          <a:prstGeom prst="rect">
            <a:avLst/>
          </a:prstGeom>
          <a:noFill/>
          <a:ln w="9525">
            <a:noFill/>
            <a:miter lim="800000"/>
            <a:headEnd/>
            <a:tailEnd/>
          </a:ln>
          <a:effectLst/>
        </p:spPr>
        <p:txBody>
          <a:bodyPr>
            <a:spAutoFit/>
          </a:bodyPr>
          <a:lstStyle/>
          <a:p>
            <a:pPr algn="ctr">
              <a:spcBef>
                <a:spcPct val="50000"/>
              </a:spcBef>
              <a:defRPr/>
            </a:pPr>
            <a:r>
              <a:rPr lang="en-US" dirty="0">
                <a:solidFill>
                  <a:srgbClr val="FF0000"/>
                </a:solidFill>
                <a:effectLst>
                  <a:outerShdw blurRad="38100" dist="38100" dir="2700000" algn="tl">
                    <a:srgbClr val="000000"/>
                  </a:outerShdw>
                </a:effectLst>
                <a:latin typeface=".VnTime" pitchFamily="34" charset="0"/>
                <a:cs typeface="Arial" charset="0"/>
              </a:rPr>
              <a:t> </a:t>
            </a:r>
            <a:r>
              <a:rPr lang="en-US" sz="2200" dirty="0">
                <a:solidFill>
                  <a:srgbClr val="FF0000"/>
                </a:solidFill>
                <a:effectLst>
                  <a:outerShdw blurRad="38100" dist="38100" dir="2700000" algn="tl">
                    <a:srgbClr val="000000"/>
                  </a:outerShdw>
                </a:effectLst>
                <a:latin typeface=".VnTime" pitchFamily="34" charset="0"/>
                <a:cs typeface="Arial" charset="0"/>
              </a:rPr>
              <a:t>  </a:t>
            </a:r>
            <a:r>
              <a:rPr lang="en-US" b="1" dirty="0" err="1">
                <a:latin typeface="Times New Roman" panose="02020603050405020304" pitchFamily="18" charset="0"/>
                <a:cs typeface="Times New Roman" panose="02020603050405020304" pitchFamily="18" charset="0"/>
              </a:rPr>
              <a:t>Hình</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thái</a:t>
            </a:r>
            <a:r>
              <a:rPr lang="en-US" b="1" dirty="0">
                <a:latin typeface="Times New Roman" panose="02020603050405020304" pitchFamily="18" charset="0"/>
                <a:cs typeface="Times New Roman" panose="02020603050405020304" pitchFamily="18" charset="0"/>
              </a:rPr>
              <a:t> KT-XH TBCN</a:t>
            </a:r>
          </a:p>
        </p:txBody>
      </p:sp>
      <p:sp>
        <p:nvSpPr>
          <p:cNvPr id="116746" name="Text Box 10"/>
          <p:cNvSpPr txBox="1">
            <a:spLocks noChangeArrowheads="1"/>
          </p:cNvSpPr>
          <p:nvPr/>
        </p:nvSpPr>
        <p:spPr bwMode="auto">
          <a:xfrm>
            <a:off x="5562600" y="1371600"/>
            <a:ext cx="4114800" cy="369332"/>
          </a:xfrm>
          <a:prstGeom prst="rect">
            <a:avLst/>
          </a:prstGeom>
          <a:noFill/>
          <a:ln w="9525">
            <a:noFill/>
            <a:miter lim="800000"/>
            <a:headEnd/>
            <a:tailEnd/>
          </a:ln>
          <a:effectLst/>
        </p:spPr>
        <p:txBody>
          <a:bodyPr>
            <a:spAutoFit/>
          </a:bodyPr>
          <a:lstStyle/>
          <a:p>
            <a:pPr algn="ctr">
              <a:spcBef>
                <a:spcPct val="50000"/>
              </a:spcBef>
              <a:defRPr/>
            </a:pPr>
            <a:r>
              <a:rPr lang="en-US" b="1" dirty="0" err="1">
                <a:solidFill>
                  <a:srgbClr val="FF0000"/>
                </a:solidFill>
                <a:effectLst>
                  <a:outerShdw blurRad="38100" dist="38100" dir="2700000" algn="tl">
                    <a:srgbClr val="000000"/>
                  </a:outerShdw>
                </a:effectLst>
                <a:latin typeface="Times New Roman" panose="02020603050405020304" pitchFamily="18" charset="0"/>
                <a:cs typeface="Times New Roman" panose="02020603050405020304" pitchFamily="18" charset="0"/>
              </a:rPr>
              <a:t>Hình</a:t>
            </a:r>
            <a:r>
              <a:rPr lang="en-US" b="1" dirty="0">
                <a:solidFill>
                  <a:srgbClr val="FF0000"/>
                </a:solidFill>
                <a:effectLst>
                  <a:outerShdw blurRad="38100" dist="38100" dir="2700000" algn="tl">
                    <a:srgbClr val="000000"/>
                  </a:outerShdw>
                </a:effectLst>
                <a:latin typeface="Times New Roman" panose="02020603050405020304" pitchFamily="18" charset="0"/>
                <a:cs typeface="Times New Roman" panose="02020603050405020304" pitchFamily="18" charset="0"/>
              </a:rPr>
              <a:t> </a:t>
            </a:r>
            <a:r>
              <a:rPr lang="en-US" b="1" dirty="0" err="1">
                <a:solidFill>
                  <a:srgbClr val="FF0000"/>
                </a:solidFill>
                <a:effectLst>
                  <a:outerShdw blurRad="38100" dist="38100" dir="2700000" algn="tl">
                    <a:srgbClr val="000000"/>
                  </a:outerShdw>
                </a:effectLst>
                <a:latin typeface="Times New Roman" panose="02020603050405020304" pitchFamily="18" charset="0"/>
                <a:cs typeface="Times New Roman" panose="02020603050405020304" pitchFamily="18" charset="0"/>
              </a:rPr>
              <a:t>thái</a:t>
            </a:r>
            <a:r>
              <a:rPr lang="en-US" b="1" dirty="0">
                <a:solidFill>
                  <a:srgbClr val="FF0000"/>
                </a:solidFill>
                <a:effectLst>
                  <a:outerShdw blurRad="38100" dist="38100" dir="2700000" algn="tl">
                    <a:srgbClr val="000000"/>
                  </a:outerShdw>
                </a:effectLst>
                <a:latin typeface="Times New Roman" panose="02020603050405020304" pitchFamily="18" charset="0"/>
                <a:cs typeface="Times New Roman" panose="02020603050405020304" pitchFamily="18" charset="0"/>
              </a:rPr>
              <a:t> KT-XH </a:t>
            </a:r>
            <a:r>
              <a:rPr lang="en-US" b="1" dirty="0">
                <a:solidFill>
                  <a:srgbClr val="FF0000"/>
                </a:solidFill>
                <a:effectLst>
                  <a:outerShdw blurRad="38100" dist="38100" dir="2700000" algn="tl">
                    <a:srgbClr val="000000"/>
                  </a:outerShdw>
                </a:effectLst>
                <a:latin typeface=".VnTime" pitchFamily="34" charset="0"/>
                <a:cs typeface="Arial" charset="0"/>
              </a:rPr>
              <a:t>CSCN</a:t>
            </a:r>
          </a:p>
        </p:txBody>
      </p:sp>
      <p:sp>
        <p:nvSpPr>
          <p:cNvPr id="116747" name="Line 11"/>
          <p:cNvSpPr>
            <a:spLocks noChangeShapeType="1"/>
          </p:cNvSpPr>
          <p:nvPr/>
        </p:nvSpPr>
        <p:spPr bwMode="auto">
          <a:xfrm flipV="1">
            <a:off x="4724400" y="2209800"/>
            <a:ext cx="0" cy="6858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16748" name="Line 12"/>
          <p:cNvSpPr>
            <a:spLocks noChangeShapeType="1"/>
          </p:cNvSpPr>
          <p:nvPr/>
        </p:nvSpPr>
        <p:spPr bwMode="auto">
          <a:xfrm flipV="1">
            <a:off x="7924800" y="2209800"/>
            <a:ext cx="0" cy="6096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16749" name="Line 13"/>
          <p:cNvSpPr>
            <a:spLocks noChangeShapeType="1"/>
          </p:cNvSpPr>
          <p:nvPr/>
        </p:nvSpPr>
        <p:spPr bwMode="auto">
          <a:xfrm>
            <a:off x="4724400" y="2743200"/>
            <a:ext cx="3276600"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9404" name="Text Box 14"/>
          <p:cNvSpPr txBox="1">
            <a:spLocks noChangeArrowheads="1"/>
          </p:cNvSpPr>
          <p:nvPr/>
        </p:nvSpPr>
        <p:spPr bwMode="auto">
          <a:xfrm>
            <a:off x="5013326" y="2735263"/>
            <a:ext cx="26066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FF00"/>
                </a:solidFill>
                <a:latin typeface=".VnArial" panose="020B7200000000000000" pitchFamily="34" charset="0"/>
              </a:defRPr>
            </a:lvl1pPr>
            <a:lvl2pPr marL="742950" indent="-285750" eaLnBrk="0" hangingPunct="0">
              <a:defRPr sz="2400">
                <a:solidFill>
                  <a:srgbClr val="00FF00"/>
                </a:solidFill>
                <a:latin typeface=".VnArial" panose="020B7200000000000000" pitchFamily="34" charset="0"/>
              </a:defRPr>
            </a:lvl2pPr>
            <a:lvl3pPr marL="1143000" indent="-228600" eaLnBrk="0" hangingPunct="0">
              <a:defRPr sz="2400">
                <a:solidFill>
                  <a:srgbClr val="00FF00"/>
                </a:solidFill>
                <a:latin typeface=".VnArial" panose="020B7200000000000000" pitchFamily="34" charset="0"/>
              </a:defRPr>
            </a:lvl3pPr>
            <a:lvl4pPr marL="1600200" indent="-228600" eaLnBrk="0" hangingPunct="0">
              <a:defRPr sz="2400">
                <a:solidFill>
                  <a:srgbClr val="00FF00"/>
                </a:solidFill>
                <a:latin typeface=".VnArial" panose="020B7200000000000000" pitchFamily="34" charset="0"/>
              </a:defRPr>
            </a:lvl4pPr>
            <a:lvl5pPr marL="2057400" indent="-228600" eaLnBrk="0" hangingPunct="0">
              <a:defRPr sz="2400">
                <a:solidFill>
                  <a:srgbClr val="00FF00"/>
                </a:solidFill>
                <a:latin typeface=".VnArial" panose="020B7200000000000000" pitchFamily="34" charset="0"/>
              </a:defRPr>
            </a:lvl5pPr>
            <a:lvl6pPr marL="2514600" indent="-228600" eaLnBrk="0" fontAlgn="base" hangingPunct="0">
              <a:spcBef>
                <a:spcPct val="0"/>
              </a:spcBef>
              <a:spcAft>
                <a:spcPct val="0"/>
              </a:spcAft>
              <a:defRPr sz="2400">
                <a:solidFill>
                  <a:srgbClr val="00FF00"/>
                </a:solidFill>
                <a:latin typeface=".VnArial" panose="020B7200000000000000" pitchFamily="34" charset="0"/>
              </a:defRPr>
            </a:lvl6pPr>
            <a:lvl7pPr marL="2971800" indent="-228600" eaLnBrk="0" fontAlgn="base" hangingPunct="0">
              <a:spcBef>
                <a:spcPct val="0"/>
              </a:spcBef>
              <a:spcAft>
                <a:spcPct val="0"/>
              </a:spcAft>
              <a:defRPr sz="2400">
                <a:solidFill>
                  <a:srgbClr val="00FF00"/>
                </a:solidFill>
                <a:latin typeface=".VnArial" panose="020B7200000000000000" pitchFamily="34" charset="0"/>
              </a:defRPr>
            </a:lvl7pPr>
            <a:lvl8pPr marL="3429000" indent="-228600" eaLnBrk="0" fontAlgn="base" hangingPunct="0">
              <a:spcBef>
                <a:spcPct val="0"/>
              </a:spcBef>
              <a:spcAft>
                <a:spcPct val="0"/>
              </a:spcAft>
              <a:defRPr sz="2400">
                <a:solidFill>
                  <a:srgbClr val="00FF00"/>
                </a:solidFill>
                <a:latin typeface=".VnArial" panose="020B7200000000000000" pitchFamily="34" charset="0"/>
              </a:defRPr>
            </a:lvl8pPr>
            <a:lvl9pPr marL="3886200" indent="-228600" eaLnBrk="0" fontAlgn="base" hangingPunct="0">
              <a:spcBef>
                <a:spcPct val="0"/>
              </a:spcBef>
              <a:spcAft>
                <a:spcPct val="0"/>
              </a:spcAft>
              <a:defRPr sz="2400">
                <a:solidFill>
                  <a:srgbClr val="00FF00"/>
                </a:solidFill>
                <a:latin typeface=".VnArial" panose="020B7200000000000000" pitchFamily="34" charset="0"/>
              </a:defRPr>
            </a:lvl9pPr>
          </a:lstStyle>
          <a:p>
            <a:pPr eaLnBrk="1" hangingPunct="1"/>
            <a:endParaRPr lang="en-US" altLang="en-US" sz="2800">
              <a:solidFill>
                <a:schemeClr val="tx1"/>
              </a:solidFill>
              <a:latin typeface=".VnTime" panose="020B7200000000000000" pitchFamily="34" charset="0"/>
            </a:endParaRPr>
          </a:p>
        </p:txBody>
      </p:sp>
      <p:sp>
        <p:nvSpPr>
          <p:cNvPr id="116751" name="Text Box 15"/>
          <p:cNvSpPr txBox="1">
            <a:spLocks noChangeArrowheads="1"/>
          </p:cNvSpPr>
          <p:nvPr/>
        </p:nvSpPr>
        <p:spPr bwMode="auto">
          <a:xfrm>
            <a:off x="4648200" y="1828800"/>
            <a:ext cx="3276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FF00"/>
                </a:solidFill>
                <a:latin typeface=".VnArial" panose="020B7200000000000000" pitchFamily="34" charset="0"/>
              </a:defRPr>
            </a:lvl1pPr>
            <a:lvl2pPr marL="742950" indent="-285750" eaLnBrk="0" hangingPunct="0">
              <a:defRPr sz="2400">
                <a:solidFill>
                  <a:srgbClr val="00FF00"/>
                </a:solidFill>
                <a:latin typeface=".VnArial" panose="020B7200000000000000" pitchFamily="34" charset="0"/>
              </a:defRPr>
            </a:lvl2pPr>
            <a:lvl3pPr marL="1143000" indent="-228600" eaLnBrk="0" hangingPunct="0">
              <a:defRPr sz="2400">
                <a:solidFill>
                  <a:srgbClr val="00FF00"/>
                </a:solidFill>
                <a:latin typeface=".VnArial" panose="020B7200000000000000" pitchFamily="34" charset="0"/>
              </a:defRPr>
            </a:lvl3pPr>
            <a:lvl4pPr marL="1600200" indent="-228600" eaLnBrk="0" hangingPunct="0">
              <a:defRPr sz="2400">
                <a:solidFill>
                  <a:srgbClr val="00FF00"/>
                </a:solidFill>
                <a:latin typeface=".VnArial" panose="020B7200000000000000" pitchFamily="34" charset="0"/>
              </a:defRPr>
            </a:lvl4pPr>
            <a:lvl5pPr marL="2057400" indent="-228600" eaLnBrk="0" hangingPunct="0">
              <a:defRPr sz="2400">
                <a:solidFill>
                  <a:srgbClr val="00FF00"/>
                </a:solidFill>
                <a:latin typeface=".VnArial" panose="020B7200000000000000" pitchFamily="34" charset="0"/>
              </a:defRPr>
            </a:lvl5pPr>
            <a:lvl6pPr marL="2514600" indent="-228600" eaLnBrk="0" fontAlgn="base" hangingPunct="0">
              <a:spcBef>
                <a:spcPct val="0"/>
              </a:spcBef>
              <a:spcAft>
                <a:spcPct val="0"/>
              </a:spcAft>
              <a:defRPr sz="2400">
                <a:solidFill>
                  <a:srgbClr val="00FF00"/>
                </a:solidFill>
                <a:latin typeface=".VnArial" panose="020B7200000000000000" pitchFamily="34" charset="0"/>
              </a:defRPr>
            </a:lvl6pPr>
            <a:lvl7pPr marL="2971800" indent="-228600" eaLnBrk="0" fontAlgn="base" hangingPunct="0">
              <a:spcBef>
                <a:spcPct val="0"/>
              </a:spcBef>
              <a:spcAft>
                <a:spcPct val="0"/>
              </a:spcAft>
              <a:defRPr sz="2400">
                <a:solidFill>
                  <a:srgbClr val="00FF00"/>
                </a:solidFill>
                <a:latin typeface=".VnArial" panose="020B7200000000000000" pitchFamily="34" charset="0"/>
              </a:defRPr>
            </a:lvl7pPr>
            <a:lvl8pPr marL="3429000" indent="-228600" eaLnBrk="0" fontAlgn="base" hangingPunct="0">
              <a:spcBef>
                <a:spcPct val="0"/>
              </a:spcBef>
              <a:spcAft>
                <a:spcPct val="0"/>
              </a:spcAft>
              <a:defRPr sz="2400">
                <a:solidFill>
                  <a:srgbClr val="00FF00"/>
                </a:solidFill>
                <a:latin typeface=".VnArial" panose="020B7200000000000000" pitchFamily="34" charset="0"/>
              </a:defRPr>
            </a:lvl8pPr>
            <a:lvl9pPr marL="3886200" indent="-228600" eaLnBrk="0" fontAlgn="base" hangingPunct="0">
              <a:spcBef>
                <a:spcPct val="0"/>
              </a:spcBef>
              <a:spcAft>
                <a:spcPct val="0"/>
              </a:spcAft>
              <a:defRPr sz="2400">
                <a:solidFill>
                  <a:srgbClr val="00FF00"/>
                </a:solidFill>
                <a:latin typeface=".VnArial" panose="020B7200000000000000" pitchFamily="34" charset="0"/>
              </a:defRPr>
            </a:lvl9pPr>
          </a:lstStyle>
          <a:p>
            <a:pPr algn="ctr" eaLnBrk="1" hangingPunct="1">
              <a:spcBef>
                <a:spcPct val="50000"/>
              </a:spcBef>
            </a:pPr>
            <a:r>
              <a:rPr lang="en-US" altLang="en-US" b="1">
                <a:solidFill>
                  <a:schemeClr val="tx1"/>
                </a:solidFill>
                <a:latin typeface="Times New Roman" panose="02020603050405020304" pitchFamily="18" charset="0"/>
                <a:cs typeface="Times New Roman" panose="02020603050405020304" pitchFamily="18" charset="0"/>
              </a:rPr>
              <a:t>Giai đoạn thấp</a:t>
            </a:r>
          </a:p>
        </p:txBody>
      </p:sp>
      <p:sp>
        <p:nvSpPr>
          <p:cNvPr id="116752" name="Text Box 16"/>
          <p:cNvSpPr txBox="1">
            <a:spLocks noChangeArrowheads="1"/>
          </p:cNvSpPr>
          <p:nvPr/>
        </p:nvSpPr>
        <p:spPr bwMode="auto">
          <a:xfrm>
            <a:off x="7620000" y="1905000"/>
            <a:ext cx="2895600"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FF00"/>
                </a:solidFill>
                <a:latin typeface=".VnArial" panose="020B7200000000000000" pitchFamily="34" charset="0"/>
              </a:defRPr>
            </a:lvl1pPr>
            <a:lvl2pPr marL="742950" indent="-285750" eaLnBrk="0" hangingPunct="0">
              <a:defRPr sz="2400">
                <a:solidFill>
                  <a:srgbClr val="00FF00"/>
                </a:solidFill>
                <a:latin typeface=".VnArial" panose="020B7200000000000000" pitchFamily="34" charset="0"/>
              </a:defRPr>
            </a:lvl2pPr>
            <a:lvl3pPr marL="1143000" indent="-228600" eaLnBrk="0" hangingPunct="0">
              <a:defRPr sz="2400">
                <a:solidFill>
                  <a:srgbClr val="00FF00"/>
                </a:solidFill>
                <a:latin typeface=".VnArial" panose="020B7200000000000000" pitchFamily="34" charset="0"/>
              </a:defRPr>
            </a:lvl3pPr>
            <a:lvl4pPr marL="1600200" indent="-228600" eaLnBrk="0" hangingPunct="0">
              <a:defRPr sz="2400">
                <a:solidFill>
                  <a:srgbClr val="00FF00"/>
                </a:solidFill>
                <a:latin typeface=".VnArial" panose="020B7200000000000000" pitchFamily="34" charset="0"/>
              </a:defRPr>
            </a:lvl4pPr>
            <a:lvl5pPr marL="2057400" indent="-228600" eaLnBrk="0" hangingPunct="0">
              <a:defRPr sz="2400">
                <a:solidFill>
                  <a:srgbClr val="00FF00"/>
                </a:solidFill>
                <a:latin typeface=".VnArial" panose="020B7200000000000000" pitchFamily="34" charset="0"/>
              </a:defRPr>
            </a:lvl5pPr>
            <a:lvl6pPr marL="2514600" indent="-228600" eaLnBrk="0" fontAlgn="base" hangingPunct="0">
              <a:spcBef>
                <a:spcPct val="0"/>
              </a:spcBef>
              <a:spcAft>
                <a:spcPct val="0"/>
              </a:spcAft>
              <a:defRPr sz="2400">
                <a:solidFill>
                  <a:srgbClr val="00FF00"/>
                </a:solidFill>
                <a:latin typeface=".VnArial" panose="020B7200000000000000" pitchFamily="34" charset="0"/>
              </a:defRPr>
            </a:lvl6pPr>
            <a:lvl7pPr marL="2971800" indent="-228600" eaLnBrk="0" fontAlgn="base" hangingPunct="0">
              <a:spcBef>
                <a:spcPct val="0"/>
              </a:spcBef>
              <a:spcAft>
                <a:spcPct val="0"/>
              </a:spcAft>
              <a:defRPr sz="2400">
                <a:solidFill>
                  <a:srgbClr val="00FF00"/>
                </a:solidFill>
                <a:latin typeface=".VnArial" panose="020B7200000000000000" pitchFamily="34" charset="0"/>
              </a:defRPr>
            </a:lvl7pPr>
            <a:lvl8pPr marL="3429000" indent="-228600" eaLnBrk="0" fontAlgn="base" hangingPunct="0">
              <a:spcBef>
                <a:spcPct val="0"/>
              </a:spcBef>
              <a:spcAft>
                <a:spcPct val="0"/>
              </a:spcAft>
              <a:defRPr sz="2400">
                <a:solidFill>
                  <a:srgbClr val="00FF00"/>
                </a:solidFill>
                <a:latin typeface=".VnArial" panose="020B7200000000000000" pitchFamily="34" charset="0"/>
              </a:defRPr>
            </a:lvl8pPr>
            <a:lvl9pPr marL="3886200" indent="-228600" eaLnBrk="0" fontAlgn="base" hangingPunct="0">
              <a:spcBef>
                <a:spcPct val="0"/>
              </a:spcBef>
              <a:spcAft>
                <a:spcPct val="0"/>
              </a:spcAft>
              <a:defRPr sz="2400">
                <a:solidFill>
                  <a:srgbClr val="00FF00"/>
                </a:solidFill>
                <a:latin typeface=".VnArial" panose="020B7200000000000000" pitchFamily="34" charset="0"/>
              </a:defRPr>
            </a:lvl9pPr>
          </a:lstStyle>
          <a:p>
            <a:pPr algn="ctr" eaLnBrk="1" hangingPunct="1">
              <a:spcBef>
                <a:spcPts val="600"/>
              </a:spcBef>
            </a:pPr>
            <a:r>
              <a:rPr lang="en-US" altLang="en-US">
                <a:solidFill>
                  <a:schemeClr val="tx1"/>
                </a:solidFill>
                <a:latin typeface=".VnTime" panose="020B7200000000000000" pitchFamily="34" charset="0"/>
              </a:rPr>
              <a:t> </a:t>
            </a:r>
            <a:r>
              <a:rPr lang="en-US" altLang="en-US" b="1">
                <a:solidFill>
                  <a:schemeClr val="tx1"/>
                </a:solidFill>
                <a:latin typeface="Times New Roman" panose="02020603050405020304" pitchFamily="18" charset="0"/>
                <a:cs typeface="Times New Roman" panose="02020603050405020304" pitchFamily="18" charset="0"/>
              </a:rPr>
              <a:t>Giai đoạn cao</a:t>
            </a:r>
          </a:p>
          <a:p>
            <a:pPr algn="ctr" eaLnBrk="1" hangingPunct="1">
              <a:spcBef>
                <a:spcPts val="600"/>
              </a:spcBef>
            </a:pPr>
            <a:r>
              <a:rPr lang="en-US" altLang="en-US" b="1">
                <a:solidFill>
                  <a:schemeClr val="tx1"/>
                </a:solidFill>
                <a:latin typeface="Times New Roman" panose="02020603050405020304" pitchFamily="18" charset="0"/>
                <a:cs typeface="Times New Roman" panose="02020603050405020304" pitchFamily="18" charset="0"/>
              </a:rPr>
              <a:t>(CNCS)</a:t>
            </a:r>
          </a:p>
        </p:txBody>
      </p:sp>
      <p:sp>
        <p:nvSpPr>
          <p:cNvPr id="116753" name="Line 17"/>
          <p:cNvSpPr>
            <a:spLocks noChangeShapeType="1"/>
          </p:cNvSpPr>
          <p:nvPr/>
        </p:nvSpPr>
        <p:spPr bwMode="auto">
          <a:xfrm>
            <a:off x="7924800" y="2743200"/>
            <a:ext cx="2133600" cy="0"/>
          </a:xfrm>
          <a:prstGeom prst="line">
            <a:avLst/>
          </a:prstGeom>
          <a:noFill/>
          <a:ln w="9525">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en-US"/>
          </a:p>
        </p:txBody>
      </p:sp>
      <p:sp>
        <p:nvSpPr>
          <p:cNvPr id="116754" name="Text Box 18"/>
          <p:cNvSpPr txBox="1">
            <a:spLocks noChangeArrowheads="1"/>
          </p:cNvSpPr>
          <p:nvPr/>
        </p:nvSpPr>
        <p:spPr bwMode="auto">
          <a:xfrm>
            <a:off x="3810000" y="3124200"/>
            <a:ext cx="6324600"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FF00"/>
                </a:solidFill>
                <a:latin typeface=".VnArial" panose="020B7200000000000000" pitchFamily="34" charset="0"/>
              </a:defRPr>
            </a:lvl1pPr>
            <a:lvl2pPr marL="742950" indent="-285750" eaLnBrk="0" hangingPunct="0">
              <a:defRPr sz="2400">
                <a:solidFill>
                  <a:srgbClr val="00FF00"/>
                </a:solidFill>
                <a:latin typeface=".VnArial" panose="020B7200000000000000" pitchFamily="34" charset="0"/>
              </a:defRPr>
            </a:lvl2pPr>
            <a:lvl3pPr marL="1143000" indent="-228600" eaLnBrk="0" hangingPunct="0">
              <a:defRPr sz="2400">
                <a:solidFill>
                  <a:srgbClr val="00FF00"/>
                </a:solidFill>
                <a:latin typeface=".VnArial" panose="020B7200000000000000" pitchFamily="34" charset="0"/>
              </a:defRPr>
            </a:lvl3pPr>
            <a:lvl4pPr marL="1600200" indent="-228600" eaLnBrk="0" hangingPunct="0">
              <a:defRPr sz="2400">
                <a:solidFill>
                  <a:srgbClr val="00FF00"/>
                </a:solidFill>
                <a:latin typeface=".VnArial" panose="020B7200000000000000" pitchFamily="34" charset="0"/>
              </a:defRPr>
            </a:lvl4pPr>
            <a:lvl5pPr marL="2057400" indent="-228600" eaLnBrk="0" hangingPunct="0">
              <a:defRPr sz="2400">
                <a:solidFill>
                  <a:srgbClr val="00FF00"/>
                </a:solidFill>
                <a:latin typeface=".VnArial" panose="020B7200000000000000" pitchFamily="34" charset="0"/>
              </a:defRPr>
            </a:lvl5pPr>
            <a:lvl6pPr marL="2514600" indent="-228600" eaLnBrk="0" fontAlgn="base" hangingPunct="0">
              <a:spcBef>
                <a:spcPct val="0"/>
              </a:spcBef>
              <a:spcAft>
                <a:spcPct val="0"/>
              </a:spcAft>
              <a:defRPr sz="2400">
                <a:solidFill>
                  <a:srgbClr val="00FF00"/>
                </a:solidFill>
                <a:latin typeface=".VnArial" panose="020B7200000000000000" pitchFamily="34" charset="0"/>
              </a:defRPr>
            </a:lvl6pPr>
            <a:lvl7pPr marL="2971800" indent="-228600" eaLnBrk="0" fontAlgn="base" hangingPunct="0">
              <a:spcBef>
                <a:spcPct val="0"/>
              </a:spcBef>
              <a:spcAft>
                <a:spcPct val="0"/>
              </a:spcAft>
              <a:defRPr sz="2400">
                <a:solidFill>
                  <a:srgbClr val="00FF00"/>
                </a:solidFill>
                <a:latin typeface=".VnArial" panose="020B7200000000000000" pitchFamily="34" charset="0"/>
              </a:defRPr>
            </a:lvl7pPr>
            <a:lvl8pPr marL="3429000" indent="-228600" eaLnBrk="0" fontAlgn="base" hangingPunct="0">
              <a:spcBef>
                <a:spcPct val="0"/>
              </a:spcBef>
              <a:spcAft>
                <a:spcPct val="0"/>
              </a:spcAft>
              <a:defRPr sz="2400">
                <a:solidFill>
                  <a:srgbClr val="00FF00"/>
                </a:solidFill>
                <a:latin typeface=".VnArial" panose="020B7200000000000000" pitchFamily="34" charset="0"/>
              </a:defRPr>
            </a:lvl8pPr>
            <a:lvl9pPr marL="3886200" indent="-228600" eaLnBrk="0" fontAlgn="base" hangingPunct="0">
              <a:spcBef>
                <a:spcPct val="0"/>
              </a:spcBef>
              <a:spcAft>
                <a:spcPct val="0"/>
              </a:spcAft>
              <a:defRPr sz="2400">
                <a:solidFill>
                  <a:srgbClr val="00FF00"/>
                </a:solidFill>
                <a:latin typeface=".VnArial" panose="020B7200000000000000" pitchFamily="34" charset="0"/>
              </a:defRPr>
            </a:lvl9pPr>
          </a:lstStyle>
          <a:p>
            <a:pPr algn="ctr" eaLnBrk="1" hangingPunct="1">
              <a:spcBef>
                <a:spcPct val="50000"/>
              </a:spcBef>
              <a:buFont typeface="Arial" panose="020B0604020202020204" pitchFamily="34" charset="0"/>
              <a:buNone/>
            </a:pPr>
            <a:r>
              <a:rPr lang="en-US" altLang="en-US" sz="2800" b="1">
                <a:solidFill>
                  <a:schemeClr val="tx1"/>
                </a:solidFill>
                <a:latin typeface="Times New Roman" panose="02020603050405020304" pitchFamily="18" charset="0"/>
                <a:cs typeface="Times New Roman" panose="02020603050405020304" pitchFamily="18" charset="0"/>
              </a:rPr>
              <a:t>Giai đoạn thấp = Thời kỳ quá độ lên CNCS</a:t>
            </a:r>
          </a:p>
        </p:txBody>
      </p:sp>
      <p:sp>
        <p:nvSpPr>
          <p:cNvPr id="116755" name="Text Box 19"/>
          <p:cNvSpPr txBox="1">
            <a:spLocks noChangeArrowheads="1"/>
          </p:cNvSpPr>
          <p:nvPr/>
        </p:nvSpPr>
        <p:spPr bwMode="auto">
          <a:xfrm>
            <a:off x="10058400" y="2895601"/>
            <a:ext cx="304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00FF00"/>
                </a:solidFill>
                <a:latin typeface=".VnArial" panose="020B7200000000000000" pitchFamily="34" charset="0"/>
              </a:defRPr>
            </a:lvl1pPr>
            <a:lvl2pPr marL="742950" indent="-285750" eaLnBrk="0" hangingPunct="0">
              <a:defRPr sz="2400">
                <a:solidFill>
                  <a:srgbClr val="00FF00"/>
                </a:solidFill>
                <a:latin typeface=".VnArial" panose="020B7200000000000000" pitchFamily="34" charset="0"/>
              </a:defRPr>
            </a:lvl2pPr>
            <a:lvl3pPr marL="1143000" indent="-228600" eaLnBrk="0" hangingPunct="0">
              <a:defRPr sz="2400">
                <a:solidFill>
                  <a:srgbClr val="00FF00"/>
                </a:solidFill>
                <a:latin typeface=".VnArial" panose="020B7200000000000000" pitchFamily="34" charset="0"/>
              </a:defRPr>
            </a:lvl3pPr>
            <a:lvl4pPr marL="1600200" indent="-228600" eaLnBrk="0" hangingPunct="0">
              <a:defRPr sz="2400">
                <a:solidFill>
                  <a:srgbClr val="00FF00"/>
                </a:solidFill>
                <a:latin typeface=".VnArial" panose="020B7200000000000000" pitchFamily="34" charset="0"/>
              </a:defRPr>
            </a:lvl4pPr>
            <a:lvl5pPr marL="2057400" indent="-228600" eaLnBrk="0" hangingPunct="0">
              <a:defRPr sz="2400">
                <a:solidFill>
                  <a:srgbClr val="00FF00"/>
                </a:solidFill>
                <a:latin typeface=".VnArial" panose="020B7200000000000000" pitchFamily="34" charset="0"/>
              </a:defRPr>
            </a:lvl5pPr>
            <a:lvl6pPr marL="2514600" indent="-228600" eaLnBrk="0" fontAlgn="base" hangingPunct="0">
              <a:spcBef>
                <a:spcPct val="0"/>
              </a:spcBef>
              <a:spcAft>
                <a:spcPct val="0"/>
              </a:spcAft>
              <a:defRPr sz="2400">
                <a:solidFill>
                  <a:srgbClr val="00FF00"/>
                </a:solidFill>
                <a:latin typeface=".VnArial" panose="020B7200000000000000" pitchFamily="34" charset="0"/>
              </a:defRPr>
            </a:lvl6pPr>
            <a:lvl7pPr marL="2971800" indent="-228600" eaLnBrk="0" fontAlgn="base" hangingPunct="0">
              <a:spcBef>
                <a:spcPct val="0"/>
              </a:spcBef>
              <a:spcAft>
                <a:spcPct val="0"/>
              </a:spcAft>
              <a:defRPr sz="2400">
                <a:solidFill>
                  <a:srgbClr val="00FF00"/>
                </a:solidFill>
                <a:latin typeface=".VnArial" panose="020B7200000000000000" pitchFamily="34" charset="0"/>
              </a:defRPr>
            </a:lvl7pPr>
            <a:lvl8pPr marL="3429000" indent="-228600" eaLnBrk="0" fontAlgn="base" hangingPunct="0">
              <a:spcBef>
                <a:spcPct val="0"/>
              </a:spcBef>
              <a:spcAft>
                <a:spcPct val="0"/>
              </a:spcAft>
              <a:defRPr sz="2400">
                <a:solidFill>
                  <a:srgbClr val="00FF00"/>
                </a:solidFill>
                <a:latin typeface=".VnArial" panose="020B7200000000000000" pitchFamily="34" charset="0"/>
              </a:defRPr>
            </a:lvl8pPr>
            <a:lvl9pPr marL="3886200" indent="-228600" eaLnBrk="0" fontAlgn="base" hangingPunct="0">
              <a:spcBef>
                <a:spcPct val="0"/>
              </a:spcBef>
              <a:spcAft>
                <a:spcPct val="0"/>
              </a:spcAft>
              <a:defRPr sz="2400">
                <a:solidFill>
                  <a:srgbClr val="00FF00"/>
                </a:solidFill>
                <a:latin typeface=".VnArial" panose="020B7200000000000000" pitchFamily="34" charset="0"/>
              </a:defRPr>
            </a:lvl9pPr>
          </a:lstStyle>
          <a:p>
            <a:pPr eaLnBrk="1" hangingPunct="1">
              <a:spcBef>
                <a:spcPct val="50000"/>
              </a:spcBef>
            </a:pPr>
            <a:r>
              <a:rPr lang="en-US" altLang="en-US" sz="2800" b="1">
                <a:solidFill>
                  <a:schemeClr val="tx1"/>
                </a:solidFill>
                <a:latin typeface=".VnTime" panose="020B7200000000000000" pitchFamily="34" charset="0"/>
              </a:rPr>
              <a:t>t</a:t>
            </a:r>
          </a:p>
        </p:txBody>
      </p:sp>
      <p:sp>
        <p:nvSpPr>
          <p:cNvPr id="20" name="Rectangle 2"/>
          <p:cNvSpPr txBox="1">
            <a:spLocks noChangeArrowheads="1"/>
          </p:cNvSpPr>
          <p:nvPr/>
        </p:nvSpPr>
        <p:spPr>
          <a:xfrm>
            <a:off x="1981200" y="685800"/>
            <a:ext cx="7772400" cy="533400"/>
          </a:xfrm>
          <a:prstGeom prst="rect">
            <a:avLst/>
          </a:prstGeom>
        </p:spPr>
        <p:txBody>
          <a:bodyPr bIns="91440" anchor="b">
            <a:normAutofit fontScale="97500" lnSpcReduction="10000"/>
          </a:bodyPr>
          <a:lstStyle/>
          <a:p>
            <a:pPr>
              <a:defRPr/>
            </a:pPr>
            <a:r>
              <a:rPr lang="en-US" sz="2800" b="1" dirty="0">
                <a:solidFill>
                  <a:srgbClr val="7030A0"/>
                </a:solidFill>
                <a:latin typeface=".VnTime" pitchFamily="34" charset="0"/>
                <a:ea typeface="+mj-ea"/>
                <a:cs typeface="+mj-cs"/>
              </a:rPr>
              <a:t>- </a:t>
            </a:r>
            <a:r>
              <a:rPr lang="en-US" sz="2500" b="1" dirty="0">
                <a:latin typeface="Times New Roman" panose="02020603050405020304" pitchFamily="18" charset="0"/>
                <a:cs typeface="Times New Roman" panose="02020603050405020304" pitchFamily="18" charset="0"/>
              </a:rPr>
              <a:t>Theo </a:t>
            </a:r>
            <a:r>
              <a:rPr lang="en-US" sz="2500" b="1" dirty="0" err="1">
                <a:latin typeface="Times New Roman" panose="02020603050405020304" pitchFamily="18" charset="0"/>
                <a:cs typeface="Times New Roman" panose="02020603050405020304" pitchFamily="18" charset="0"/>
              </a:rPr>
              <a:t>Mác</a:t>
            </a:r>
            <a:r>
              <a:rPr lang="en-US" sz="2500" b="1" dirty="0">
                <a:latin typeface="Times New Roman" panose="02020603050405020304" pitchFamily="18" charset="0"/>
                <a:cs typeface="Times New Roman" panose="02020603050405020304" pitchFamily="18" charset="0"/>
              </a:rPr>
              <a:t> – </a:t>
            </a:r>
            <a:r>
              <a:rPr lang="en-US" sz="2500" b="1" dirty="0" err="1">
                <a:latin typeface="Times New Roman" panose="02020603050405020304" pitchFamily="18" charset="0"/>
                <a:cs typeface="Times New Roman" panose="02020603050405020304" pitchFamily="18" charset="0"/>
              </a:rPr>
              <a:t>Ăngghen</a:t>
            </a:r>
            <a:r>
              <a:rPr lang="en-US" sz="2500" b="1" dirty="0">
                <a:latin typeface="Times New Roman" panose="02020603050405020304" pitchFamily="18" charset="0"/>
                <a:cs typeface="Times New Roman" panose="02020603050405020304" pitchFamily="18" charset="0"/>
              </a:rPr>
              <a:t>: </a:t>
            </a:r>
            <a:r>
              <a:rPr lang="en-US" sz="2500" b="1" dirty="0" err="1">
                <a:latin typeface="Times New Roman" panose="02020603050405020304" pitchFamily="18" charset="0"/>
                <a:cs typeface="Times New Roman" panose="02020603050405020304" pitchFamily="18" charset="0"/>
              </a:rPr>
              <a:t>Thời</a:t>
            </a:r>
            <a:r>
              <a:rPr lang="en-US" sz="2500" b="1" dirty="0">
                <a:latin typeface="Times New Roman" panose="02020603050405020304" pitchFamily="18" charset="0"/>
                <a:cs typeface="Times New Roman" panose="02020603050405020304" pitchFamily="18" charset="0"/>
              </a:rPr>
              <a:t> </a:t>
            </a:r>
            <a:r>
              <a:rPr lang="en-US" sz="2500" b="1" dirty="0" err="1">
                <a:latin typeface="Times New Roman" panose="02020603050405020304" pitchFamily="18" charset="0"/>
                <a:cs typeface="Times New Roman" panose="02020603050405020304" pitchFamily="18" charset="0"/>
              </a:rPr>
              <a:t>kỳ</a:t>
            </a:r>
            <a:r>
              <a:rPr lang="en-US" sz="2500" b="1" dirty="0">
                <a:latin typeface="Times New Roman" panose="02020603050405020304" pitchFamily="18" charset="0"/>
                <a:cs typeface="Times New Roman" panose="02020603050405020304" pitchFamily="18" charset="0"/>
              </a:rPr>
              <a:t> </a:t>
            </a:r>
            <a:r>
              <a:rPr lang="en-US" sz="2500" b="1" dirty="0" err="1">
                <a:latin typeface="Times New Roman" panose="02020603050405020304" pitchFamily="18" charset="0"/>
                <a:cs typeface="Times New Roman" panose="02020603050405020304" pitchFamily="18" charset="0"/>
              </a:rPr>
              <a:t>quá</a:t>
            </a:r>
            <a:r>
              <a:rPr lang="en-US" sz="2500" b="1" dirty="0">
                <a:latin typeface="Times New Roman" panose="02020603050405020304" pitchFamily="18" charset="0"/>
                <a:cs typeface="Times New Roman" panose="02020603050405020304" pitchFamily="18" charset="0"/>
              </a:rPr>
              <a:t> </a:t>
            </a:r>
            <a:r>
              <a:rPr lang="en-US" sz="2500" b="1" dirty="0" err="1">
                <a:latin typeface="Times New Roman" panose="02020603050405020304" pitchFamily="18" charset="0"/>
                <a:cs typeface="Times New Roman" panose="02020603050405020304" pitchFamily="18" charset="0"/>
              </a:rPr>
              <a:t>độ</a:t>
            </a:r>
            <a:endParaRPr lang="en-US" sz="25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692272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6739"/>
                                        </p:tgtEl>
                                        <p:attrNameLst>
                                          <p:attrName>style.visibility</p:attrName>
                                        </p:attrNameLst>
                                      </p:cBhvr>
                                      <p:to>
                                        <p:strVal val="visible"/>
                                      </p:to>
                                    </p:set>
                                    <p:animEffect transition="in" filter="blinds(horizontal)">
                                      <p:cBhvr>
                                        <p:cTn id="7" dur="500"/>
                                        <p:tgtEl>
                                          <p:spTgt spid="116739"/>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16740"/>
                                        </p:tgtEl>
                                        <p:attrNameLst>
                                          <p:attrName>style.visibility</p:attrName>
                                        </p:attrNameLst>
                                      </p:cBhvr>
                                      <p:to>
                                        <p:strVal val="visible"/>
                                      </p:to>
                                    </p:set>
                                    <p:animEffect transition="in" filter="blinds(horizontal)">
                                      <p:cBhvr>
                                        <p:cTn id="10" dur="500"/>
                                        <p:tgtEl>
                                          <p:spTgt spid="116740"/>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116741"/>
                                        </p:tgtEl>
                                        <p:attrNameLst>
                                          <p:attrName>style.visibility</p:attrName>
                                        </p:attrNameLst>
                                      </p:cBhvr>
                                      <p:to>
                                        <p:strVal val="visible"/>
                                      </p:to>
                                    </p:set>
                                    <p:animEffect transition="in" filter="blinds(horizontal)">
                                      <p:cBhvr>
                                        <p:cTn id="13" dur="500"/>
                                        <p:tgtEl>
                                          <p:spTgt spid="116741"/>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116742"/>
                                        </p:tgtEl>
                                        <p:attrNameLst>
                                          <p:attrName>style.visibility</p:attrName>
                                        </p:attrNameLst>
                                      </p:cBhvr>
                                      <p:to>
                                        <p:strVal val="visible"/>
                                      </p:to>
                                    </p:set>
                                    <p:animEffect transition="in" filter="blinds(horizontal)">
                                      <p:cBhvr>
                                        <p:cTn id="16" dur="500"/>
                                        <p:tgtEl>
                                          <p:spTgt spid="116742"/>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116755"/>
                                        </p:tgtEl>
                                        <p:attrNameLst>
                                          <p:attrName>style.visibility</p:attrName>
                                        </p:attrNameLst>
                                      </p:cBhvr>
                                      <p:to>
                                        <p:strVal val="visible"/>
                                      </p:to>
                                    </p:set>
                                    <p:animEffect transition="in" filter="blinds(horizontal)">
                                      <p:cBhvr>
                                        <p:cTn id="19" dur="500"/>
                                        <p:tgtEl>
                                          <p:spTgt spid="116755"/>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3" presetClass="entr" presetSubtype="10" fill="hold" grpId="0" nodeType="clickEffect">
                                  <p:stCondLst>
                                    <p:cond delay="0"/>
                                  </p:stCondLst>
                                  <p:childTnLst>
                                    <p:set>
                                      <p:cBhvr>
                                        <p:cTn id="23" dur="1" fill="hold">
                                          <p:stCondLst>
                                            <p:cond delay="0"/>
                                          </p:stCondLst>
                                        </p:cTn>
                                        <p:tgtEl>
                                          <p:spTgt spid="116747"/>
                                        </p:tgtEl>
                                        <p:attrNameLst>
                                          <p:attrName>style.visibility</p:attrName>
                                        </p:attrNameLst>
                                      </p:cBhvr>
                                      <p:to>
                                        <p:strVal val="visible"/>
                                      </p:to>
                                    </p:set>
                                    <p:animEffect transition="in" filter="blinds(horizontal)">
                                      <p:cBhvr>
                                        <p:cTn id="24" dur="500"/>
                                        <p:tgtEl>
                                          <p:spTgt spid="116747"/>
                                        </p:tgtEl>
                                      </p:cBhvr>
                                    </p:animEffect>
                                  </p:childTnLst>
                                </p:cTn>
                              </p:par>
                              <p:par>
                                <p:cTn id="25" presetID="2" presetClass="entr" presetSubtype="4" fill="hold" grpId="0" nodeType="withEffect">
                                  <p:stCondLst>
                                    <p:cond delay="0"/>
                                  </p:stCondLst>
                                  <p:childTnLst>
                                    <p:set>
                                      <p:cBhvr>
                                        <p:cTn id="26" dur="1" fill="hold">
                                          <p:stCondLst>
                                            <p:cond delay="0"/>
                                          </p:stCondLst>
                                        </p:cTn>
                                        <p:tgtEl>
                                          <p:spTgt spid="116745"/>
                                        </p:tgtEl>
                                        <p:attrNameLst>
                                          <p:attrName>style.visibility</p:attrName>
                                        </p:attrNameLst>
                                      </p:cBhvr>
                                      <p:to>
                                        <p:strVal val="visible"/>
                                      </p:to>
                                    </p:set>
                                    <p:anim calcmode="lin" valueType="num">
                                      <p:cBhvr additive="base">
                                        <p:cTn id="27" dur="500" fill="hold"/>
                                        <p:tgtEl>
                                          <p:spTgt spid="116745"/>
                                        </p:tgtEl>
                                        <p:attrNameLst>
                                          <p:attrName>ppt_x</p:attrName>
                                        </p:attrNameLst>
                                      </p:cBhvr>
                                      <p:tavLst>
                                        <p:tav tm="0">
                                          <p:val>
                                            <p:strVal val="#ppt_x"/>
                                          </p:val>
                                        </p:tav>
                                        <p:tav tm="100000">
                                          <p:val>
                                            <p:strVal val="#ppt_x"/>
                                          </p:val>
                                        </p:tav>
                                      </p:tavLst>
                                    </p:anim>
                                    <p:anim calcmode="lin" valueType="num">
                                      <p:cBhvr additive="base">
                                        <p:cTn id="28" dur="500" fill="hold"/>
                                        <p:tgtEl>
                                          <p:spTgt spid="116745"/>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16746"/>
                                        </p:tgtEl>
                                        <p:attrNameLst>
                                          <p:attrName>style.visibility</p:attrName>
                                        </p:attrNameLst>
                                      </p:cBhvr>
                                      <p:to>
                                        <p:strVal val="visible"/>
                                      </p:to>
                                    </p:set>
                                    <p:anim calcmode="lin" valueType="num">
                                      <p:cBhvr additive="base">
                                        <p:cTn id="31" dur="500" fill="hold"/>
                                        <p:tgtEl>
                                          <p:spTgt spid="116746"/>
                                        </p:tgtEl>
                                        <p:attrNameLst>
                                          <p:attrName>ppt_x</p:attrName>
                                        </p:attrNameLst>
                                      </p:cBhvr>
                                      <p:tavLst>
                                        <p:tav tm="0">
                                          <p:val>
                                            <p:strVal val="#ppt_x"/>
                                          </p:val>
                                        </p:tav>
                                        <p:tav tm="100000">
                                          <p:val>
                                            <p:strVal val="#ppt_x"/>
                                          </p:val>
                                        </p:tav>
                                      </p:tavLst>
                                    </p:anim>
                                    <p:anim calcmode="lin" valueType="num">
                                      <p:cBhvr additive="base">
                                        <p:cTn id="32" dur="500" fill="hold"/>
                                        <p:tgtEl>
                                          <p:spTgt spid="116746"/>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16743"/>
                                        </p:tgtEl>
                                        <p:attrNameLst>
                                          <p:attrName>style.visibility</p:attrName>
                                        </p:attrNameLst>
                                      </p:cBhvr>
                                      <p:to>
                                        <p:strVal val="visible"/>
                                      </p:to>
                                    </p:set>
                                    <p:animEffect transition="in" filter="blinds(horizontal)">
                                      <p:cBhvr>
                                        <p:cTn id="37" dur="500"/>
                                        <p:tgtEl>
                                          <p:spTgt spid="116743"/>
                                        </p:tgtEl>
                                      </p:cBhvr>
                                    </p:animEffect>
                                  </p:childTnLst>
                                </p:cTn>
                              </p:par>
                              <p:par>
                                <p:cTn id="38" presetID="3" presetClass="entr" presetSubtype="10" fill="hold" grpId="0" nodeType="withEffect">
                                  <p:stCondLst>
                                    <p:cond delay="0"/>
                                  </p:stCondLst>
                                  <p:childTnLst>
                                    <p:set>
                                      <p:cBhvr>
                                        <p:cTn id="39" dur="1" fill="hold">
                                          <p:stCondLst>
                                            <p:cond delay="0"/>
                                          </p:stCondLst>
                                        </p:cTn>
                                        <p:tgtEl>
                                          <p:spTgt spid="116748"/>
                                        </p:tgtEl>
                                        <p:attrNameLst>
                                          <p:attrName>style.visibility</p:attrName>
                                        </p:attrNameLst>
                                      </p:cBhvr>
                                      <p:to>
                                        <p:strVal val="visible"/>
                                      </p:to>
                                    </p:set>
                                    <p:animEffect transition="in" filter="blinds(horizontal)">
                                      <p:cBhvr>
                                        <p:cTn id="40" dur="500"/>
                                        <p:tgtEl>
                                          <p:spTgt spid="116748"/>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 presetClass="entr" presetSubtype="4" fill="hold" grpId="0" nodeType="clickEffect">
                                  <p:stCondLst>
                                    <p:cond delay="0"/>
                                  </p:stCondLst>
                                  <p:childTnLst>
                                    <p:set>
                                      <p:cBhvr>
                                        <p:cTn id="44" dur="1" fill="hold">
                                          <p:stCondLst>
                                            <p:cond delay="0"/>
                                          </p:stCondLst>
                                        </p:cTn>
                                        <p:tgtEl>
                                          <p:spTgt spid="116749"/>
                                        </p:tgtEl>
                                        <p:attrNameLst>
                                          <p:attrName>style.visibility</p:attrName>
                                        </p:attrNameLst>
                                      </p:cBhvr>
                                      <p:to>
                                        <p:strVal val="visible"/>
                                      </p:to>
                                    </p:set>
                                    <p:anim calcmode="lin" valueType="num">
                                      <p:cBhvr additive="base">
                                        <p:cTn id="45" dur="500" fill="hold"/>
                                        <p:tgtEl>
                                          <p:spTgt spid="116749"/>
                                        </p:tgtEl>
                                        <p:attrNameLst>
                                          <p:attrName>ppt_x</p:attrName>
                                        </p:attrNameLst>
                                      </p:cBhvr>
                                      <p:tavLst>
                                        <p:tav tm="0">
                                          <p:val>
                                            <p:strVal val="#ppt_x"/>
                                          </p:val>
                                        </p:tav>
                                        <p:tav tm="100000">
                                          <p:val>
                                            <p:strVal val="#ppt_x"/>
                                          </p:val>
                                        </p:tav>
                                      </p:tavLst>
                                    </p:anim>
                                    <p:anim calcmode="lin" valueType="num">
                                      <p:cBhvr additive="base">
                                        <p:cTn id="46" dur="500" fill="hold"/>
                                        <p:tgtEl>
                                          <p:spTgt spid="116749"/>
                                        </p:tgtEl>
                                        <p:attrNameLst>
                                          <p:attrName>ppt_y</p:attrName>
                                        </p:attrNameLst>
                                      </p:cBhvr>
                                      <p:tavLst>
                                        <p:tav tm="0">
                                          <p:val>
                                            <p:strVal val="1+#ppt_h/2"/>
                                          </p:val>
                                        </p:tav>
                                        <p:tav tm="100000">
                                          <p:val>
                                            <p:strVal val="#ppt_y"/>
                                          </p:val>
                                        </p:tav>
                                      </p:tavLst>
                                    </p:anim>
                                  </p:childTnLst>
                                </p:cTn>
                              </p:par>
                              <p:par>
                                <p:cTn id="47" presetID="2" presetClass="entr" presetSubtype="4" fill="hold" grpId="0" nodeType="withEffect">
                                  <p:stCondLst>
                                    <p:cond delay="0"/>
                                  </p:stCondLst>
                                  <p:childTnLst>
                                    <p:set>
                                      <p:cBhvr>
                                        <p:cTn id="48" dur="1" fill="hold">
                                          <p:stCondLst>
                                            <p:cond delay="0"/>
                                          </p:stCondLst>
                                        </p:cTn>
                                        <p:tgtEl>
                                          <p:spTgt spid="116753"/>
                                        </p:tgtEl>
                                        <p:attrNameLst>
                                          <p:attrName>style.visibility</p:attrName>
                                        </p:attrNameLst>
                                      </p:cBhvr>
                                      <p:to>
                                        <p:strVal val="visible"/>
                                      </p:to>
                                    </p:set>
                                    <p:anim calcmode="lin" valueType="num">
                                      <p:cBhvr additive="base">
                                        <p:cTn id="49" dur="500" fill="hold"/>
                                        <p:tgtEl>
                                          <p:spTgt spid="116753"/>
                                        </p:tgtEl>
                                        <p:attrNameLst>
                                          <p:attrName>ppt_x</p:attrName>
                                        </p:attrNameLst>
                                      </p:cBhvr>
                                      <p:tavLst>
                                        <p:tav tm="0">
                                          <p:val>
                                            <p:strVal val="#ppt_x"/>
                                          </p:val>
                                        </p:tav>
                                        <p:tav tm="100000">
                                          <p:val>
                                            <p:strVal val="#ppt_x"/>
                                          </p:val>
                                        </p:tav>
                                      </p:tavLst>
                                    </p:anim>
                                    <p:anim calcmode="lin" valueType="num">
                                      <p:cBhvr additive="base">
                                        <p:cTn id="50" dur="500" fill="hold"/>
                                        <p:tgtEl>
                                          <p:spTgt spid="116753"/>
                                        </p:tgtEl>
                                        <p:attrNameLst>
                                          <p:attrName>ppt_y</p:attrName>
                                        </p:attrNameLst>
                                      </p:cBhvr>
                                      <p:tavLst>
                                        <p:tav tm="0">
                                          <p:val>
                                            <p:strVal val="1+#ppt_h/2"/>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116751"/>
                                        </p:tgtEl>
                                        <p:attrNameLst>
                                          <p:attrName>style.visibility</p:attrName>
                                        </p:attrNameLst>
                                      </p:cBhvr>
                                      <p:to>
                                        <p:strVal val="visible"/>
                                      </p:to>
                                    </p:set>
                                    <p:anim calcmode="lin" valueType="num">
                                      <p:cBhvr additive="base">
                                        <p:cTn id="55" dur="500" fill="hold"/>
                                        <p:tgtEl>
                                          <p:spTgt spid="116751"/>
                                        </p:tgtEl>
                                        <p:attrNameLst>
                                          <p:attrName>ppt_x</p:attrName>
                                        </p:attrNameLst>
                                      </p:cBhvr>
                                      <p:tavLst>
                                        <p:tav tm="0">
                                          <p:val>
                                            <p:strVal val="#ppt_x"/>
                                          </p:val>
                                        </p:tav>
                                        <p:tav tm="100000">
                                          <p:val>
                                            <p:strVal val="#ppt_x"/>
                                          </p:val>
                                        </p:tav>
                                      </p:tavLst>
                                    </p:anim>
                                    <p:anim calcmode="lin" valueType="num">
                                      <p:cBhvr additive="base">
                                        <p:cTn id="56" dur="500" fill="hold"/>
                                        <p:tgtEl>
                                          <p:spTgt spid="116751"/>
                                        </p:tgtEl>
                                        <p:attrNameLst>
                                          <p:attrName>ppt_y</p:attrName>
                                        </p:attrNameLst>
                                      </p:cBhvr>
                                      <p:tavLst>
                                        <p:tav tm="0">
                                          <p:val>
                                            <p:strVal val="1+#ppt_h/2"/>
                                          </p:val>
                                        </p:tav>
                                        <p:tav tm="100000">
                                          <p:val>
                                            <p:strVal val="#ppt_y"/>
                                          </p:val>
                                        </p:tav>
                                      </p:tavLst>
                                    </p:anim>
                                  </p:childTnLst>
                                </p:cTn>
                              </p:par>
                            </p:childTnLst>
                          </p:cTn>
                        </p:par>
                      </p:childTnLst>
                    </p:cTn>
                  </p:par>
                  <p:par>
                    <p:cTn id="57" fill="hold" nodeType="clickPar">
                      <p:stCondLst>
                        <p:cond delay="indefinite"/>
                      </p:stCondLst>
                      <p:childTnLst>
                        <p:par>
                          <p:cTn id="58" fill="hold" nodeType="withGroup">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116752"/>
                                        </p:tgtEl>
                                        <p:attrNameLst>
                                          <p:attrName>style.visibility</p:attrName>
                                        </p:attrNameLst>
                                      </p:cBhvr>
                                      <p:to>
                                        <p:strVal val="visible"/>
                                      </p:to>
                                    </p:set>
                                    <p:anim calcmode="lin" valueType="num">
                                      <p:cBhvr additive="base">
                                        <p:cTn id="61" dur="500" fill="hold"/>
                                        <p:tgtEl>
                                          <p:spTgt spid="116752"/>
                                        </p:tgtEl>
                                        <p:attrNameLst>
                                          <p:attrName>ppt_x</p:attrName>
                                        </p:attrNameLst>
                                      </p:cBhvr>
                                      <p:tavLst>
                                        <p:tav tm="0">
                                          <p:val>
                                            <p:strVal val="#ppt_x"/>
                                          </p:val>
                                        </p:tav>
                                        <p:tav tm="100000">
                                          <p:val>
                                            <p:strVal val="#ppt_x"/>
                                          </p:val>
                                        </p:tav>
                                      </p:tavLst>
                                    </p:anim>
                                    <p:anim calcmode="lin" valueType="num">
                                      <p:cBhvr additive="base">
                                        <p:cTn id="62" dur="500" fill="hold"/>
                                        <p:tgtEl>
                                          <p:spTgt spid="116752"/>
                                        </p:tgtEl>
                                        <p:attrNameLst>
                                          <p:attrName>ppt_y</p:attrName>
                                        </p:attrNameLst>
                                      </p:cBhvr>
                                      <p:tavLst>
                                        <p:tav tm="0">
                                          <p:val>
                                            <p:strVal val="1+#ppt_h/2"/>
                                          </p:val>
                                        </p:tav>
                                        <p:tav tm="100000">
                                          <p:val>
                                            <p:strVal val="#ppt_y"/>
                                          </p:val>
                                        </p:tav>
                                      </p:tavLst>
                                    </p:anim>
                                  </p:childTnLst>
                                </p:cTn>
                              </p:par>
                            </p:childTnLst>
                          </p:cTn>
                        </p:par>
                      </p:childTnLst>
                    </p:cTn>
                  </p:par>
                  <p:par>
                    <p:cTn id="63" fill="hold" nodeType="clickPar">
                      <p:stCondLst>
                        <p:cond delay="indefinite"/>
                      </p:stCondLst>
                      <p:childTnLst>
                        <p:par>
                          <p:cTn id="64" fill="hold" nodeType="withGroup">
                            <p:stCondLst>
                              <p:cond delay="0"/>
                            </p:stCondLst>
                            <p:childTnLst>
                              <p:par>
                                <p:cTn id="65" presetID="13" presetClass="entr" presetSubtype="16" fill="hold" grpId="0" nodeType="clickEffect">
                                  <p:stCondLst>
                                    <p:cond delay="0"/>
                                  </p:stCondLst>
                                  <p:childTnLst>
                                    <p:set>
                                      <p:cBhvr>
                                        <p:cTn id="66" dur="1" fill="hold">
                                          <p:stCondLst>
                                            <p:cond delay="0"/>
                                          </p:stCondLst>
                                        </p:cTn>
                                        <p:tgtEl>
                                          <p:spTgt spid="116754"/>
                                        </p:tgtEl>
                                        <p:attrNameLst>
                                          <p:attrName>style.visibility</p:attrName>
                                        </p:attrNameLst>
                                      </p:cBhvr>
                                      <p:to>
                                        <p:strVal val="visible"/>
                                      </p:to>
                                    </p:set>
                                    <p:animEffect transition="in" filter="plus(in)">
                                      <p:cBhvr>
                                        <p:cTn id="67" dur="2000"/>
                                        <p:tgtEl>
                                          <p:spTgt spid="1167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739" grpId="0" animBg="1"/>
      <p:bldP spid="116740" grpId="0" animBg="1"/>
      <p:bldP spid="116741" grpId="0" animBg="1"/>
      <p:bldP spid="116742" grpId="0" animBg="1"/>
      <p:bldP spid="116743" grpId="0" animBg="1"/>
      <p:bldP spid="116745" grpId="0"/>
      <p:bldP spid="116746" grpId="0"/>
      <p:bldP spid="116747" grpId="0" animBg="1"/>
      <p:bldP spid="116748" grpId="0" animBg="1"/>
      <p:bldP spid="116749" grpId="0" animBg="1"/>
      <p:bldP spid="116751" grpId="0"/>
      <p:bldP spid="116752" grpId="0"/>
      <p:bldP spid="116753" grpId="0" animBg="1"/>
      <p:bldP spid="116754" grpId="0"/>
      <p:bldP spid="116755"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3" name="Rectangle 3"/>
          <p:cNvSpPr>
            <a:spLocks noGrp="1" noChangeArrowheads="1"/>
          </p:cNvSpPr>
          <p:nvPr>
            <p:ph type="body" sz="half" idx="1"/>
          </p:nvPr>
        </p:nvSpPr>
        <p:spPr>
          <a:xfrm>
            <a:off x="409903" y="1760483"/>
            <a:ext cx="11524594" cy="5791200"/>
          </a:xfrm>
        </p:spPr>
        <p:txBody>
          <a:bodyPr rtlCol="0">
            <a:normAutofit/>
          </a:bodyPr>
          <a:lstStyle/>
          <a:p>
            <a:pPr>
              <a:buFont typeface="Wingdings" panose="05000000000000000000" pitchFamily="2" charset="2"/>
              <a:buChar char="ü"/>
              <a:defRPr/>
            </a:pPr>
            <a:r>
              <a:rPr lang="en-US" b="1" dirty="0" err="1">
                <a:solidFill>
                  <a:srgbClr val="FF0000"/>
                </a:solidFill>
                <a:latin typeface="+mj-lt"/>
              </a:rPr>
              <a:t>Về</a:t>
            </a:r>
            <a:r>
              <a:rPr lang="en-US" b="1" dirty="0">
                <a:solidFill>
                  <a:srgbClr val="FF0000"/>
                </a:solidFill>
                <a:latin typeface="+mj-lt"/>
              </a:rPr>
              <a:t> </a:t>
            </a:r>
            <a:r>
              <a:rPr lang="en-US" b="1" dirty="0" err="1">
                <a:solidFill>
                  <a:srgbClr val="FF0000"/>
                </a:solidFill>
                <a:latin typeface="+mj-lt"/>
              </a:rPr>
              <a:t>vấn</a:t>
            </a:r>
            <a:r>
              <a:rPr lang="en-US" b="1" dirty="0">
                <a:solidFill>
                  <a:srgbClr val="FF0000"/>
                </a:solidFill>
                <a:latin typeface="+mj-lt"/>
              </a:rPr>
              <a:t> </a:t>
            </a:r>
            <a:r>
              <a:rPr lang="en-US" b="1" dirty="0" err="1">
                <a:solidFill>
                  <a:srgbClr val="FF0000"/>
                </a:solidFill>
                <a:latin typeface="+mj-lt"/>
              </a:rPr>
              <a:t>đề</a:t>
            </a:r>
            <a:r>
              <a:rPr lang="en-US" b="1" dirty="0">
                <a:solidFill>
                  <a:srgbClr val="FF0000"/>
                </a:solidFill>
                <a:latin typeface="+mj-lt"/>
              </a:rPr>
              <a:t> </a:t>
            </a:r>
            <a:r>
              <a:rPr lang="en-US" b="1" dirty="0" err="1">
                <a:solidFill>
                  <a:srgbClr val="FF0000"/>
                </a:solidFill>
                <a:latin typeface="+mj-lt"/>
              </a:rPr>
              <a:t>gia</a:t>
            </a:r>
            <a:r>
              <a:rPr lang="en-US" b="1" dirty="0">
                <a:solidFill>
                  <a:srgbClr val="FF0000"/>
                </a:solidFill>
                <a:latin typeface="+mj-lt"/>
              </a:rPr>
              <a:t> </a:t>
            </a:r>
            <a:r>
              <a:rPr lang="en-US" b="1" dirty="0" err="1">
                <a:solidFill>
                  <a:srgbClr val="FF0000"/>
                </a:solidFill>
                <a:latin typeface="+mj-lt"/>
              </a:rPr>
              <a:t>đình</a:t>
            </a:r>
            <a:endParaRPr lang="en-US" b="1" dirty="0">
              <a:solidFill>
                <a:srgbClr val="FF0000"/>
              </a:solidFill>
              <a:latin typeface="+mj-lt"/>
            </a:endParaRPr>
          </a:p>
          <a:p>
            <a:pPr>
              <a:lnSpc>
                <a:spcPts val="3500"/>
              </a:lnSpc>
              <a:spcBef>
                <a:spcPts val="600"/>
              </a:spcBef>
              <a:buFontTx/>
              <a:buChar char="-"/>
              <a:defRPr/>
            </a:pPr>
            <a:r>
              <a:rPr lang="en-US" sz="2600" b="1" dirty="0" err="1">
                <a:solidFill>
                  <a:srgbClr val="002060"/>
                </a:solidFill>
                <a:latin typeface="+mj-lt"/>
              </a:rPr>
              <a:t>Có</a:t>
            </a:r>
            <a:r>
              <a:rPr lang="en-US" sz="2600" b="1" dirty="0">
                <a:solidFill>
                  <a:srgbClr val="002060"/>
                </a:solidFill>
                <a:latin typeface="+mj-lt"/>
              </a:rPr>
              <a:t> 4 </a:t>
            </a:r>
            <a:r>
              <a:rPr lang="en-US" sz="2600" b="1" dirty="0" err="1">
                <a:solidFill>
                  <a:srgbClr val="002060"/>
                </a:solidFill>
                <a:latin typeface="+mj-lt"/>
              </a:rPr>
              <a:t>kiểu</a:t>
            </a:r>
            <a:r>
              <a:rPr lang="en-US" sz="2600" b="1" dirty="0">
                <a:solidFill>
                  <a:srgbClr val="002060"/>
                </a:solidFill>
                <a:latin typeface="+mj-lt"/>
              </a:rPr>
              <a:t> </a:t>
            </a:r>
            <a:r>
              <a:rPr lang="en-US" sz="2600" b="1" dirty="0" err="1">
                <a:solidFill>
                  <a:srgbClr val="002060"/>
                </a:solidFill>
                <a:latin typeface="+mj-lt"/>
              </a:rPr>
              <a:t>gia</a:t>
            </a:r>
            <a:r>
              <a:rPr lang="en-US" sz="2600" b="1" dirty="0">
                <a:solidFill>
                  <a:srgbClr val="002060"/>
                </a:solidFill>
                <a:latin typeface="+mj-lt"/>
              </a:rPr>
              <a:t> </a:t>
            </a:r>
            <a:r>
              <a:rPr lang="en-US" sz="2600" b="1" dirty="0" err="1">
                <a:solidFill>
                  <a:srgbClr val="002060"/>
                </a:solidFill>
                <a:latin typeface="+mj-lt"/>
              </a:rPr>
              <a:t>đình</a:t>
            </a:r>
            <a:r>
              <a:rPr lang="en-US" sz="2600" b="1" dirty="0">
                <a:solidFill>
                  <a:srgbClr val="002060"/>
                </a:solidFill>
                <a:latin typeface="+mj-lt"/>
              </a:rPr>
              <a:t> (</a:t>
            </a:r>
            <a:r>
              <a:rPr lang="en-US" sz="2600" b="1" dirty="0" err="1">
                <a:solidFill>
                  <a:srgbClr val="002060"/>
                </a:solidFill>
                <a:latin typeface="+mj-lt"/>
              </a:rPr>
              <a:t>tương</a:t>
            </a:r>
            <a:r>
              <a:rPr lang="en-US" sz="2600" b="1" dirty="0">
                <a:solidFill>
                  <a:srgbClr val="002060"/>
                </a:solidFill>
                <a:latin typeface="+mj-lt"/>
              </a:rPr>
              <a:t> </a:t>
            </a:r>
            <a:r>
              <a:rPr lang="en-US" sz="2600" b="1" dirty="0" err="1">
                <a:solidFill>
                  <a:srgbClr val="002060"/>
                </a:solidFill>
                <a:latin typeface="+mj-lt"/>
              </a:rPr>
              <a:t>ứng</a:t>
            </a:r>
            <a:r>
              <a:rPr lang="en-US" sz="2600" b="1" dirty="0">
                <a:solidFill>
                  <a:srgbClr val="002060"/>
                </a:solidFill>
                <a:latin typeface="+mj-lt"/>
              </a:rPr>
              <a:t> </a:t>
            </a:r>
            <a:r>
              <a:rPr lang="en-US" sz="2600" b="1" dirty="0" err="1">
                <a:solidFill>
                  <a:srgbClr val="002060"/>
                </a:solidFill>
                <a:latin typeface="+mj-lt"/>
              </a:rPr>
              <a:t>với</a:t>
            </a:r>
            <a:r>
              <a:rPr lang="en-US" sz="2600" b="1" dirty="0">
                <a:solidFill>
                  <a:srgbClr val="002060"/>
                </a:solidFill>
                <a:latin typeface="+mj-lt"/>
              </a:rPr>
              <a:t> </a:t>
            </a:r>
            <a:r>
              <a:rPr lang="en-US" sz="2600" b="1" dirty="0" err="1">
                <a:solidFill>
                  <a:srgbClr val="002060"/>
                </a:solidFill>
                <a:latin typeface="+mj-lt"/>
              </a:rPr>
              <a:t>các</a:t>
            </a:r>
            <a:r>
              <a:rPr lang="en-US" sz="2600" b="1" dirty="0">
                <a:solidFill>
                  <a:srgbClr val="002060"/>
                </a:solidFill>
                <a:latin typeface="+mj-lt"/>
              </a:rPr>
              <a:t> </a:t>
            </a:r>
            <a:r>
              <a:rPr lang="en-US" sz="2600" b="1" dirty="0" err="1">
                <a:solidFill>
                  <a:srgbClr val="002060"/>
                </a:solidFill>
                <a:latin typeface="+mj-lt"/>
              </a:rPr>
              <a:t>kiểu</a:t>
            </a:r>
            <a:r>
              <a:rPr lang="en-US" sz="2600" b="1" dirty="0">
                <a:solidFill>
                  <a:srgbClr val="002060"/>
                </a:solidFill>
                <a:latin typeface="+mj-lt"/>
              </a:rPr>
              <a:t> </a:t>
            </a:r>
            <a:r>
              <a:rPr lang="en-US" sz="2600" b="1" dirty="0" err="1">
                <a:solidFill>
                  <a:srgbClr val="002060"/>
                </a:solidFill>
                <a:latin typeface="+mj-lt"/>
              </a:rPr>
              <a:t>hôn</a:t>
            </a:r>
            <a:r>
              <a:rPr lang="en-US" sz="2600" b="1" dirty="0">
                <a:solidFill>
                  <a:srgbClr val="002060"/>
                </a:solidFill>
                <a:latin typeface="+mj-lt"/>
              </a:rPr>
              <a:t> </a:t>
            </a:r>
            <a:r>
              <a:rPr lang="en-US" sz="2600" b="1" dirty="0" err="1">
                <a:solidFill>
                  <a:srgbClr val="002060"/>
                </a:solidFill>
                <a:latin typeface="+mj-lt"/>
              </a:rPr>
              <a:t>nhân</a:t>
            </a:r>
            <a:r>
              <a:rPr lang="en-US" sz="2600" b="1" dirty="0">
                <a:solidFill>
                  <a:srgbClr val="002060"/>
                </a:solidFill>
                <a:latin typeface="+mj-lt"/>
              </a:rPr>
              <a:t>) </a:t>
            </a:r>
            <a:r>
              <a:rPr lang="en-US" sz="2600" b="1" dirty="0" err="1">
                <a:solidFill>
                  <a:srgbClr val="002060"/>
                </a:solidFill>
                <a:latin typeface="+mj-lt"/>
              </a:rPr>
              <a:t>trong</a:t>
            </a:r>
            <a:r>
              <a:rPr lang="en-US" sz="2600" b="1" dirty="0">
                <a:solidFill>
                  <a:srgbClr val="002060"/>
                </a:solidFill>
                <a:latin typeface="+mj-lt"/>
              </a:rPr>
              <a:t> </a:t>
            </a:r>
            <a:r>
              <a:rPr lang="en-US" sz="2600" b="1" dirty="0" err="1">
                <a:solidFill>
                  <a:srgbClr val="002060"/>
                </a:solidFill>
                <a:latin typeface="+mj-lt"/>
              </a:rPr>
              <a:t>lịch</a:t>
            </a:r>
            <a:r>
              <a:rPr lang="en-US" sz="2600" b="1" dirty="0">
                <a:solidFill>
                  <a:srgbClr val="002060"/>
                </a:solidFill>
                <a:latin typeface="+mj-lt"/>
              </a:rPr>
              <a:t> </a:t>
            </a:r>
            <a:r>
              <a:rPr lang="en-US" sz="2600" b="1" dirty="0" err="1">
                <a:solidFill>
                  <a:srgbClr val="002060"/>
                </a:solidFill>
                <a:latin typeface="+mj-lt"/>
              </a:rPr>
              <a:t>sử</a:t>
            </a:r>
            <a:endParaRPr lang="en-US" sz="2600" b="1" dirty="0">
              <a:solidFill>
                <a:srgbClr val="002060"/>
              </a:solidFill>
              <a:latin typeface="+mj-lt"/>
            </a:endParaRPr>
          </a:p>
          <a:p>
            <a:pPr>
              <a:lnSpc>
                <a:spcPts val="3500"/>
              </a:lnSpc>
              <a:spcBef>
                <a:spcPts val="600"/>
              </a:spcBef>
              <a:buNone/>
              <a:defRPr/>
            </a:pPr>
            <a:r>
              <a:rPr lang="en-US" sz="2600" b="1" dirty="0">
                <a:solidFill>
                  <a:srgbClr val="002060"/>
                </a:solidFill>
                <a:latin typeface="+mj-lt"/>
              </a:rPr>
              <a:t>+ GĐ </a:t>
            </a:r>
            <a:r>
              <a:rPr lang="en-US" sz="2600" b="1" dirty="0" err="1">
                <a:solidFill>
                  <a:srgbClr val="002060"/>
                </a:solidFill>
                <a:latin typeface="+mj-lt"/>
              </a:rPr>
              <a:t>huyết</a:t>
            </a:r>
            <a:r>
              <a:rPr lang="en-US" sz="2600" b="1" dirty="0">
                <a:solidFill>
                  <a:srgbClr val="002060"/>
                </a:solidFill>
                <a:latin typeface="+mj-lt"/>
              </a:rPr>
              <a:t> </a:t>
            </a:r>
            <a:r>
              <a:rPr lang="en-US" sz="2600" b="1" dirty="0" err="1">
                <a:solidFill>
                  <a:srgbClr val="002060"/>
                </a:solidFill>
                <a:latin typeface="+mj-lt"/>
              </a:rPr>
              <a:t>thống</a:t>
            </a:r>
            <a:r>
              <a:rPr lang="en-US" sz="2600" b="1" dirty="0">
                <a:solidFill>
                  <a:srgbClr val="002060"/>
                </a:solidFill>
                <a:latin typeface="+mj-lt"/>
              </a:rPr>
              <a:t> – HN </a:t>
            </a:r>
            <a:r>
              <a:rPr lang="en-US" sz="2600" b="1" dirty="0" err="1">
                <a:solidFill>
                  <a:srgbClr val="002060"/>
                </a:solidFill>
                <a:latin typeface="+mj-lt"/>
              </a:rPr>
              <a:t>quần</a:t>
            </a:r>
            <a:r>
              <a:rPr lang="en-US" sz="2600" b="1" dirty="0">
                <a:solidFill>
                  <a:srgbClr val="002060"/>
                </a:solidFill>
                <a:latin typeface="+mj-lt"/>
              </a:rPr>
              <a:t> </a:t>
            </a:r>
            <a:r>
              <a:rPr lang="en-US" sz="2600" b="1" dirty="0" err="1">
                <a:solidFill>
                  <a:srgbClr val="002060"/>
                </a:solidFill>
                <a:latin typeface="+mj-lt"/>
              </a:rPr>
              <a:t>hôn</a:t>
            </a:r>
            <a:endParaRPr lang="en-US" sz="2600" b="1" dirty="0">
              <a:solidFill>
                <a:srgbClr val="002060"/>
              </a:solidFill>
              <a:latin typeface="+mj-lt"/>
            </a:endParaRPr>
          </a:p>
          <a:p>
            <a:pPr>
              <a:lnSpc>
                <a:spcPts val="3500"/>
              </a:lnSpc>
              <a:spcBef>
                <a:spcPts val="600"/>
              </a:spcBef>
              <a:buNone/>
              <a:defRPr/>
            </a:pPr>
            <a:r>
              <a:rPr lang="en-US" sz="2600" b="1" dirty="0">
                <a:solidFill>
                  <a:srgbClr val="002060"/>
                </a:solidFill>
                <a:latin typeface="+mj-lt"/>
              </a:rPr>
              <a:t>+ GĐ </a:t>
            </a:r>
            <a:r>
              <a:rPr lang="en-US" sz="2600" b="1" dirty="0" err="1">
                <a:solidFill>
                  <a:srgbClr val="002060"/>
                </a:solidFill>
                <a:latin typeface="+mj-lt"/>
              </a:rPr>
              <a:t>bạn</a:t>
            </a:r>
            <a:r>
              <a:rPr lang="en-US" sz="2600" b="1" dirty="0">
                <a:solidFill>
                  <a:srgbClr val="002060"/>
                </a:solidFill>
                <a:latin typeface="+mj-lt"/>
              </a:rPr>
              <a:t> </a:t>
            </a:r>
            <a:r>
              <a:rPr lang="en-US" sz="2600" b="1" dirty="0" err="1">
                <a:solidFill>
                  <a:srgbClr val="002060"/>
                </a:solidFill>
                <a:latin typeface="+mj-lt"/>
              </a:rPr>
              <a:t>thân</a:t>
            </a:r>
            <a:r>
              <a:rPr lang="en-US" sz="2600" b="1" dirty="0">
                <a:solidFill>
                  <a:srgbClr val="002060"/>
                </a:solidFill>
                <a:latin typeface="+mj-lt"/>
              </a:rPr>
              <a:t> (</a:t>
            </a:r>
            <a:r>
              <a:rPr lang="en-US" sz="2600" b="1" dirty="0" err="1">
                <a:solidFill>
                  <a:srgbClr val="002060"/>
                </a:solidFill>
                <a:latin typeface="+mj-lt"/>
              </a:rPr>
              <a:t>punaluan</a:t>
            </a:r>
            <a:r>
              <a:rPr lang="en-US" sz="2600" b="1" dirty="0">
                <a:solidFill>
                  <a:srgbClr val="002060"/>
                </a:solidFill>
                <a:latin typeface="+mj-lt"/>
              </a:rPr>
              <a:t>) – HN </a:t>
            </a:r>
            <a:r>
              <a:rPr lang="en-US" sz="2600" b="1" dirty="0" err="1">
                <a:solidFill>
                  <a:srgbClr val="002060"/>
                </a:solidFill>
                <a:latin typeface="+mj-lt"/>
              </a:rPr>
              <a:t>quần</a:t>
            </a:r>
            <a:r>
              <a:rPr lang="en-US" sz="2600" b="1" dirty="0">
                <a:solidFill>
                  <a:srgbClr val="002060"/>
                </a:solidFill>
                <a:latin typeface="+mj-lt"/>
              </a:rPr>
              <a:t> </a:t>
            </a:r>
            <a:r>
              <a:rPr lang="en-US" sz="2600" b="1" dirty="0" err="1">
                <a:solidFill>
                  <a:srgbClr val="002060"/>
                </a:solidFill>
                <a:latin typeface="+mj-lt"/>
              </a:rPr>
              <a:t>hôn</a:t>
            </a:r>
            <a:r>
              <a:rPr lang="en-US" sz="2600" b="1" dirty="0">
                <a:solidFill>
                  <a:srgbClr val="002060"/>
                </a:solidFill>
                <a:latin typeface="+mj-lt"/>
              </a:rPr>
              <a:t> </a:t>
            </a:r>
          </a:p>
          <a:p>
            <a:pPr>
              <a:lnSpc>
                <a:spcPts val="3500"/>
              </a:lnSpc>
              <a:spcBef>
                <a:spcPts val="600"/>
              </a:spcBef>
              <a:buNone/>
              <a:defRPr/>
            </a:pPr>
            <a:r>
              <a:rPr lang="en-US" sz="2600" b="1" dirty="0">
                <a:solidFill>
                  <a:srgbClr val="002060"/>
                </a:solidFill>
                <a:latin typeface="+mj-lt"/>
              </a:rPr>
              <a:t>+ GĐ </a:t>
            </a:r>
            <a:r>
              <a:rPr lang="en-US" sz="2600" b="1" dirty="0" err="1">
                <a:solidFill>
                  <a:srgbClr val="002060"/>
                </a:solidFill>
                <a:latin typeface="+mj-lt"/>
              </a:rPr>
              <a:t>đối</a:t>
            </a:r>
            <a:r>
              <a:rPr lang="en-US" sz="2600" b="1" dirty="0">
                <a:solidFill>
                  <a:srgbClr val="002060"/>
                </a:solidFill>
                <a:latin typeface="+mj-lt"/>
              </a:rPr>
              <a:t> </a:t>
            </a:r>
            <a:r>
              <a:rPr lang="en-US" sz="2600" b="1" dirty="0" err="1">
                <a:solidFill>
                  <a:srgbClr val="002060"/>
                </a:solidFill>
                <a:latin typeface="+mj-lt"/>
              </a:rPr>
              <a:t>ngẫu</a:t>
            </a:r>
            <a:r>
              <a:rPr lang="en-US" sz="2600" b="1" dirty="0">
                <a:solidFill>
                  <a:srgbClr val="002060"/>
                </a:solidFill>
                <a:latin typeface="+mj-lt"/>
              </a:rPr>
              <a:t> (</a:t>
            </a:r>
            <a:r>
              <a:rPr lang="en-US" sz="2600" b="1" dirty="0" err="1">
                <a:solidFill>
                  <a:srgbClr val="002060"/>
                </a:solidFill>
                <a:latin typeface="+mj-lt"/>
              </a:rPr>
              <a:t>cặp</a:t>
            </a:r>
            <a:r>
              <a:rPr lang="en-US" sz="2600" b="1" dirty="0">
                <a:solidFill>
                  <a:srgbClr val="002060"/>
                </a:solidFill>
                <a:latin typeface="+mj-lt"/>
              </a:rPr>
              <a:t> </a:t>
            </a:r>
            <a:r>
              <a:rPr lang="en-US" sz="2600" b="1" dirty="0" err="1">
                <a:solidFill>
                  <a:srgbClr val="002060"/>
                </a:solidFill>
                <a:latin typeface="+mj-lt"/>
              </a:rPr>
              <a:t>đôi</a:t>
            </a:r>
            <a:r>
              <a:rPr lang="en-US" sz="2600" b="1" dirty="0">
                <a:solidFill>
                  <a:srgbClr val="002060"/>
                </a:solidFill>
                <a:latin typeface="+mj-lt"/>
              </a:rPr>
              <a:t> </a:t>
            </a:r>
            <a:r>
              <a:rPr lang="en-US" sz="2600" b="1" dirty="0" err="1">
                <a:solidFill>
                  <a:srgbClr val="002060"/>
                </a:solidFill>
                <a:latin typeface="+mj-lt"/>
              </a:rPr>
              <a:t>lỏng</a:t>
            </a:r>
            <a:r>
              <a:rPr lang="en-US" sz="2600" b="1" dirty="0">
                <a:solidFill>
                  <a:srgbClr val="002060"/>
                </a:solidFill>
                <a:latin typeface="+mj-lt"/>
              </a:rPr>
              <a:t> </a:t>
            </a:r>
            <a:r>
              <a:rPr lang="en-US" sz="2600" b="1" dirty="0" err="1">
                <a:solidFill>
                  <a:srgbClr val="002060"/>
                </a:solidFill>
                <a:latin typeface="+mj-lt"/>
              </a:rPr>
              <a:t>lẻo</a:t>
            </a:r>
            <a:r>
              <a:rPr lang="en-US" sz="2600" b="1" dirty="0">
                <a:solidFill>
                  <a:srgbClr val="002060"/>
                </a:solidFill>
                <a:latin typeface="+mj-lt"/>
              </a:rPr>
              <a:t>): HN </a:t>
            </a:r>
            <a:r>
              <a:rPr lang="en-US" sz="2600" b="1" dirty="0" err="1">
                <a:solidFill>
                  <a:srgbClr val="002060"/>
                </a:solidFill>
                <a:latin typeface="+mj-lt"/>
              </a:rPr>
              <a:t>cá</a:t>
            </a:r>
            <a:r>
              <a:rPr lang="en-US" sz="2600" b="1" dirty="0">
                <a:solidFill>
                  <a:srgbClr val="002060"/>
                </a:solidFill>
                <a:latin typeface="+mj-lt"/>
              </a:rPr>
              <a:t> </a:t>
            </a:r>
            <a:r>
              <a:rPr lang="en-US" sz="2600" b="1" dirty="0" err="1">
                <a:solidFill>
                  <a:srgbClr val="002060"/>
                </a:solidFill>
                <a:latin typeface="+mj-lt"/>
              </a:rPr>
              <a:t>thể</a:t>
            </a:r>
            <a:endParaRPr lang="en-US" sz="2600" b="1" dirty="0">
              <a:solidFill>
                <a:srgbClr val="002060"/>
              </a:solidFill>
              <a:latin typeface="+mj-lt"/>
            </a:endParaRPr>
          </a:p>
          <a:p>
            <a:pPr>
              <a:lnSpc>
                <a:spcPts val="3500"/>
              </a:lnSpc>
              <a:spcBef>
                <a:spcPts val="600"/>
              </a:spcBef>
              <a:buNone/>
              <a:defRPr/>
            </a:pPr>
            <a:r>
              <a:rPr lang="en-US" sz="2600" b="1" dirty="0">
                <a:solidFill>
                  <a:srgbClr val="002060"/>
                </a:solidFill>
                <a:latin typeface="+mj-lt"/>
              </a:rPr>
              <a:t>+ GĐ </a:t>
            </a:r>
            <a:r>
              <a:rPr lang="en-US" sz="2600" b="1" dirty="0" err="1">
                <a:solidFill>
                  <a:srgbClr val="002060"/>
                </a:solidFill>
                <a:latin typeface="+mj-lt"/>
              </a:rPr>
              <a:t>cá</a:t>
            </a:r>
            <a:r>
              <a:rPr lang="en-US" sz="2600" b="1" dirty="0">
                <a:solidFill>
                  <a:srgbClr val="002060"/>
                </a:solidFill>
                <a:latin typeface="+mj-lt"/>
              </a:rPr>
              <a:t> </a:t>
            </a:r>
            <a:r>
              <a:rPr lang="en-US" sz="2600" b="1" dirty="0" err="1">
                <a:solidFill>
                  <a:srgbClr val="002060"/>
                </a:solidFill>
                <a:latin typeface="+mj-lt"/>
              </a:rPr>
              <a:t>thể</a:t>
            </a:r>
            <a:r>
              <a:rPr lang="en-US" sz="2600" b="1" dirty="0">
                <a:solidFill>
                  <a:srgbClr val="002060"/>
                </a:solidFill>
                <a:latin typeface="+mj-lt"/>
              </a:rPr>
              <a:t> </a:t>
            </a:r>
            <a:r>
              <a:rPr lang="en-US" sz="2600" b="1" dirty="0" err="1">
                <a:solidFill>
                  <a:srgbClr val="002060"/>
                </a:solidFill>
                <a:latin typeface="+mj-lt"/>
              </a:rPr>
              <a:t>một</a:t>
            </a:r>
            <a:r>
              <a:rPr lang="en-US" sz="2600" b="1" dirty="0">
                <a:solidFill>
                  <a:srgbClr val="002060"/>
                </a:solidFill>
                <a:latin typeface="+mj-lt"/>
              </a:rPr>
              <a:t> </a:t>
            </a:r>
            <a:r>
              <a:rPr lang="en-US" sz="2600" b="1" dirty="0" err="1">
                <a:solidFill>
                  <a:srgbClr val="002060"/>
                </a:solidFill>
                <a:latin typeface="+mj-lt"/>
              </a:rPr>
              <a:t>vợ</a:t>
            </a:r>
            <a:r>
              <a:rPr lang="en-US" sz="2600" b="1" dirty="0">
                <a:solidFill>
                  <a:srgbClr val="002060"/>
                </a:solidFill>
                <a:latin typeface="+mj-lt"/>
              </a:rPr>
              <a:t> - </a:t>
            </a:r>
            <a:r>
              <a:rPr lang="en-US" sz="2600" b="1" dirty="0" err="1">
                <a:solidFill>
                  <a:srgbClr val="002060"/>
                </a:solidFill>
                <a:latin typeface="+mj-lt"/>
              </a:rPr>
              <a:t>một</a:t>
            </a:r>
            <a:r>
              <a:rPr lang="en-US" sz="2600" b="1" dirty="0">
                <a:solidFill>
                  <a:srgbClr val="002060"/>
                </a:solidFill>
                <a:latin typeface="+mj-lt"/>
              </a:rPr>
              <a:t> </a:t>
            </a:r>
            <a:r>
              <a:rPr lang="en-US" sz="2600" b="1" dirty="0" err="1">
                <a:solidFill>
                  <a:srgbClr val="002060"/>
                </a:solidFill>
                <a:latin typeface="+mj-lt"/>
              </a:rPr>
              <a:t>chồng</a:t>
            </a:r>
            <a:r>
              <a:rPr lang="en-US" sz="2600" b="1" dirty="0">
                <a:solidFill>
                  <a:srgbClr val="002060"/>
                </a:solidFill>
                <a:latin typeface="+mj-lt"/>
              </a:rPr>
              <a:t>: HN </a:t>
            </a:r>
            <a:r>
              <a:rPr lang="en-US" sz="2600" b="1" dirty="0" err="1">
                <a:solidFill>
                  <a:srgbClr val="002060"/>
                </a:solidFill>
                <a:latin typeface="+mj-lt"/>
              </a:rPr>
              <a:t>cá</a:t>
            </a:r>
            <a:r>
              <a:rPr lang="en-US" sz="2600" b="1" dirty="0">
                <a:solidFill>
                  <a:srgbClr val="002060"/>
                </a:solidFill>
                <a:latin typeface="+mj-lt"/>
              </a:rPr>
              <a:t> </a:t>
            </a:r>
            <a:r>
              <a:rPr lang="en-US" sz="2600" b="1" dirty="0" err="1">
                <a:solidFill>
                  <a:srgbClr val="002060"/>
                </a:solidFill>
                <a:latin typeface="+mj-lt"/>
              </a:rPr>
              <a:t>thể</a:t>
            </a:r>
            <a:endParaRPr lang="en-US" sz="2600" b="1" dirty="0">
              <a:solidFill>
                <a:srgbClr val="002060"/>
              </a:solidFill>
              <a:latin typeface="+mj-lt"/>
            </a:endParaRPr>
          </a:p>
          <a:p>
            <a:pPr>
              <a:lnSpc>
                <a:spcPts val="3500"/>
              </a:lnSpc>
              <a:spcBef>
                <a:spcPts val="600"/>
              </a:spcBef>
              <a:buNone/>
              <a:defRPr/>
            </a:pPr>
            <a:r>
              <a:rPr lang="en-US" sz="2600" b="1" dirty="0">
                <a:solidFill>
                  <a:srgbClr val="002060"/>
                </a:solidFill>
                <a:latin typeface="+mj-lt"/>
              </a:rPr>
              <a:t>- </a:t>
            </a:r>
            <a:r>
              <a:rPr lang="en-US" sz="2600" b="1" dirty="0" err="1">
                <a:solidFill>
                  <a:srgbClr val="002060"/>
                </a:solidFill>
                <a:latin typeface="+mj-lt"/>
              </a:rPr>
              <a:t>Đặc</a:t>
            </a:r>
            <a:r>
              <a:rPr lang="en-US" sz="2600" b="1" dirty="0">
                <a:solidFill>
                  <a:srgbClr val="002060"/>
                </a:solidFill>
                <a:latin typeface="+mj-lt"/>
              </a:rPr>
              <a:t> </a:t>
            </a:r>
            <a:r>
              <a:rPr lang="en-US" sz="2600" b="1" dirty="0" err="1">
                <a:solidFill>
                  <a:srgbClr val="002060"/>
                </a:solidFill>
                <a:latin typeface="+mj-lt"/>
              </a:rPr>
              <a:t>điểm</a:t>
            </a:r>
            <a:r>
              <a:rPr lang="en-US" sz="2600" b="1" dirty="0">
                <a:solidFill>
                  <a:srgbClr val="002060"/>
                </a:solidFill>
                <a:latin typeface="+mj-lt"/>
              </a:rPr>
              <a:t> </a:t>
            </a:r>
            <a:r>
              <a:rPr lang="en-US" sz="2600" b="1" dirty="0" err="1">
                <a:solidFill>
                  <a:srgbClr val="002060"/>
                </a:solidFill>
                <a:latin typeface="+mj-lt"/>
              </a:rPr>
              <a:t>của</a:t>
            </a:r>
            <a:r>
              <a:rPr lang="en-US" sz="2600" b="1" dirty="0">
                <a:solidFill>
                  <a:srgbClr val="002060"/>
                </a:solidFill>
                <a:latin typeface="+mj-lt"/>
              </a:rPr>
              <a:t> GĐ </a:t>
            </a:r>
            <a:r>
              <a:rPr lang="en-US" sz="2600" b="1" dirty="0" err="1">
                <a:solidFill>
                  <a:srgbClr val="002060"/>
                </a:solidFill>
                <a:latin typeface="+mj-lt"/>
              </a:rPr>
              <a:t>trong</a:t>
            </a:r>
            <a:r>
              <a:rPr lang="en-US" sz="2600" b="1" dirty="0">
                <a:solidFill>
                  <a:srgbClr val="002060"/>
                </a:solidFill>
                <a:latin typeface="+mj-lt"/>
              </a:rPr>
              <a:t> </a:t>
            </a:r>
            <a:r>
              <a:rPr lang="en-US" sz="2600" b="1" dirty="0" err="1">
                <a:solidFill>
                  <a:srgbClr val="002060"/>
                </a:solidFill>
                <a:latin typeface="+mj-lt"/>
              </a:rPr>
              <a:t>xã</a:t>
            </a:r>
            <a:r>
              <a:rPr lang="en-US" sz="2600" b="1" dirty="0">
                <a:solidFill>
                  <a:srgbClr val="002060"/>
                </a:solidFill>
                <a:latin typeface="+mj-lt"/>
              </a:rPr>
              <a:t> </a:t>
            </a:r>
            <a:r>
              <a:rPr lang="en-US" sz="2600" b="1" dirty="0" err="1">
                <a:solidFill>
                  <a:srgbClr val="002060"/>
                </a:solidFill>
                <a:latin typeface="+mj-lt"/>
              </a:rPr>
              <a:t>hội</a:t>
            </a:r>
            <a:r>
              <a:rPr lang="en-US" sz="2600" b="1" dirty="0">
                <a:solidFill>
                  <a:srgbClr val="002060"/>
                </a:solidFill>
                <a:latin typeface="+mj-lt"/>
              </a:rPr>
              <a:t> </a:t>
            </a:r>
            <a:r>
              <a:rPr lang="en-US" sz="2600" b="1" dirty="0" err="1">
                <a:solidFill>
                  <a:srgbClr val="002060"/>
                </a:solidFill>
                <a:latin typeface="+mj-lt"/>
              </a:rPr>
              <a:t>mới</a:t>
            </a:r>
            <a:r>
              <a:rPr lang="en-US" sz="2600" b="1" dirty="0">
                <a:solidFill>
                  <a:srgbClr val="002060"/>
                </a:solidFill>
                <a:latin typeface="+mj-lt"/>
              </a:rPr>
              <a:t> </a:t>
            </a:r>
            <a:r>
              <a:rPr lang="en-US" sz="2600" b="1" dirty="0" err="1">
                <a:solidFill>
                  <a:srgbClr val="002060"/>
                </a:solidFill>
                <a:latin typeface="+mj-lt"/>
              </a:rPr>
              <a:t>phải</a:t>
            </a:r>
            <a:r>
              <a:rPr lang="en-US" sz="2600" b="1" dirty="0">
                <a:solidFill>
                  <a:srgbClr val="002060"/>
                </a:solidFill>
                <a:latin typeface="+mj-lt"/>
              </a:rPr>
              <a:t> </a:t>
            </a:r>
            <a:r>
              <a:rPr lang="en-US" sz="2600" b="1" dirty="0" err="1">
                <a:solidFill>
                  <a:srgbClr val="002060"/>
                </a:solidFill>
                <a:latin typeface="+mj-lt"/>
              </a:rPr>
              <a:t>được</a:t>
            </a:r>
            <a:r>
              <a:rPr lang="en-US" sz="2600" b="1" dirty="0">
                <a:solidFill>
                  <a:srgbClr val="002060"/>
                </a:solidFill>
                <a:latin typeface="+mj-lt"/>
              </a:rPr>
              <a:t> </a:t>
            </a:r>
            <a:r>
              <a:rPr lang="en-US" sz="2600" b="1" dirty="0" err="1">
                <a:solidFill>
                  <a:srgbClr val="002060"/>
                </a:solidFill>
                <a:latin typeface="+mj-lt"/>
              </a:rPr>
              <a:t>xây</a:t>
            </a:r>
            <a:r>
              <a:rPr lang="en-US" sz="2600" b="1" dirty="0">
                <a:solidFill>
                  <a:srgbClr val="002060"/>
                </a:solidFill>
                <a:latin typeface="+mj-lt"/>
              </a:rPr>
              <a:t> </a:t>
            </a:r>
            <a:r>
              <a:rPr lang="en-US" sz="2600" b="1" dirty="0" err="1">
                <a:solidFill>
                  <a:srgbClr val="002060"/>
                </a:solidFill>
                <a:latin typeface="+mj-lt"/>
              </a:rPr>
              <a:t>dựng</a:t>
            </a:r>
            <a:r>
              <a:rPr lang="en-US" sz="2600" b="1" dirty="0">
                <a:solidFill>
                  <a:srgbClr val="002060"/>
                </a:solidFill>
                <a:latin typeface="+mj-lt"/>
              </a:rPr>
              <a:t> </a:t>
            </a:r>
            <a:r>
              <a:rPr lang="en-US" sz="2600" b="1" dirty="0" err="1">
                <a:solidFill>
                  <a:srgbClr val="002060"/>
                </a:solidFill>
                <a:latin typeface="+mj-lt"/>
              </a:rPr>
              <a:t>trên</a:t>
            </a:r>
            <a:r>
              <a:rPr lang="en-US" sz="2600" b="1" dirty="0">
                <a:solidFill>
                  <a:srgbClr val="002060"/>
                </a:solidFill>
                <a:latin typeface="+mj-lt"/>
              </a:rPr>
              <a:t> </a:t>
            </a:r>
            <a:r>
              <a:rPr lang="en-US" sz="2600" b="1" dirty="0" err="1">
                <a:solidFill>
                  <a:srgbClr val="002060"/>
                </a:solidFill>
                <a:latin typeface="+mj-lt"/>
              </a:rPr>
              <a:t>cơ</a:t>
            </a:r>
            <a:r>
              <a:rPr lang="en-US" sz="2600" b="1" dirty="0">
                <a:solidFill>
                  <a:srgbClr val="002060"/>
                </a:solidFill>
                <a:latin typeface="+mj-lt"/>
              </a:rPr>
              <a:t> </a:t>
            </a:r>
            <a:r>
              <a:rPr lang="en-US" sz="2600" b="1" dirty="0" err="1">
                <a:solidFill>
                  <a:srgbClr val="002060"/>
                </a:solidFill>
                <a:latin typeface="+mj-lt"/>
              </a:rPr>
              <a:t>sở</a:t>
            </a:r>
            <a:r>
              <a:rPr lang="en-US" sz="2600" b="1" dirty="0">
                <a:solidFill>
                  <a:srgbClr val="002060"/>
                </a:solidFill>
                <a:latin typeface="+mj-lt"/>
              </a:rPr>
              <a:t> </a:t>
            </a:r>
            <a:r>
              <a:rPr lang="en-US" sz="2600" b="1" dirty="0" err="1">
                <a:solidFill>
                  <a:srgbClr val="002060"/>
                </a:solidFill>
                <a:latin typeface="+mj-lt"/>
              </a:rPr>
              <a:t>bình</a:t>
            </a:r>
            <a:r>
              <a:rPr lang="en-US" sz="2600" b="1" dirty="0">
                <a:solidFill>
                  <a:srgbClr val="002060"/>
                </a:solidFill>
                <a:latin typeface="+mj-lt"/>
              </a:rPr>
              <a:t> </a:t>
            </a:r>
            <a:r>
              <a:rPr lang="en-US" sz="2600" b="1" dirty="0" err="1">
                <a:solidFill>
                  <a:srgbClr val="002060"/>
                </a:solidFill>
                <a:latin typeface="+mj-lt"/>
              </a:rPr>
              <a:t>đẳng</a:t>
            </a:r>
            <a:r>
              <a:rPr lang="en-US" sz="2600" b="1" dirty="0">
                <a:solidFill>
                  <a:srgbClr val="002060"/>
                </a:solidFill>
                <a:latin typeface="+mj-lt"/>
              </a:rPr>
              <a:t>, </a:t>
            </a:r>
            <a:r>
              <a:rPr lang="en-US" sz="2600" b="1" dirty="0" err="1">
                <a:solidFill>
                  <a:srgbClr val="002060"/>
                </a:solidFill>
                <a:latin typeface="+mj-lt"/>
              </a:rPr>
              <a:t>tự</a:t>
            </a:r>
            <a:r>
              <a:rPr lang="en-US" sz="2600" b="1" dirty="0">
                <a:solidFill>
                  <a:srgbClr val="002060"/>
                </a:solidFill>
                <a:latin typeface="+mj-lt"/>
              </a:rPr>
              <a:t> </a:t>
            </a:r>
            <a:r>
              <a:rPr lang="en-US" sz="2600" b="1" dirty="0" err="1">
                <a:solidFill>
                  <a:srgbClr val="002060"/>
                </a:solidFill>
                <a:latin typeface="+mj-lt"/>
              </a:rPr>
              <a:t>nguyện</a:t>
            </a:r>
            <a:r>
              <a:rPr lang="en-US" sz="2600" b="1" dirty="0">
                <a:solidFill>
                  <a:srgbClr val="002060"/>
                </a:solidFill>
                <a:latin typeface="+mj-lt"/>
              </a:rPr>
              <a:t>, </a:t>
            </a:r>
            <a:r>
              <a:rPr lang="en-US" sz="2600" b="1" dirty="0" err="1">
                <a:solidFill>
                  <a:srgbClr val="002060"/>
                </a:solidFill>
                <a:latin typeface="+mj-lt"/>
              </a:rPr>
              <a:t>người</a:t>
            </a:r>
            <a:r>
              <a:rPr lang="en-US" sz="2600" b="1" dirty="0">
                <a:solidFill>
                  <a:srgbClr val="002060"/>
                </a:solidFill>
                <a:latin typeface="+mj-lt"/>
              </a:rPr>
              <a:t> </a:t>
            </a:r>
            <a:r>
              <a:rPr lang="en-US" sz="2600" b="1" dirty="0" err="1">
                <a:solidFill>
                  <a:srgbClr val="002060"/>
                </a:solidFill>
                <a:latin typeface="+mj-lt"/>
              </a:rPr>
              <a:t>phụ</a:t>
            </a:r>
            <a:r>
              <a:rPr lang="en-US" sz="2600" b="1" dirty="0">
                <a:solidFill>
                  <a:srgbClr val="002060"/>
                </a:solidFill>
                <a:latin typeface="+mj-lt"/>
              </a:rPr>
              <a:t> </a:t>
            </a:r>
            <a:r>
              <a:rPr lang="en-US" sz="2600" b="1" dirty="0" err="1">
                <a:solidFill>
                  <a:srgbClr val="002060"/>
                </a:solidFill>
                <a:latin typeface="+mj-lt"/>
              </a:rPr>
              <a:t>nữ</a:t>
            </a:r>
            <a:r>
              <a:rPr lang="en-US" sz="2600" b="1" dirty="0">
                <a:solidFill>
                  <a:srgbClr val="002060"/>
                </a:solidFill>
                <a:latin typeface="+mj-lt"/>
              </a:rPr>
              <a:t> </a:t>
            </a:r>
            <a:r>
              <a:rPr lang="en-US" sz="2600" b="1" dirty="0" err="1">
                <a:solidFill>
                  <a:srgbClr val="002060"/>
                </a:solidFill>
                <a:latin typeface="+mj-lt"/>
              </a:rPr>
              <a:t>không</a:t>
            </a:r>
            <a:r>
              <a:rPr lang="en-US" sz="2600" b="1" dirty="0">
                <a:solidFill>
                  <a:srgbClr val="002060"/>
                </a:solidFill>
                <a:latin typeface="+mj-lt"/>
              </a:rPr>
              <a:t> </a:t>
            </a:r>
            <a:r>
              <a:rPr lang="en-US" sz="2600" b="1" dirty="0" err="1">
                <a:solidFill>
                  <a:srgbClr val="002060"/>
                </a:solidFill>
                <a:latin typeface="+mj-lt"/>
              </a:rPr>
              <a:t>phải</a:t>
            </a:r>
            <a:r>
              <a:rPr lang="en-US" sz="2600" b="1" dirty="0">
                <a:solidFill>
                  <a:srgbClr val="002060"/>
                </a:solidFill>
                <a:latin typeface="+mj-lt"/>
              </a:rPr>
              <a:t> lo </a:t>
            </a:r>
            <a:r>
              <a:rPr lang="en-US" sz="2600" b="1" dirty="0" err="1">
                <a:solidFill>
                  <a:srgbClr val="002060"/>
                </a:solidFill>
                <a:latin typeface="+mj-lt"/>
              </a:rPr>
              <a:t>bị</a:t>
            </a:r>
            <a:r>
              <a:rPr lang="en-US" sz="2600" b="1" dirty="0">
                <a:solidFill>
                  <a:srgbClr val="002060"/>
                </a:solidFill>
                <a:latin typeface="+mj-lt"/>
              </a:rPr>
              <a:t> </a:t>
            </a:r>
            <a:r>
              <a:rPr lang="en-US" sz="2600" b="1" dirty="0" err="1">
                <a:solidFill>
                  <a:srgbClr val="002060"/>
                </a:solidFill>
                <a:latin typeface="+mj-lt"/>
              </a:rPr>
              <a:t>áp</a:t>
            </a:r>
            <a:r>
              <a:rPr lang="en-US" sz="2600" b="1" dirty="0">
                <a:solidFill>
                  <a:srgbClr val="002060"/>
                </a:solidFill>
                <a:latin typeface="+mj-lt"/>
              </a:rPr>
              <a:t> </a:t>
            </a:r>
            <a:r>
              <a:rPr lang="en-US" sz="2600" b="1" dirty="0" err="1">
                <a:solidFill>
                  <a:srgbClr val="002060"/>
                </a:solidFill>
                <a:latin typeface="+mj-lt"/>
              </a:rPr>
              <a:t>đặt</a:t>
            </a:r>
            <a:r>
              <a:rPr lang="en-US" sz="2600" b="1" dirty="0">
                <a:solidFill>
                  <a:srgbClr val="002060"/>
                </a:solidFill>
                <a:latin typeface="+mj-lt"/>
              </a:rPr>
              <a:t> hay </a:t>
            </a:r>
            <a:r>
              <a:rPr lang="en-US" sz="2600" b="1" dirty="0" err="1">
                <a:solidFill>
                  <a:srgbClr val="002060"/>
                </a:solidFill>
                <a:latin typeface="+mj-lt"/>
              </a:rPr>
              <a:t>hôn</a:t>
            </a:r>
            <a:r>
              <a:rPr lang="en-US" sz="2600" b="1" dirty="0">
                <a:solidFill>
                  <a:srgbClr val="002060"/>
                </a:solidFill>
                <a:latin typeface="+mj-lt"/>
              </a:rPr>
              <a:t> </a:t>
            </a:r>
            <a:r>
              <a:rPr lang="en-US" sz="2600" b="1" dirty="0" err="1">
                <a:solidFill>
                  <a:srgbClr val="002060"/>
                </a:solidFill>
                <a:latin typeface="+mj-lt"/>
              </a:rPr>
              <a:t>nhân</a:t>
            </a:r>
            <a:r>
              <a:rPr lang="en-US" sz="2600" b="1" dirty="0">
                <a:solidFill>
                  <a:srgbClr val="002060"/>
                </a:solidFill>
                <a:latin typeface="+mj-lt"/>
              </a:rPr>
              <a:t> </a:t>
            </a:r>
            <a:r>
              <a:rPr lang="en-US" sz="2600" b="1" dirty="0" err="1">
                <a:solidFill>
                  <a:srgbClr val="002060"/>
                </a:solidFill>
                <a:latin typeface="+mj-lt"/>
              </a:rPr>
              <a:t>vì</a:t>
            </a:r>
            <a:r>
              <a:rPr lang="en-US" sz="2600" b="1" dirty="0">
                <a:solidFill>
                  <a:srgbClr val="002060"/>
                </a:solidFill>
                <a:latin typeface="+mj-lt"/>
              </a:rPr>
              <a:t> </a:t>
            </a:r>
            <a:r>
              <a:rPr lang="en-US" sz="2600" b="1" dirty="0" err="1">
                <a:solidFill>
                  <a:srgbClr val="002060"/>
                </a:solidFill>
                <a:latin typeface="+mj-lt"/>
              </a:rPr>
              <a:t>mục</a:t>
            </a:r>
            <a:r>
              <a:rPr lang="en-US" sz="2600" b="1" dirty="0">
                <a:solidFill>
                  <a:srgbClr val="002060"/>
                </a:solidFill>
                <a:latin typeface="+mj-lt"/>
              </a:rPr>
              <a:t> </a:t>
            </a:r>
            <a:r>
              <a:rPr lang="en-US" sz="2600" b="1" dirty="0" err="1">
                <a:solidFill>
                  <a:srgbClr val="002060"/>
                </a:solidFill>
                <a:latin typeface="+mj-lt"/>
              </a:rPr>
              <a:t>đích</a:t>
            </a:r>
            <a:r>
              <a:rPr lang="en-US" sz="2600" b="1" dirty="0">
                <a:solidFill>
                  <a:srgbClr val="002060"/>
                </a:solidFill>
                <a:latin typeface="+mj-lt"/>
              </a:rPr>
              <a:t> </a:t>
            </a:r>
            <a:r>
              <a:rPr lang="en-US" sz="2600" b="1" dirty="0" err="1">
                <a:solidFill>
                  <a:srgbClr val="002060"/>
                </a:solidFill>
                <a:latin typeface="+mj-lt"/>
              </a:rPr>
              <a:t>kinh</a:t>
            </a:r>
            <a:r>
              <a:rPr lang="en-US" sz="2600" b="1" dirty="0">
                <a:solidFill>
                  <a:srgbClr val="002060"/>
                </a:solidFill>
                <a:latin typeface="+mj-lt"/>
              </a:rPr>
              <a:t> </a:t>
            </a:r>
            <a:r>
              <a:rPr lang="en-US" sz="2600" b="1" dirty="0" err="1">
                <a:solidFill>
                  <a:srgbClr val="002060"/>
                </a:solidFill>
                <a:latin typeface="+mj-lt"/>
              </a:rPr>
              <a:t>tế</a:t>
            </a:r>
            <a:r>
              <a:rPr lang="en-US" sz="2600" b="1" dirty="0">
                <a:solidFill>
                  <a:srgbClr val="002060"/>
                </a:solidFill>
                <a:latin typeface="+mj-lt"/>
              </a:rPr>
              <a:t> </a:t>
            </a:r>
            <a:r>
              <a:rPr lang="en-US" sz="2600" b="1" dirty="0" err="1">
                <a:solidFill>
                  <a:srgbClr val="002060"/>
                </a:solidFill>
                <a:latin typeface="+mj-lt"/>
              </a:rPr>
              <a:t>mà</a:t>
            </a:r>
            <a:r>
              <a:rPr lang="en-US" sz="2600" b="1" dirty="0">
                <a:solidFill>
                  <a:srgbClr val="002060"/>
                </a:solidFill>
                <a:latin typeface="+mj-lt"/>
              </a:rPr>
              <a:t> </a:t>
            </a:r>
            <a:r>
              <a:rPr lang="en-US" sz="2600" b="1" dirty="0" err="1">
                <a:solidFill>
                  <a:srgbClr val="002060"/>
                </a:solidFill>
                <a:latin typeface="+mj-lt"/>
              </a:rPr>
              <a:t>trên</a:t>
            </a:r>
            <a:r>
              <a:rPr lang="en-US" sz="2600" b="1" dirty="0">
                <a:solidFill>
                  <a:srgbClr val="002060"/>
                </a:solidFill>
                <a:latin typeface="+mj-lt"/>
              </a:rPr>
              <a:t> </a:t>
            </a:r>
            <a:r>
              <a:rPr lang="en-US" sz="2600" b="1" dirty="0" err="1">
                <a:solidFill>
                  <a:srgbClr val="002060"/>
                </a:solidFill>
                <a:latin typeface="+mj-lt"/>
              </a:rPr>
              <a:t>cơ</a:t>
            </a:r>
            <a:r>
              <a:rPr lang="en-US" sz="2600" b="1" dirty="0">
                <a:solidFill>
                  <a:srgbClr val="002060"/>
                </a:solidFill>
                <a:latin typeface="+mj-lt"/>
              </a:rPr>
              <a:t> </a:t>
            </a:r>
            <a:r>
              <a:rPr lang="en-US" sz="2600" b="1" dirty="0" err="1">
                <a:solidFill>
                  <a:srgbClr val="002060"/>
                </a:solidFill>
                <a:latin typeface="+mj-lt"/>
              </a:rPr>
              <a:t>sở</a:t>
            </a:r>
            <a:r>
              <a:rPr lang="en-US" sz="2600" b="1" dirty="0">
                <a:solidFill>
                  <a:srgbClr val="002060"/>
                </a:solidFill>
                <a:latin typeface="+mj-lt"/>
              </a:rPr>
              <a:t> </a:t>
            </a:r>
            <a:r>
              <a:rPr lang="en-US" sz="2600" b="1" dirty="0" err="1">
                <a:solidFill>
                  <a:srgbClr val="002060"/>
                </a:solidFill>
                <a:latin typeface="+mj-lt"/>
              </a:rPr>
              <a:t>tự</a:t>
            </a:r>
            <a:r>
              <a:rPr lang="en-US" sz="2600" b="1" dirty="0">
                <a:solidFill>
                  <a:srgbClr val="002060"/>
                </a:solidFill>
                <a:latin typeface="+mj-lt"/>
              </a:rPr>
              <a:t> </a:t>
            </a:r>
            <a:r>
              <a:rPr lang="en-US" sz="2600" b="1" dirty="0" err="1">
                <a:solidFill>
                  <a:srgbClr val="002060"/>
                </a:solidFill>
                <a:latin typeface="+mj-lt"/>
              </a:rPr>
              <a:t>nguyện</a:t>
            </a:r>
            <a:r>
              <a:rPr lang="en-US" sz="2600" b="1" dirty="0">
                <a:solidFill>
                  <a:srgbClr val="002060"/>
                </a:solidFill>
                <a:latin typeface="+mj-lt"/>
              </a:rPr>
              <a:t>… </a:t>
            </a:r>
            <a:r>
              <a:rPr lang="en-US" sz="2600" b="1" dirty="0">
                <a:solidFill>
                  <a:srgbClr val="002060"/>
                </a:solidFill>
                <a:latin typeface="+mj-lt"/>
                <a:hlinkClick r:id="rId3" action="ppaction://hlinkpres?slideindex=1&amp;slidetitle="/>
              </a:rPr>
              <a:t>(</a:t>
            </a:r>
            <a:r>
              <a:rPr lang="en-US" sz="2600" b="1" dirty="0" err="1">
                <a:solidFill>
                  <a:srgbClr val="002060"/>
                </a:solidFill>
                <a:latin typeface="+mj-lt"/>
                <a:hlinkClick r:id="rId3" action="ppaction://hlinkpres?slideindex=1&amp;slidetitle="/>
              </a:rPr>
              <a:t>i</a:t>
            </a:r>
            <a:r>
              <a:rPr lang="en-US" sz="2600" b="1" dirty="0">
                <a:solidFill>
                  <a:srgbClr val="002060"/>
                </a:solidFill>
                <a:latin typeface="+mj-lt"/>
                <a:hlinkClick r:id="rId3" action="ppaction://hlinkpres?slideindex=1&amp;slidetitle="/>
              </a:rPr>
              <a:t>)</a:t>
            </a:r>
            <a:endParaRPr lang="en-US" sz="2600" dirty="0">
              <a:solidFill>
                <a:srgbClr val="002060"/>
              </a:solidFill>
            </a:endParaRPr>
          </a:p>
          <a:p>
            <a:pPr>
              <a:buNone/>
              <a:defRPr/>
            </a:pPr>
            <a:endParaRPr lang="en-US" b="1" dirty="0">
              <a:solidFill>
                <a:srgbClr val="FF0000"/>
              </a:solidFill>
              <a:latin typeface="+mj-lt"/>
            </a:endParaRPr>
          </a:p>
          <a:p>
            <a:pPr>
              <a:buNone/>
              <a:defRPr/>
            </a:pPr>
            <a:endParaRPr lang="en-US" b="1" dirty="0">
              <a:solidFill>
                <a:srgbClr val="FF0000"/>
              </a:solidFill>
            </a:endParaRPr>
          </a:p>
          <a:p>
            <a:pPr>
              <a:buNone/>
              <a:defRPr/>
            </a:pPr>
            <a:endParaRPr lang="en-US" b="1" dirty="0">
              <a:latin typeface="+mj-lt"/>
            </a:endParaRPr>
          </a:p>
        </p:txBody>
      </p:sp>
      <p:sp>
        <p:nvSpPr>
          <p:cNvPr id="6" name="Rectangle 2"/>
          <p:cNvSpPr>
            <a:spLocks noGrp="1" noChangeArrowheads="1"/>
          </p:cNvSpPr>
          <p:nvPr>
            <p:ph type="title"/>
          </p:nvPr>
        </p:nvSpPr>
        <p:spPr>
          <a:xfrm>
            <a:off x="2648607" y="409786"/>
            <a:ext cx="7772400" cy="1038225"/>
          </a:xfrm>
        </p:spPr>
        <p:txBody>
          <a:bodyPr/>
          <a:lstStyle/>
          <a:p>
            <a:pPr marL="457200" indent="-457200" eaLnBrk="1" hangingPunct="1">
              <a:buFont typeface="Wingdings" panose="05000000000000000000" pitchFamily="2" charset="2"/>
              <a:buChar char="Ø"/>
            </a:pPr>
            <a:r>
              <a:rPr lang="en-US" altLang="en-US" sz="3200" b="1" i="1" dirty="0" err="1" smtClean="0">
                <a:solidFill>
                  <a:srgbClr val="FF0000"/>
                </a:solidFill>
              </a:rPr>
              <a:t>Thời</a:t>
            </a:r>
            <a:r>
              <a:rPr lang="en-US" altLang="en-US" sz="3200" b="1" i="1" dirty="0" smtClean="0">
                <a:solidFill>
                  <a:srgbClr val="FF0000"/>
                </a:solidFill>
              </a:rPr>
              <a:t> </a:t>
            </a:r>
            <a:r>
              <a:rPr lang="en-US" altLang="en-US" sz="3200" b="1" i="1" dirty="0" err="1">
                <a:solidFill>
                  <a:srgbClr val="FF0000"/>
                </a:solidFill>
              </a:rPr>
              <a:t>kỳ</a:t>
            </a:r>
            <a:r>
              <a:rPr lang="en-US" altLang="en-US" sz="3200" b="1" i="1" dirty="0">
                <a:solidFill>
                  <a:srgbClr val="FF0000"/>
                </a:solidFill>
              </a:rPr>
              <a:t> </a:t>
            </a:r>
            <a:r>
              <a:rPr lang="en-US" altLang="en-US" sz="3200" b="1" i="1" dirty="0" err="1">
                <a:solidFill>
                  <a:srgbClr val="FF0000"/>
                </a:solidFill>
              </a:rPr>
              <a:t>từ</a:t>
            </a:r>
            <a:r>
              <a:rPr lang="en-US" altLang="en-US" sz="3200" b="1" i="1" dirty="0">
                <a:solidFill>
                  <a:srgbClr val="FF0000"/>
                </a:solidFill>
              </a:rPr>
              <a:t> </a:t>
            </a:r>
            <a:r>
              <a:rPr lang="en-US" altLang="en-US" sz="3200" b="1" i="1" dirty="0" err="1">
                <a:solidFill>
                  <a:srgbClr val="FF0000"/>
                </a:solidFill>
              </a:rPr>
              <a:t>sau</a:t>
            </a:r>
            <a:r>
              <a:rPr lang="en-US" altLang="en-US" sz="3200" b="1" i="1" dirty="0">
                <a:solidFill>
                  <a:srgbClr val="FF0000"/>
                </a:solidFill>
              </a:rPr>
              <a:t> </a:t>
            </a:r>
            <a:r>
              <a:rPr lang="en-US" altLang="en-US" sz="3200" b="1" i="1" dirty="0" err="1">
                <a:solidFill>
                  <a:srgbClr val="FF0000"/>
                </a:solidFill>
              </a:rPr>
              <a:t>Công</a:t>
            </a:r>
            <a:r>
              <a:rPr lang="en-US" altLang="en-US" sz="3200" b="1" i="1" dirty="0">
                <a:solidFill>
                  <a:srgbClr val="FF0000"/>
                </a:solidFill>
              </a:rPr>
              <a:t> </a:t>
            </a:r>
            <a:r>
              <a:rPr lang="en-US" altLang="en-US" sz="3200" b="1" i="1" dirty="0" err="1">
                <a:solidFill>
                  <a:srgbClr val="FF0000"/>
                </a:solidFill>
              </a:rPr>
              <a:t>xã</a:t>
            </a:r>
            <a:r>
              <a:rPr lang="en-US" altLang="en-US" sz="3200" b="1" i="1" dirty="0">
                <a:solidFill>
                  <a:srgbClr val="FF0000"/>
                </a:solidFill>
              </a:rPr>
              <a:t> </a:t>
            </a:r>
            <a:r>
              <a:rPr lang="en-US" altLang="en-US" sz="3200" b="1" i="1" dirty="0" err="1">
                <a:solidFill>
                  <a:srgbClr val="FF0000"/>
                </a:solidFill>
              </a:rPr>
              <a:t>Pari</a:t>
            </a:r>
            <a:r>
              <a:rPr lang="en-US" altLang="en-US" sz="3200" b="1" i="1" dirty="0">
                <a:solidFill>
                  <a:srgbClr val="FF0000"/>
                </a:solidFill>
              </a:rPr>
              <a:t> </a:t>
            </a:r>
            <a:r>
              <a:rPr lang="en-US" altLang="en-US" sz="3200" b="1" i="1" dirty="0" err="1">
                <a:solidFill>
                  <a:srgbClr val="FF0000"/>
                </a:solidFill>
              </a:rPr>
              <a:t>đến</a:t>
            </a:r>
            <a:r>
              <a:rPr lang="en-US" altLang="en-US" sz="3200" b="1" i="1" dirty="0">
                <a:solidFill>
                  <a:srgbClr val="FF0000"/>
                </a:solidFill>
              </a:rPr>
              <a:t> 1895</a:t>
            </a:r>
            <a:endParaRPr lang="en-US" altLang="en-US" sz="3200" dirty="0">
              <a:solidFill>
                <a:srgbClr val="FF0000"/>
              </a:solidFill>
              <a:latin typeface=".VnVogue" panose="020B7200000000000000" pitchFamily="34" charset="0"/>
            </a:endParaRPr>
          </a:p>
        </p:txBody>
      </p:sp>
    </p:spTree>
    <p:extLst>
      <p:ext uri="{BB962C8B-B14F-4D97-AF65-F5344CB8AC3E}">
        <p14:creationId xmlns:p14="http://schemas.microsoft.com/office/powerpoint/2010/main" val="3693393355"/>
      </p:ext>
    </p:extLst>
  </p:cSld>
  <p:clrMapOvr>
    <a:masterClrMapping/>
  </p:clrMapOvr>
  <p:transition>
    <p:wheel spokes="8"/>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3363">
                                            <p:txEl>
                                              <p:pRg st="0" end="0"/>
                                            </p:txEl>
                                          </p:spTgt>
                                        </p:tgtEl>
                                        <p:attrNameLst>
                                          <p:attrName>style.visibility</p:attrName>
                                        </p:attrNameLst>
                                      </p:cBhvr>
                                      <p:to>
                                        <p:strVal val="visible"/>
                                      </p:to>
                                    </p:set>
                                    <p:anim calcmode="lin" valueType="num">
                                      <p:cBhvr additive="base">
                                        <p:cTn id="7" dur="500" fill="hold"/>
                                        <p:tgtEl>
                                          <p:spTgt spid="14336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336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43363">
                                            <p:txEl>
                                              <p:pRg st="1" end="1"/>
                                            </p:txEl>
                                          </p:spTgt>
                                        </p:tgtEl>
                                        <p:attrNameLst>
                                          <p:attrName>style.visibility</p:attrName>
                                        </p:attrNameLst>
                                      </p:cBhvr>
                                      <p:to>
                                        <p:strVal val="visible"/>
                                      </p:to>
                                    </p:set>
                                    <p:anim calcmode="lin" valueType="num">
                                      <p:cBhvr additive="base">
                                        <p:cTn id="13" dur="500" fill="hold"/>
                                        <p:tgtEl>
                                          <p:spTgt spid="14336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4336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43363">
                                            <p:txEl>
                                              <p:pRg st="2" end="2"/>
                                            </p:txEl>
                                          </p:spTgt>
                                        </p:tgtEl>
                                        <p:attrNameLst>
                                          <p:attrName>style.visibility</p:attrName>
                                        </p:attrNameLst>
                                      </p:cBhvr>
                                      <p:to>
                                        <p:strVal val="visible"/>
                                      </p:to>
                                    </p:set>
                                    <p:anim calcmode="lin" valueType="num">
                                      <p:cBhvr additive="base">
                                        <p:cTn id="19" dur="500" fill="hold"/>
                                        <p:tgtEl>
                                          <p:spTgt spid="14336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4336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43363">
                                            <p:txEl>
                                              <p:pRg st="3" end="3"/>
                                            </p:txEl>
                                          </p:spTgt>
                                        </p:tgtEl>
                                        <p:attrNameLst>
                                          <p:attrName>style.visibility</p:attrName>
                                        </p:attrNameLst>
                                      </p:cBhvr>
                                      <p:to>
                                        <p:strVal val="visible"/>
                                      </p:to>
                                    </p:set>
                                    <p:anim calcmode="lin" valueType="num">
                                      <p:cBhvr additive="base">
                                        <p:cTn id="25" dur="500" fill="hold"/>
                                        <p:tgtEl>
                                          <p:spTgt spid="14336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4336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43363">
                                            <p:txEl>
                                              <p:pRg st="4" end="4"/>
                                            </p:txEl>
                                          </p:spTgt>
                                        </p:tgtEl>
                                        <p:attrNameLst>
                                          <p:attrName>style.visibility</p:attrName>
                                        </p:attrNameLst>
                                      </p:cBhvr>
                                      <p:to>
                                        <p:strVal val="visible"/>
                                      </p:to>
                                    </p:set>
                                    <p:anim calcmode="lin" valueType="num">
                                      <p:cBhvr additive="base">
                                        <p:cTn id="31" dur="500" fill="hold"/>
                                        <p:tgtEl>
                                          <p:spTgt spid="14336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4336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43363">
                                            <p:txEl>
                                              <p:pRg st="5" end="5"/>
                                            </p:txEl>
                                          </p:spTgt>
                                        </p:tgtEl>
                                        <p:attrNameLst>
                                          <p:attrName>style.visibility</p:attrName>
                                        </p:attrNameLst>
                                      </p:cBhvr>
                                      <p:to>
                                        <p:strVal val="visible"/>
                                      </p:to>
                                    </p:set>
                                    <p:anim calcmode="lin" valueType="num">
                                      <p:cBhvr additive="base">
                                        <p:cTn id="37" dur="500" fill="hold"/>
                                        <p:tgtEl>
                                          <p:spTgt spid="14336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4336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143363">
                                            <p:txEl>
                                              <p:pRg st="6" end="6"/>
                                            </p:txEl>
                                          </p:spTgt>
                                        </p:tgtEl>
                                        <p:attrNameLst>
                                          <p:attrName>style.visibility</p:attrName>
                                        </p:attrNameLst>
                                      </p:cBhvr>
                                      <p:to>
                                        <p:strVal val="visible"/>
                                      </p:to>
                                    </p:set>
                                    <p:anim calcmode="lin" valueType="num">
                                      <p:cBhvr additive="base">
                                        <p:cTn id="43" dur="500" fill="hold"/>
                                        <p:tgtEl>
                                          <p:spTgt spid="14336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14336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 presetClass="entr" presetSubtype="16" fill="hold" grpId="0" nodeType="clickEffect">
                                  <p:stCondLst>
                                    <p:cond delay="0"/>
                                  </p:stCondLst>
                                  <p:childTnLst>
                                    <p:set>
                                      <p:cBhvr>
                                        <p:cTn id="48" dur="1" fill="hold">
                                          <p:stCondLst>
                                            <p:cond delay="0"/>
                                          </p:stCondLst>
                                        </p:cTn>
                                        <p:tgtEl>
                                          <p:spTgt spid="6"/>
                                        </p:tgtEl>
                                        <p:attrNameLst>
                                          <p:attrName>style.visibility</p:attrName>
                                        </p:attrNameLst>
                                      </p:cBhvr>
                                      <p:to>
                                        <p:strVal val="visible"/>
                                      </p:to>
                                    </p:set>
                                    <p:animEffect transition="in" filter="box(in)">
                                      <p:cBhvr>
                                        <p:cTn id="4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63" grpId="0" build="p"/>
      <p:bldP spid="6"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2"/>
          <p:cNvSpPr>
            <a:spLocks noGrp="1" noChangeArrowheads="1"/>
          </p:cNvSpPr>
          <p:nvPr>
            <p:ph type="title"/>
          </p:nvPr>
        </p:nvSpPr>
        <p:spPr>
          <a:xfrm>
            <a:off x="2377966" y="308533"/>
            <a:ext cx="9525000" cy="1143000"/>
          </a:xfrm>
        </p:spPr>
        <p:txBody>
          <a:bodyPr/>
          <a:lstStyle/>
          <a:p>
            <a:pPr algn="ctr" eaLnBrk="1" hangingPunct="1"/>
            <a:r>
              <a:rPr lang="en-US" sz="2800" b="1" dirty="0" smtClean="0">
                <a:solidFill>
                  <a:srgbClr val="FF0000"/>
                </a:solidFill>
                <a:latin typeface="Times New Roman" panose="02020603050405020304" pitchFamily="18" charset="0"/>
                <a:cs typeface="Times New Roman" panose="02020603050405020304" pitchFamily="18" charset="0"/>
              </a:rPr>
              <a:t>1.2.2</a:t>
            </a:r>
            <a:r>
              <a:rPr lang="en-US" sz="2800" b="1" dirty="0">
                <a:solidFill>
                  <a:srgbClr val="FF0000"/>
                </a:solidFill>
                <a:latin typeface="Times New Roman" panose="02020603050405020304" pitchFamily="18" charset="0"/>
                <a:cs typeface="Times New Roman" panose="02020603050405020304" pitchFamily="18" charset="0"/>
              </a:rPr>
              <a:t>. </a:t>
            </a:r>
            <a:r>
              <a:rPr lang="en-US" sz="2800" b="1" dirty="0" err="1">
                <a:solidFill>
                  <a:srgbClr val="FF0000"/>
                </a:solidFill>
                <a:latin typeface="Times New Roman" panose="02020603050405020304" pitchFamily="18" charset="0"/>
                <a:cs typeface="Times New Roman" panose="02020603050405020304" pitchFamily="18" charset="0"/>
              </a:rPr>
              <a:t>V.I.Lênin</a:t>
            </a:r>
            <a:r>
              <a:rPr lang="en-US" sz="2800" b="1" dirty="0">
                <a:solidFill>
                  <a:srgbClr val="FF0000"/>
                </a:solidFill>
                <a:latin typeface="Times New Roman" panose="02020603050405020304" pitchFamily="18" charset="0"/>
                <a:cs typeface="Times New Roman" panose="02020603050405020304" pitchFamily="18" charset="0"/>
              </a:rPr>
              <a:t> </a:t>
            </a:r>
            <a:r>
              <a:rPr lang="en-US" sz="2800" b="1" dirty="0" err="1" smtClean="0">
                <a:solidFill>
                  <a:srgbClr val="FF0000"/>
                </a:solidFill>
                <a:latin typeface="Times New Roman" panose="02020603050405020304" pitchFamily="18" charset="0"/>
                <a:cs typeface="Times New Roman" panose="02020603050405020304" pitchFamily="18" charset="0"/>
              </a:rPr>
              <a:t>vận</a:t>
            </a:r>
            <a:r>
              <a:rPr lang="en-US" sz="2800" b="1" dirty="0" smtClean="0">
                <a:solidFill>
                  <a:srgbClr val="FF0000"/>
                </a:solidFill>
                <a:latin typeface="Times New Roman" panose="02020603050405020304" pitchFamily="18" charset="0"/>
                <a:cs typeface="Times New Roman" panose="02020603050405020304" pitchFamily="18" charset="0"/>
              </a:rPr>
              <a:t> </a:t>
            </a:r>
            <a:r>
              <a:rPr lang="en-US" sz="2800" b="1" dirty="0" err="1">
                <a:solidFill>
                  <a:srgbClr val="FF0000"/>
                </a:solidFill>
                <a:latin typeface="Times New Roman" panose="02020603050405020304" pitchFamily="18" charset="0"/>
                <a:cs typeface="Times New Roman" panose="02020603050405020304" pitchFamily="18" charset="0"/>
              </a:rPr>
              <a:t>dụng</a:t>
            </a:r>
            <a:r>
              <a:rPr lang="en-US" sz="2800" b="1" dirty="0">
                <a:solidFill>
                  <a:srgbClr val="FF0000"/>
                </a:solidFill>
                <a:latin typeface="Times New Roman" panose="02020603050405020304" pitchFamily="18" charset="0"/>
                <a:cs typeface="Times New Roman" panose="02020603050405020304" pitchFamily="18" charset="0"/>
              </a:rPr>
              <a:t> </a:t>
            </a:r>
            <a:r>
              <a:rPr lang="en-US" sz="2800" b="1" dirty="0" err="1">
                <a:solidFill>
                  <a:srgbClr val="FF0000"/>
                </a:solidFill>
                <a:latin typeface="Times New Roman" panose="02020603050405020304" pitchFamily="18" charset="0"/>
                <a:cs typeface="Times New Roman" panose="02020603050405020304" pitchFamily="18" charset="0"/>
              </a:rPr>
              <a:t>và</a:t>
            </a:r>
            <a:r>
              <a:rPr lang="en-US" sz="2800" b="1" dirty="0">
                <a:solidFill>
                  <a:srgbClr val="FF0000"/>
                </a:solidFill>
                <a:latin typeface="Times New Roman" panose="02020603050405020304" pitchFamily="18" charset="0"/>
                <a:cs typeface="Times New Roman" panose="02020603050405020304" pitchFamily="18" charset="0"/>
              </a:rPr>
              <a:t> </a:t>
            </a:r>
            <a:r>
              <a:rPr lang="en-US" sz="2800" b="1" dirty="0" err="1">
                <a:solidFill>
                  <a:srgbClr val="FF0000"/>
                </a:solidFill>
                <a:latin typeface="Times New Roman" panose="02020603050405020304" pitchFamily="18" charset="0"/>
                <a:cs typeface="Times New Roman" panose="02020603050405020304" pitchFamily="18" charset="0"/>
              </a:rPr>
              <a:t>phát</a:t>
            </a:r>
            <a:r>
              <a:rPr lang="en-US" sz="2800" b="1" dirty="0">
                <a:solidFill>
                  <a:srgbClr val="FF0000"/>
                </a:solidFill>
                <a:latin typeface="Times New Roman" panose="02020603050405020304" pitchFamily="18" charset="0"/>
                <a:cs typeface="Times New Roman" panose="02020603050405020304" pitchFamily="18" charset="0"/>
              </a:rPr>
              <a:t> </a:t>
            </a:r>
            <a:r>
              <a:rPr lang="en-US" sz="2800" b="1" dirty="0" err="1" smtClean="0">
                <a:solidFill>
                  <a:srgbClr val="FF0000"/>
                </a:solidFill>
                <a:latin typeface="Times New Roman" panose="02020603050405020304" pitchFamily="18" charset="0"/>
                <a:cs typeface="Times New Roman" panose="02020603050405020304" pitchFamily="18" charset="0"/>
              </a:rPr>
              <a:t>triển</a:t>
            </a:r>
            <a:r>
              <a:rPr lang="en-US" sz="2800" b="1" dirty="0" smtClean="0">
                <a:solidFill>
                  <a:srgbClr val="FF0000"/>
                </a:solidFill>
                <a:latin typeface="Times New Roman" panose="02020603050405020304" pitchFamily="18" charset="0"/>
                <a:cs typeface="Times New Roman" panose="02020603050405020304" pitchFamily="18" charset="0"/>
              </a:rPr>
              <a:t> CNXH KH </a:t>
            </a:r>
            <a:r>
              <a:rPr lang="en-US" sz="2800" b="1" dirty="0" err="1" smtClean="0">
                <a:solidFill>
                  <a:srgbClr val="FF0000"/>
                </a:solidFill>
                <a:latin typeface="Times New Roman" panose="02020603050405020304" pitchFamily="18" charset="0"/>
                <a:cs typeface="Times New Roman" panose="02020603050405020304" pitchFamily="18" charset="0"/>
              </a:rPr>
              <a:t>trong</a:t>
            </a:r>
            <a:r>
              <a:rPr lang="en-US" sz="2800" b="1" dirty="0" smtClean="0">
                <a:solidFill>
                  <a:srgbClr val="FF0000"/>
                </a:solidFill>
                <a:latin typeface="Times New Roman" panose="02020603050405020304" pitchFamily="18" charset="0"/>
                <a:cs typeface="Times New Roman" panose="02020603050405020304" pitchFamily="18" charset="0"/>
              </a:rPr>
              <a:t> </a:t>
            </a:r>
            <a:r>
              <a:rPr lang="en-US" sz="2800" b="1" dirty="0" err="1" smtClean="0">
                <a:solidFill>
                  <a:srgbClr val="FF0000"/>
                </a:solidFill>
                <a:latin typeface="Times New Roman" panose="02020603050405020304" pitchFamily="18" charset="0"/>
                <a:cs typeface="Times New Roman" panose="02020603050405020304" pitchFamily="18" charset="0"/>
              </a:rPr>
              <a:t>điều</a:t>
            </a:r>
            <a:r>
              <a:rPr lang="en-US" sz="2800" b="1" dirty="0" smtClean="0">
                <a:solidFill>
                  <a:srgbClr val="FF0000"/>
                </a:solidFill>
                <a:latin typeface="Times New Roman" panose="02020603050405020304" pitchFamily="18" charset="0"/>
                <a:cs typeface="Times New Roman" panose="02020603050405020304" pitchFamily="18" charset="0"/>
              </a:rPr>
              <a:t> </a:t>
            </a:r>
            <a:r>
              <a:rPr lang="en-US" sz="2800" b="1" dirty="0" err="1" smtClean="0">
                <a:solidFill>
                  <a:srgbClr val="FF0000"/>
                </a:solidFill>
                <a:latin typeface="Times New Roman" panose="02020603050405020304" pitchFamily="18" charset="0"/>
                <a:cs typeface="Times New Roman" panose="02020603050405020304" pitchFamily="18" charset="0"/>
              </a:rPr>
              <a:t>kiện</a:t>
            </a:r>
            <a:r>
              <a:rPr lang="en-US" sz="2800" b="1" dirty="0" smtClean="0">
                <a:solidFill>
                  <a:srgbClr val="FF0000"/>
                </a:solidFill>
                <a:latin typeface="Times New Roman" panose="02020603050405020304" pitchFamily="18" charset="0"/>
                <a:cs typeface="Times New Roman" panose="02020603050405020304" pitchFamily="18" charset="0"/>
              </a:rPr>
              <a:t> </a:t>
            </a:r>
            <a:r>
              <a:rPr lang="en-US" sz="2800" b="1" dirty="0" err="1" smtClean="0">
                <a:solidFill>
                  <a:srgbClr val="FF0000"/>
                </a:solidFill>
                <a:latin typeface="Times New Roman" panose="02020603050405020304" pitchFamily="18" charset="0"/>
                <a:cs typeface="Times New Roman" panose="02020603050405020304" pitchFamily="18" charset="0"/>
              </a:rPr>
              <a:t>mới</a:t>
            </a:r>
            <a:endParaRPr lang="en-US" altLang="en-US" sz="2800" b="1" dirty="0">
              <a:solidFill>
                <a:srgbClr val="FF0000"/>
              </a:solidFill>
              <a:latin typeface="Times New Roman" panose="02020603050405020304" pitchFamily="18" charset="0"/>
              <a:cs typeface="Times New Roman" panose="02020603050405020304" pitchFamily="18" charset="0"/>
            </a:endParaRPr>
          </a:p>
        </p:txBody>
      </p:sp>
      <p:sp>
        <p:nvSpPr>
          <p:cNvPr id="143363" name="Rectangle 3"/>
          <p:cNvSpPr>
            <a:spLocks noGrp="1" noChangeArrowheads="1"/>
          </p:cNvSpPr>
          <p:nvPr>
            <p:ph type="body" sz="half" idx="1"/>
          </p:nvPr>
        </p:nvSpPr>
        <p:spPr>
          <a:xfrm>
            <a:off x="472964" y="1571508"/>
            <a:ext cx="7882759" cy="5334000"/>
          </a:xfrm>
        </p:spPr>
        <p:txBody>
          <a:bodyPr/>
          <a:lstStyle/>
          <a:p>
            <a:r>
              <a:rPr lang="en-US" b="1" dirty="0" err="1">
                <a:latin typeface="Times New Roman" panose="02020603050405020304" pitchFamily="18" charset="0"/>
                <a:cs typeface="Times New Roman" panose="02020603050405020304" pitchFamily="18" charset="0"/>
              </a:rPr>
              <a:t>Công</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lao</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lớn</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nhất</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của</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Lênin</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Làm</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cho</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lý</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luận</a:t>
            </a:r>
            <a:r>
              <a:rPr lang="en-US" b="1" dirty="0">
                <a:latin typeface="Times New Roman" panose="02020603050405020304" pitchFamily="18" charset="0"/>
                <a:cs typeface="Times New Roman" panose="02020603050405020304" pitchFamily="18" charset="0"/>
              </a:rPr>
              <a:t> CNXHKH </a:t>
            </a:r>
            <a:r>
              <a:rPr lang="en-US" b="1" dirty="0" err="1">
                <a:latin typeface="Times New Roman" panose="02020603050405020304" pitchFamily="18" charset="0"/>
                <a:cs typeface="Times New Roman" panose="02020603050405020304" pitchFamily="18" charset="0"/>
              </a:rPr>
              <a:t>trở</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thành</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hiện</a:t>
            </a:r>
            <a:r>
              <a:rPr lang="en-US" b="1" dirty="0">
                <a:latin typeface="Times New Roman" panose="02020603050405020304" pitchFamily="18" charset="0"/>
                <a:cs typeface="Times New Roman" panose="02020603050405020304" pitchFamily="18" charset="0"/>
              </a:rPr>
              <a:t> </a:t>
            </a:r>
            <a:r>
              <a:rPr lang="en-US" b="1" dirty="0" err="1" smtClean="0">
                <a:latin typeface="Times New Roman" panose="02020603050405020304" pitchFamily="18" charset="0"/>
                <a:cs typeface="Times New Roman" panose="02020603050405020304" pitchFamily="18" charset="0"/>
              </a:rPr>
              <a:t>thực</a:t>
            </a:r>
            <a:endParaRPr lang="en-US" b="1" dirty="0" smtClean="0">
              <a:latin typeface="Times New Roman" panose="02020603050405020304" pitchFamily="18" charset="0"/>
              <a:cs typeface="Times New Roman" panose="02020603050405020304" pitchFamily="18" charset="0"/>
            </a:endParaRPr>
          </a:p>
          <a:p>
            <a:pPr marL="0" indent="0">
              <a:buNone/>
            </a:pPr>
            <a:endParaRPr lang="en-US" b="1"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vi-VN" b="1" i="1" dirty="0">
                <a:solidFill>
                  <a:srgbClr val="FF0000"/>
                </a:solidFill>
                <a:latin typeface="Times New Roman" panose="02020603050405020304" pitchFamily="18" charset="0"/>
                <a:cs typeface="Times New Roman" panose="02020603050405020304" pitchFamily="18" charset="0"/>
              </a:rPr>
              <a:t>2.2.1. Thời kỳ </a:t>
            </a:r>
            <a:r>
              <a:rPr lang="vi-VN" b="1" i="1" dirty="0" smtClean="0">
                <a:solidFill>
                  <a:srgbClr val="FF0000"/>
                </a:solidFill>
                <a:latin typeface="Times New Roman" panose="02020603050405020304" pitchFamily="18" charset="0"/>
                <a:cs typeface="Times New Roman" panose="02020603050405020304" pitchFamily="18" charset="0"/>
              </a:rPr>
              <a:t>trước </a:t>
            </a:r>
            <a:r>
              <a:rPr lang="vi-VN" b="1" i="1" dirty="0">
                <a:solidFill>
                  <a:srgbClr val="FF0000"/>
                </a:solidFill>
                <a:latin typeface="Times New Roman" panose="02020603050405020304" pitchFamily="18" charset="0"/>
                <a:cs typeface="Times New Roman" panose="02020603050405020304" pitchFamily="18" charset="0"/>
              </a:rPr>
              <a:t>CM tháng Mười Nga:</a:t>
            </a:r>
          </a:p>
          <a:p>
            <a:r>
              <a:rPr lang="vi-VN" b="1" dirty="0">
                <a:latin typeface="Times New Roman" panose="02020603050405020304" pitchFamily="18" charset="0"/>
                <a:cs typeface="Times New Roman" panose="02020603050405020304" pitchFamily="18" charset="0"/>
              </a:rPr>
              <a:t>Đấu tranh chống lại các trào lưu phi mác – </a:t>
            </a:r>
            <a:r>
              <a:rPr lang="vi-VN" b="1" dirty="0" smtClean="0">
                <a:latin typeface="Times New Roman" panose="02020603050405020304" pitchFamily="18" charset="0"/>
                <a:cs typeface="Times New Roman" panose="02020603050405020304" pitchFamily="18" charset="0"/>
              </a:rPr>
              <a:t>xít</a:t>
            </a:r>
            <a:endParaRPr lang="vi-VN" b="1" dirty="0">
              <a:latin typeface="Times New Roman" panose="02020603050405020304" pitchFamily="18" charset="0"/>
              <a:cs typeface="Times New Roman" panose="02020603050405020304" pitchFamily="18" charset="0"/>
            </a:endParaRPr>
          </a:p>
          <a:p>
            <a:r>
              <a:rPr lang="vi-VN" b="1" dirty="0">
                <a:latin typeface="Times New Roman" panose="02020603050405020304" pitchFamily="18" charset="0"/>
                <a:cs typeface="Times New Roman" panose="02020603050405020304" pitchFamily="18" charset="0"/>
              </a:rPr>
              <a:t>Lý luận về CM dân chủ tư sản kiểu mới </a:t>
            </a:r>
          </a:p>
          <a:p>
            <a:r>
              <a:rPr lang="en-US" b="1" dirty="0" err="1">
                <a:latin typeface="Times New Roman" panose="02020603050405020304" pitchFamily="18" charset="0"/>
                <a:cs typeface="Times New Roman" panose="02020603050405020304" pitchFamily="18" charset="0"/>
              </a:rPr>
              <a:t>Về</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Đảng</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kiểu</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mới</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của</a:t>
            </a:r>
            <a:r>
              <a:rPr lang="en-US" b="1" dirty="0">
                <a:latin typeface="Times New Roman" panose="02020603050405020304" pitchFamily="18" charset="0"/>
                <a:cs typeface="Times New Roman" panose="02020603050405020304" pitchFamily="18" charset="0"/>
              </a:rPr>
              <a:t> GCCN </a:t>
            </a:r>
          </a:p>
          <a:p>
            <a:r>
              <a:rPr lang="en-US" b="1" dirty="0" err="1">
                <a:latin typeface="Times New Roman" panose="02020603050405020304" pitchFamily="18" charset="0"/>
                <a:cs typeface="Times New Roman" panose="02020603050405020304" pitchFamily="18" charset="0"/>
              </a:rPr>
              <a:t>Diễn</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biến</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của</a:t>
            </a:r>
            <a:r>
              <a:rPr lang="en-US" b="1" dirty="0">
                <a:latin typeface="Times New Roman" panose="02020603050405020304" pitchFamily="18" charset="0"/>
                <a:cs typeface="Times New Roman" panose="02020603050405020304" pitchFamily="18" charset="0"/>
              </a:rPr>
              <a:t> CMXHCN </a:t>
            </a:r>
          </a:p>
        </p:txBody>
      </p:sp>
      <p:pic>
        <p:nvPicPr>
          <p:cNvPr id="143364" name="Picture 4" descr="Lenin-iwtbf"/>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a:xfrm>
            <a:off x="8881242" y="2170387"/>
            <a:ext cx="2590800" cy="3095625"/>
          </a:xfrm>
          <a:noFill/>
        </p:spPr>
      </p:pic>
      <p:sp>
        <p:nvSpPr>
          <p:cNvPr id="7" name="Slide Number Placeholder 6"/>
          <p:cNvSpPr>
            <a:spLocks noGrp="1"/>
          </p:cNvSpPr>
          <p:nvPr>
            <p:ph type="sldNum" sz="quarter" idx="12"/>
          </p:nvPr>
        </p:nvSpPr>
        <p:spPr/>
        <p:txBody>
          <a:bodyPr/>
          <a:lstStyle>
            <a:lvl1pPr eaLnBrk="0" hangingPunct="0">
              <a:defRPr sz="2400">
                <a:solidFill>
                  <a:srgbClr val="00FF00"/>
                </a:solidFill>
                <a:latin typeface=".VnArial" panose="020B7200000000000000" pitchFamily="34" charset="0"/>
              </a:defRPr>
            </a:lvl1pPr>
            <a:lvl2pPr marL="742950" indent="-285750" eaLnBrk="0" hangingPunct="0">
              <a:defRPr sz="2400">
                <a:solidFill>
                  <a:srgbClr val="00FF00"/>
                </a:solidFill>
                <a:latin typeface=".VnArial" panose="020B7200000000000000" pitchFamily="34" charset="0"/>
              </a:defRPr>
            </a:lvl2pPr>
            <a:lvl3pPr marL="1143000" indent="-228600" eaLnBrk="0" hangingPunct="0">
              <a:defRPr sz="2400">
                <a:solidFill>
                  <a:srgbClr val="00FF00"/>
                </a:solidFill>
                <a:latin typeface=".VnArial" panose="020B7200000000000000" pitchFamily="34" charset="0"/>
              </a:defRPr>
            </a:lvl3pPr>
            <a:lvl4pPr marL="1600200" indent="-228600" eaLnBrk="0" hangingPunct="0">
              <a:defRPr sz="2400">
                <a:solidFill>
                  <a:srgbClr val="00FF00"/>
                </a:solidFill>
                <a:latin typeface=".VnArial" panose="020B7200000000000000" pitchFamily="34" charset="0"/>
              </a:defRPr>
            </a:lvl4pPr>
            <a:lvl5pPr marL="2057400" indent="-228600" eaLnBrk="0" hangingPunct="0">
              <a:defRPr sz="2400">
                <a:solidFill>
                  <a:srgbClr val="00FF00"/>
                </a:solidFill>
                <a:latin typeface=".VnArial" panose="020B7200000000000000" pitchFamily="34" charset="0"/>
              </a:defRPr>
            </a:lvl5pPr>
            <a:lvl6pPr marL="2514600" indent="-228600" eaLnBrk="0" fontAlgn="base" hangingPunct="0">
              <a:spcBef>
                <a:spcPct val="0"/>
              </a:spcBef>
              <a:spcAft>
                <a:spcPct val="0"/>
              </a:spcAft>
              <a:defRPr sz="2400">
                <a:solidFill>
                  <a:srgbClr val="00FF00"/>
                </a:solidFill>
                <a:latin typeface=".VnArial" panose="020B7200000000000000" pitchFamily="34" charset="0"/>
              </a:defRPr>
            </a:lvl6pPr>
            <a:lvl7pPr marL="2971800" indent="-228600" eaLnBrk="0" fontAlgn="base" hangingPunct="0">
              <a:spcBef>
                <a:spcPct val="0"/>
              </a:spcBef>
              <a:spcAft>
                <a:spcPct val="0"/>
              </a:spcAft>
              <a:defRPr sz="2400">
                <a:solidFill>
                  <a:srgbClr val="00FF00"/>
                </a:solidFill>
                <a:latin typeface=".VnArial" panose="020B7200000000000000" pitchFamily="34" charset="0"/>
              </a:defRPr>
            </a:lvl7pPr>
            <a:lvl8pPr marL="3429000" indent="-228600" eaLnBrk="0" fontAlgn="base" hangingPunct="0">
              <a:spcBef>
                <a:spcPct val="0"/>
              </a:spcBef>
              <a:spcAft>
                <a:spcPct val="0"/>
              </a:spcAft>
              <a:defRPr sz="2400">
                <a:solidFill>
                  <a:srgbClr val="00FF00"/>
                </a:solidFill>
                <a:latin typeface=".VnArial" panose="020B7200000000000000" pitchFamily="34" charset="0"/>
              </a:defRPr>
            </a:lvl8pPr>
            <a:lvl9pPr marL="3886200" indent="-228600" eaLnBrk="0" fontAlgn="base" hangingPunct="0">
              <a:spcBef>
                <a:spcPct val="0"/>
              </a:spcBef>
              <a:spcAft>
                <a:spcPct val="0"/>
              </a:spcAft>
              <a:defRPr sz="2400">
                <a:solidFill>
                  <a:srgbClr val="00FF00"/>
                </a:solidFill>
                <a:latin typeface=".VnArial" panose="020B7200000000000000" pitchFamily="34" charset="0"/>
              </a:defRPr>
            </a:lvl9pPr>
          </a:lstStyle>
          <a:p>
            <a:pPr eaLnBrk="1" hangingPunct="1"/>
            <a:fld id="{418459A6-F9E8-45CE-BEE1-1F6AE6E7F61A}" type="slidenum">
              <a:rPr lang="en-US" sz="1200">
                <a:solidFill>
                  <a:srgbClr val="898989"/>
                </a:solidFill>
              </a:rPr>
              <a:pPr eaLnBrk="1" hangingPunct="1"/>
              <a:t>31</a:t>
            </a:fld>
            <a:endParaRPr lang="en-US" sz="1200">
              <a:solidFill>
                <a:srgbClr val="898989"/>
              </a:solidFill>
            </a:endParaRPr>
          </a:p>
        </p:txBody>
      </p:sp>
    </p:spTree>
    <p:extLst>
      <p:ext uri="{BB962C8B-B14F-4D97-AF65-F5344CB8AC3E}">
        <p14:creationId xmlns:p14="http://schemas.microsoft.com/office/powerpoint/2010/main" val="1245265874"/>
      </p:ext>
    </p:extLst>
  </p:cSld>
  <p:clrMapOvr>
    <a:masterClrMapping/>
  </p:clrMapOvr>
  <p:transition>
    <p:wheel spokes="8"/>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43362"/>
                                        </p:tgtEl>
                                        <p:attrNameLst>
                                          <p:attrName>style.visibility</p:attrName>
                                        </p:attrNameLst>
                                      </p:cBhvr>
                                      <p:to>
                                        <p:strVal val="visible"/>
                                      </p:to>
                                    </p:set>
                                    <p:animEffect transition="in" filter="box(in)">
                                      <p:cBhvr>
                                        <p:cTn id="7" dur="500"/>
                                        <p:tgtEl>
                                          <p:spTgt spid="14336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143364"/>
                                        </p:tgtEl>
                                        <p:attrNameLst>
                                          <p:attrName>style.visibility</p:attrName>
                                        </p:attrNameLst>
                                      </p:cBhvr>
                                      <p:to>
                                        <p:strVal val="visible"/>
                                      </p:to>
                                    </p:set>
                                    <p:animEffect transition="in" filter="box(in)">
                                      <p:cBhvr>
                                        <p:cTn id="12" dur="500"/>
                                        <p:tgtEl>
                                          <p:spTgt spid="14336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43363">
                                            <p:txEl>
                                              <p:pRg st="0" end="0"/>
                                            </p:txEl>
                                          </p:spTgt>
                                        </p:tgtEl>
                                        <p:attrNameLst>
                                          <p:attrName>style.visibility</p:attrName>
                                        </p:attrNameLst>
                                      </p:cBhvr>
                                      <p:to>
                                        <p:strVal val="visible"/>
                                      </p:to>
                                    </p:set>
                                    <p:anim calcmode="lin" valueType="num">
                                      <p:cBhvr additive="base">
                                        <p:cTn id="17" dur="500" fill="hold"/>
                                        <p:tgtEl>
                                          <p:spTgt spid="143363">
                                            <p:txEl>
                                              <p:pRg st="0" end="0"/>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4336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143363">
                                            <p:txEl>
                                              <p:pRg st="2" end="2"/>
                                            </p:txEl>
                                          </p:spTgt>
                                        </p:tgtEl>
                                        <p:attrNameLst>
                                          <p:attrName>style.visibility</p:attrName>
                                        </p:attrNameLst>
                                      </p:cBhvr>
                                      <p:to>
                                        <p:strVal val="visible"/>
                                      </p:to>
                                    </p:set>
                                    <p:anim calcmode="lin" valueType="num">
                                      <p:cBhvr additive="base">
                                        <p:cTn id="23" dur="500" fill="hold"/>
                                        <p:tgtEl>
                                          <p:spTgt spid="143363">
                                            <p:txEl>
                                              <p:pRg st="2" end="2"/>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4336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143363">
                                            <p:txEl>
                                              <p:pRg st="3" end="3"/>
                                            </p:txEl>
                                          </p:spTgt>
                                        </p:tgtEl>
                                        <p:attrNameLst>
                                          <p:attrName>style.visibility</p:attrName>
                                        </p:attrNameLst>
                                      </p:cBhvr>
                                      <p:to>
                                        <p:strVal val="visible"/>
                                      </p:to>
                                    </p:set>
                                    <p:anim calcmode="lin" valueType="num">
                                      <p:cBhvr additive="base">
                                        <p:cTn id="29" dur="500" fill="hold"/>
                                        <p:tgtEl>
                                          <p:spTgt spid="143363">
                                            <p:txEl>
                                              <p:pRg st="3" end="3"/>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14336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143363">
                                            <p:txEl>
                                              <p:pRg st="4" end="4"/>
                                            </p:txEl>
                                          </p:spTgt>
                                        </p:tgtEl>
                                        <p:attrNameLst>
                                          <p:attrName>style.visibility</p:attrName>
                                        </p:attrNameLst>
                                      </p:cBhvr>
                                      <p:to>
                                        <p:strVal val="visible"/>
                                      </p:to>
                                    </p:set>
                                    <p:anim calcmode="lin" valueType="num">
                                      <p:cBhvr additive="base">
                                        <p:cTn id="35" dur="500" fill="hold"/>
                                        <p:tgtEl>
                                          <p:spTgt spid="143363">
                                            <p:txEl>
                                              <p:pRg st="4" end="4"/>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14336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7" fill="hold" nodeType="clickPar">
                      <p:stCondLst>
                        <p:cond delay="indefinite"/>
                      </p:stCondLst>
                      <p:childTnLst>
                        <p:par>
                          <p:cTn id="38" fill="hold" nodeType="withGroup">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143363">
                                            <p:txEl>
                                              <p:pRg st="5" end="5"/>
                                            </p:txEl>
                                          </p:spTgt>
                                        </p:tgtEl>
                                        <p:attrNameLst>
                                          <p:attrName>style.visibility</p:attrName>
                                        </p:attrNameLst>
                                      </p:cBhvr>
                                      <p:to>
                                        <p:strVal val="visible"/>
                                      </p:to>
                                    </p:set>
                                    <p:anim calcmode="lin" valueType="num">
                                      <p:cBhvr additive="base">
                                        <p:cTn id="41" dur="500" fill="hold"/>
                                        <p:tgtEl>
                                          <p:spTgt spid="143363">
                                            <p:txEl>
                                              <p:pRg st="5" end="5"/>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14336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43" fill="hold" nodeType="clickPar">
                      <p:stCondLst>
                        <p:cond delay="indefinite"/>
                      </p:stCondLst>
                      <p:childTnLst>
                        <p:par>
                          <p:cTn id="44" fill="hold" nodeType="withGroup">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143363">
                                            <p:txEl>
                                              <p:pRg st="6" end="6"/>
                                            </p:txEl>
                                          </p:spTgt>
                                        </p:tgtEl>
                                        <p:attrNameLst>
                                          <p:attrName>style.visibility</p:attrName>
                                        </p:attrNameLst>
                                      </p:cBhvr>
                                      <p:to>
                                        <p:strVal val="visible"/>
                                      </p:to>
                                    </p:set>
                                    <p:anim calcmode="lin" valueType="num">
                                      <p:cBhvr additive="base">
                                        <p:cTn id="47" dur="500" fill="hold"/>
                                        <p:tgtEl>
                                          <p:spTgt spid="143363">
                                            <p:txEl>
                                              <p:pRg st="6" end="6"/>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14336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62" grpId="0"/>
      <p:bldP spid="143363"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3" name="Rectangle 3"/>
          <p:cNvSpPr>
            <a:spLocks noGrp="1" noChangeArrowheads="1"/>
          </p:cNvSpPr>
          <p:nvPr>
            <p:ph type="body" sz="half" idx="1"/>
          </p:nvPr>
        </p:nvSpPr>
        <p:spPr>
          <a:xfrm>
            <a:off x="362607" y="2172085"/>
            <a:ext cx="7646275" cy="5029200"/>
          </a:xfrm>
        </p:spPr>
        <p:txBody>
          <a:bodyPr/>
          <a:lstStyle/>
          <a:p>
            <a:pPr>
              <a:buFont typeface="Wingdings" panose="05000000000000000000" pitchFamily="2" charset="2"/>
              <a:buChar char="Ø"/>
              <a:defRPr/>
            </a:pPr>
            <a:r>
              <a:rPr lang="en-US" b="1" dirty="0" smtClean="0">
                <a:latin typeface="+mj-lt"/>
              </a:rPr>
              <a:t> </a:t>
            </a:r>
            <a:r>
              <a:rPr lang="vi-VN" b="1" dirty="0" smtClean="0">
                <a:latin typeface="+mj-lt"/>
              </a:rPr>
              <a:t>Thời </a:t>
            </a:r>
            <a:r>
              <a:rPr lang="vi-VN" b="1" dirty="0">
                <a:latin typeface="+mj-lt"/>
              </a:rPr>
              <a:t>kỳ sau CM tháng Mười Nga: </a:t>
            </a:r>
            <a:r>
              <a:rPr lang="en-US" b="1" u="sng" dirty="0" smtClean="0">
                <a:latin typeface="+mj-lt"/>
              </a:rPr>
              <a:t> </a:t>
            </a:r>
            <a:endParaRPr lang="vi-VN" b="1" dirty="0">
              <a:latin typeface="+mj-lt"/>
            </a:endParaRPr>
          </a:p>
          <a:p>
            <a:pPr eaLnBrk="1" hangingPunct="1">
              <a:buFontTx/>
              <a:buChar char="-"/>
              <a:defRPr/>
            </a:pPr>
            <a:r>
              <a:rPr lang="en-US" altLang="en-US" sz="2600" b="1" dirty="0" err="1">
                <a:solidFill>
                  <a:srgbClr val="002060"/>
                </a:solidFill>
                <a:latin typeface="Times New Roman" pitchFamily="18" charset="0"/>
                <a:cs typeface="Times New Roman" pitchFamily="18" charset="0"/>
              </a:rPr>
              <a:t>Về</a:t>
            </a:r>
            <a:r>
              <a:rPr lang="en-US" altLang="en-US" sz="2600" b="1" dirty="0">
                <a:solidFill>
                  <a:srgbClr val="002060"/>
                </a:solidFill>
                <a:latin typeface="Times New Roman" pitchFamily="18" charset="0"/>
                <a:cs typeface="Times New Roman" pitchFamily="18" charset="0"/>
              </a:rPr>
              <a:t> </a:t>
            </a:r>
            <a:r>
              <a:rPr lang="en-US" altLang="en-US" sz="2600" b="1" dirty="0" err="1">
                <a:solidFill>
                  <a:srgbClr val="002060"/>
                </a:solidFill>
                <a:latin typeface="Times New Roman" pitchFamily="18" charset="0"/>
                <a:cs typeface="Times New Roman" pitchFamily="18" charset="0"/>
              </a:rPr>
              <a:t>chính</a:t>
            </a:r>
            <a:r>
              <a:rPr lang="en-US" altLang="en-US" sz="2600" b="1" dirty="0">
                <a:solidFill>
                  <a:srgbClr val="002060"/>
                </a:solidFill>
                <a:latin typeface="Times New Roman" pitchFamily="18" charset="0"/>
                <a:cs typeface="Times New Roman" pitchFamily="18" charset="0"/>
              </a:rPr>
              <a:t> </a:t>
            </a:r>
            <a:r>
              <a:rPr lang="en-US" altLang="en-US" sz="2600" b="1" dirty="0" err="1">
                <a:solidFill>
                  <a:srgbClr val="002060"/>
                </a:solidFill>
                <a:latin typeface="Times New Roman" pitchFamily="18" charset="0"/>
                <a:cs typeface="Times New Roman" pitchFamily="18" charset="0"/>
              </a:rPr>
              <a:t>trị</a:t>
            </a:r>
            <a:r>
              <a:rPr lang="en-US" altLang="en-US" sz="2600" b="1" dirty="0">
                <a:solidFill>
                  <a:srgbClr val="002060"/>
                </a:solidFill>
                <a:latin typeface="Times New Roman" pitchFamily="18" charset="0"/>
                <a:cs typeface="Times New Roman" pitchFamily="18" charset="0"/>
              </a:rPr>
              <a:t>: </a:t>
            </a:r>
            <a:r>
              <a:rPr lang="en-US" altLang="en-US" sz="2600" b="1" dirty="0" err="1">
                <a:solidFill>
                  <a:srgbClr val="002060"/>
                </a:solidFill>
                <a:latin typeface="Times New Roman" pitchFamily="18" charset="0"/>
                <a:cs typeface="Times New Roman" pitchFamily="18" charset="0"/>
              </a:rPr>
              <a:t>vấn</a:t>
            </a:r>
            <a:r>
              <a:rPr lang="en-US" altLang="en-US" sz="2600" b="1" dirty="0">
                <a:solidFill>
                  <a:srgbClr val="002060"/>
                </a:solidFill>
                <a:latin typeface="Times New Roman" pitchFamily="18" charset="0"/>
                <a:cs typeface="Times New Roman" pitchFamily="18" charset="0"/>
              </a:rPr>
              <a:t> </a:t>
            </a:r>
            <a:r>
              <a:rPr lang="en-US" altLang="en-US" sz="2600" b="1" dirty="0" err="1">
                <a:solidFill>
                  <a:srgbClr val="002060"/>
                </a:solidFill>
                <a:latin typeface="Times New Roman" pitchFamily="18" charset="0"/>
                <a:cs typeface="Times New Roman" pitchFamily="18" charset="0"/>
              </a:rPr>
              <a:t>đề</a:t>
            </a:r>
            <a:r>
              <a:rPr lang="en-US" altLang="en-US" sz="2600" b="1" dirty="0">
                <a:solidFill>
                  <a:srgbClr val="002060"/>
                </a:solidFill>
                <a:latin typeface="Times New Roman" pitchFamily="18" charset="0"/>
                <a:cs typeface="Times New Roman" pitchFamily="18" charset="0"/>
              </a:rPr>
              <a:t> </a:t>
            </a:r>
            <a:r>
              <a:rPr lang="en-US" altLang="en-US" sz="2600" b="1" dirty="0" err="1">
                <a:solidFill>
                  <a:srgbClr val="002060"/>
                </a:solidFill>
                <a:latin typeface="Times New Roman" pitchFamily="18" charset="0"/>
                <a:cs typeface="Times New Roman" pitchFamily="18" charset="0"/>
              </a:rPr>
              <a:t>dân</a:t>
            </a:r>
            <a:r>
              <a:rPr lang="en-US" altLang="en-US" sz="2600" b="1" dirty="0">
                <a:solidFill>
                  <a:srgbClr val="002060"/>
                </a:solidFill>
                <a:latin typeface="Times New Roman" pitchFamily="18" charset="0"/>
                <a:cs typeface="Times New Roman" pitchFamily="18" charset="0"/>
              </a:rPr>
              <a:t> </a:t>
            </a:r>
            <a:r>
              <a:rPr lang="en-US" altLang="en-US" sz="2600" b="1" dirty="0" err="1">
                <a:solidFill>
                  <a:srgbClr val="002060"/>
                </a:solidFill>
                <a:latin typeface="Times New Roman" pitchFamily="18" charset="0"/>
                <a:cs typeface="Times New Roman" pitchFamily="18" charset="0"/>
              </a:rPr>
              <a:t>chủ</a:t>
            </a:r>
            <a:r>
              <a:rPr lang="en-US" altLang="en-US" sz="2600" b="1" dirty="0">
                <a:solidFill>
                  <a:srgbClr val="002060"/>
                </a:solidFill>
                <a:latin typeface="Times New Roman" pitchFamily="18" charset="0"/>
                <a:cs typeface="Times New Roman" pitchFamily="18" charset="0"/>
              </a:rPr>
              <a:t> </a:t>
            </a:r>
            <a:r>
              <a:rPr lang="en-US" altLang="en-US" sz="2600" b="1" dirty="0" err="1">
                <a:solidFill>
                  <a:srgbClr val="002060"/>
                </a:solidFill>
                <a:latin typeface="Times New Roman" pitchFamily="18" charset="0"/>
                <a:cs typeface="Times New Roman" pitchFamily="18" charset="0"/>
              </a:rPr>
              <a:t>và</a:t>
            </a:r>
            <a:r>
              <a:rPr lang="en-US" altLang="en-US" sz="2600" b="1" dirty="0">
                <a:solidFill>
                  <a:srgbClr val="002060"/>
                </a:solidFill>
                <a:latin typeface="Times New Roman" pitchFamily="18" charset="0"/>
                <a:cs typeface="Times New Roman" pitchFamily="18" charset="0"/>
              </a:rPr>
              <a:t> </a:t>
            </a:r>
            <a:r>
              <a:rPr lang="en-US" altLang="en-US" sz="2600" b="1" dirty="0" err="1">
                <a:solidFill>
                  <a:srgbClr val="002060"/>
                </a:solidFill>
                <a:latin typeface="Times New Roman" pitchFamily="18" charset="0"/>
                <a:cs typeface="Times New Roman" pitchFamily="18" charset="0"/>
              </a:rPr>
              <a:t>chuyên</a:t>
            </a:r>
            <a:r>
              <a:rPr lang="en-US" altLang="en-US" sz="2600" b="1" dirty="0">
                <a:solidFill>
                  <a:srgbClr val="002060"/>
                </a:solidFill>
                <a:latin typeface="Times New Roman" pitchFamily="18" charset="0"/>
                <a:cs typeface="Times New Roman" pitchFamily="18" charset="0"/>
              </a:rPr>
              <a:t> </a:t>
            </a:r>
            <a:r>
              <a:rPr lang="en-US" altLang="en-US" sz="2600" b="1" dirty="0" err="1">
                <a:solidFill>
                  <a:srgbClr val="002060"/>
                </a:solidFill>
                <a:latin typeface="Times New Roman" pitchFamily="18" charset="0"/>
                <a:cs typeface="Times New Roman" pitchFamily="18" charset="0"/>
              </a:rPr>
              <a:t>chính</a:t>
            </a:r>
            <a:r>
              <a:rPr lang="en-US" altLang="en-US" sz="2600" b="1" dirty="0">
                <a:solidFill>
                  <a:srgbClr val="002060"/>
                </a:solidFill>
                <a:latin typeface="Times New Roman" pitchFamily="18" charset="0"/>
                <a:cs typeface="Times New Roman" pitchFamily="18" charset="0"/>
              </a:rPr>
              <a:t> </a:t>
            </a:r>
            <a:r>
              <a:rPr lang="en-US" altLang="en-US" sz="2600" b="1" dirty="0" err="1">
                <a:solidFill>
                  <a:srgbClr val="002060"/>
                </a:solidFill>
                <a:latin typeface="Times New Roman" pitchFamily="18" charset="0"/>
                <a:cs typeface="Times New Roman" pitchFamily="18" charset="0"/>
              </a:rPr>
              <a:t>vô</a:t>
            </a:r>
            <a:r>
              <a:rPr lang="en-US" altLang="en-US" sz="2600" b="1" dirty="0">
                <a:solidFill>
                  <a:srgbClr val="002060"/>
                </a:solidFill>
                <a:latin typeface="Times New Roman" pitchFamily="18" charset="0"/>
                <a:cs typeface="Times New Roman" pitchFamily="18" charset="0"/>
              </a:rPr>
              <a:t> </a:t>
            </a:r>
            <a:r>
              <a:rPr lang="en-US" altLang="en-US" sz="2600" b="1" dirty="0" err="1">
                <a:solidFill>
                  <a:srgbClr val="002060"/>
                </a:solidFill>
                <a:latin typeface="Times New Roman" pitchFamily="18" charset="0"/>
                <a:cs typeface="Times New Roman" pitchFamily="18" charset="0"/>
              </a:rPr>
              <a:t>sản</a:t>
            </a:r>
            <a:endParaRPr lang="en-US" altLang="en-US" sz="2600" b="1" dirty="0">
              <a:solidFill>
                <a:srgbClr val="002060"/>
              </a:solidFill>
              <a:latin typeface="Times New Roman" pitchFamily="18" charset="0"/>
              <a:cs typeface="Times New Roman" pitchFamily="18" charset="0"/>
            </a:endParaRPr>
          </a:p>
          <a:p>
            <a:pPr eaLnBrk="1" hangingPunct="1">
              <a:buFontTx/>
              <a:buChar char="-"/>
              <a:defRPr/>
            </a:pPr>
            <a:r>
              <a:rPr lang="en-US" altLang="en-US" sz="2600" b="1" dirty="0" err="1">
                <a:solidFill>
                  <a:srgbClr val="002060"/>
                </a:solidFill>
                <a:latin typeface="Times New Roman" pitchFamily="18" charset="0"/>
                <a:cs typeface="Times New Roman" pitchFamily="18" charset="0"/>
              </a:rPr>
              <a:t>Về</a:t>
            </a:r>
            <a:r>
              <a:rPr lang="en-US" altLang="en-US" sz="2600" b="1" dirty="0">
                <a:solidFill>
                  <a:srgbClr val="002060"/>
                </a:solidFill>
                <a:latin typeface="Times New Roman" pitchFamily="18" charset="0"/>
                <a:cs typeface="Times New Roman" pitchFamily="18" charset="0"/>
              </a:rPr>
              <a:t> </a:t>
            </a:r>
            <a:r>
              <a:rPr lang="en-US" altLang="en-US" sz="2600" b="1" dirty="0" err="1">
                <a:solidFill>
                  <a:srgbClr val="002060"/>
                </a:solidFill>
                <a:latin typeface="Times New Roman" pitchFamily="18" charset="0"/>
                <a:cs typeface="Times New Roman" pitchFamily="18" charset="0"/>
              </a:rPr>
              <a:t>kinh</a:t>
            </a:r>
            <a:r>
              <a:rPr lang="en-US" altLang="en-US" sz="2600" b="1" dirty="0">
                <a:solidFill>
                  <a:srgbClr val="002060"/>
                </a:solidFill>
                <a:latin typeface="Times New Roman" pitchFamily="18" charset="0"/>
                <a:cs typeface="Times New Roman" pitchFamily="18" charset="0"/>
              </a:rPr>
              <a:t> </a:t>
            </a:r>
            <a:r>
              <a:rPr lang="en-US" altLang="en-US" sz="2600" b="1" dirty="0" err="1">
                <a:solidFill>
                  <a:srgbClr val="002060"/>
                </a:solidFill>
                <a:latin typeface="Times New Roman" pitchFamily="18" charset="0"/>
                <a:cs typeface="Times New Roman" pitchFamily="18" charset="0"/>
              </a:rPr>
              <a:t>tế</a:t>
            </a:r>
            <a:r>
              <a:rPr lang="en-US" altLang="en-US" sz="2600" b="1" dirty="0">
                <a:solidFill>
                  <a:srgbClr val="002060"/>
                </a:solidFill>
                <a:latin typeface="Times New Roman" pitchFamily="18" charset="0"/>
                <a:cs typeface="Times New Roman" pitchFamily="18" charset="0"/>
              </a:rPr>
              <a:t>: </a:t>
            </a:r>
            <a:r>
              <a:rPr lang="en-US" altLang="en-US" sz="2600" b="1" dirty="0" err="1">
                <a:solidFill>
                  <a:srgbClr val="002060"/>
                </a:solidFill>
                <a:latin typeface="Times New Roman" pitchFamily="18" charset="0"/>
                <a:cs typeface="Times New Roman" pitchFamily="18" charset="0"/>
              </a:rPr>
              <a:t>Thành</a:t>
            </a:r>
            <a:r>
              <a:rPr lang="en-US" altLang="en-US" sz="2600" b="1" dirty="0">
                <a:solidFill>
                  <a:srgbClr val="002060"/>
                </a:solidFill>
                <a:latin typeface="Times New Roman" pitchFamily="18" charset="0"/>
                <a:cs typeface="Times New Roman" pitchFamily="18" charset="0"/>
              </a:rPr>
              <a:t> </a:t>
            </a:r>
            <a:r>
              <a:rPr lang="en-US" altLang="en-US" sz="2600" b="1" dirty="0" err="1">
                <a:solidFill>
                  <a:srgbClr val="002060"/>
                </a:solidFill>
                <a:latin typeface="Times New Roman" pitchFamily="18" charset="0"/>
                <a:cs typeface="Times New Roman" pitchFamily="18" charset="0"/>
              </a:rPr>
              <a:t>phần</a:t>
            </a:r>
            <a:r>
              <a:rPr lang="en-US" altLang="en-US" sz="2600" b="1" dirty="0">
                <a:solidFill>
                  <a:srgbClr val="002060"/>
                </a:solidFill>
                <a:latin typeface="Times New Roman" pitchFamily="18" charset="0"/>
                <a:cs typeface="Times New Roman" pitchFamily="18" charset="0"/>
              </a:rPr>
              <a:t> KT… </a:t>
            </a:r>
          </a:p>
          <a:p>
            <a:pPr eaLnBrk="1" hangingPunct="1">
              <a:buFontTx/>
              <a:buChar char="-"/>
              <a:defRPr/>
            </a:pPr>
            <a:r>
              <a:rPr lang="en-US" altLang="en-US" sz="2600" b="1" dirty="0" err="1">
                <a:solidFill>
                  <a:srgbClr val="002060"/>
                </a:solidFill>
                <a:latin typeface="Times New Roman" pitchFamily="18" charset="0"/>
                <a:cs typeface="Times New Roman" pitchFamily="18" charset="0"/>
              </a:rPr>
              <a:t>Về</a:t>
            </a:r>
            <a:r>
              <a:rPr lang="en-US" altLang="en-US" sz="2600" b="1" dirty="0">
                <a:solidFill>
                  <a:srgbClr val="002060"/>
                </a:solidFill>
                <a:latin typeface="Times New Roman" pitchFamily="18" charset="0"/>
                <a:cs typeface="Times New Roman" pitchFamily="18" charset="0"/>
              </a:rPr>
              <a:t> </a:t>
            </a:r>
            <a:r>
              <a:rPr lang="en-US" altLang="en-US" sz="2600" b="1" dirty="0" err="1">
                <a:solidFill>
                  <a:srgbClr val="002060"/>
                </a:solidFill>
                <a:latin typeface="Times New Roman" pitchFamily="18" charset="0"/>
                <a:cs typeface="Times New Roman" pitchFamily="18" charset="0"/>
              </a:rPr>
              <a:t>văn</a:t>
            </a:r>
            <a:r>
              <a:rPr lang="en-US" altLang="en-US" sz="2600" b="1" dirty="0">
                <a:solidFill>
                  <a:srgbClr val="002060"/>
                </a:solidFill>
                <a:latin typeface="Times New Roman" pitchFamily="18" charset="0"/>
                <a:cs typeface="Times New Roman" pitchFamily="18" charset="0"/>
              </a:rPr>
              <a:t> </a:t>
            </a:r>
            <a:r>
              <a:rPr lang="en-US" altLang="en-US" sz="2600" b="1" dirty="0" err="1">
                <a:solidFill>
                  <a:srgbClr val="002060"/>
                </a:solidFill>
                <a:latin typeface="Times New Roman" pitchFamily="18" charset="0"/>
                <a:cs typeface="Times New Roman" pitchFamily="18" charset="0"/>
              </a:rPr>
              <a:t>hóa</a:t>
            </a:r>
            <a:r>
              <a:rPr lang="en-US" altLang="en-US" sz="2600" b="1" dirty="0">
                <a:solidFill>
                  <a:srgbClr val="002060"/>
                </a:solidFill>
                <a:latin typeface="Times New Roman" pitchFamily="18" charset="0"/>
                <a:cs typeface="Times New Roman" pitchFamily="18" charset="0"/>
              </a:rPr>
              <a:t>, </a:t>
            </a:r>
            <a:r>
              <a:rPr lang="en-US" altLang="en-US" sz="2600" b="1" dirty="0" err="1">
                <a:solidFill>
                  <a:srgbClr val="002060"/>
                </a:solidFill>
                <a:latin typeface="Times New Roman" pitchFamily="18" charset="0"/>
                <a:cs typeface="Times New Roman" pitchFamily="18" charset="0"/>
              </a:rPr>
              <a:t>giáo</a:t>
            </a:r>
            <a:r>
              <a:rPr lang="en-US" altLang="en-US" sz="2600" b="1" dirty="0">
                <a:solidFill>
                  <a:srgbClr val="002060"/>
                </a:solidFill>
                <a:latin typeface="Times New Roman" pitchFamily="18" charset="0"/>
                <a:cs typeface="Times New Roman" pitchFamily="18" charset="0"/>
              </a:rPr>
              <a:t> </a:t>
            </a:r>
            <a:r>
              <a:rPr lang="en-US" altLang="en-US" sz="2600" b="1" dirty="0" err="1">
                <a:solidFill>
                  <a:srgbClr val="002060"/>
                </a:solidFill>
                <a:latin typeface="Times New Roman" pitchFamily="18" charset="0"/>
                <a:cs typeface="Times New Roman" pitchFamily="18" charset="0"/>
              </a:rPr>
              <a:t>dục</a:t>
            </a:r>
            <a:r>
              <a:rPr lang="en-US" altLang="en-US" sz="2600" b="1" dirty="0">
                <a:solidFill>
                  <a:srgbClr val="002060"/>
                </a:solidFill>
                <a:latin typeface="Times New Roman" pitchFamily="18" charset="0"/>
                <a:cs typeface="Times New Roman" pitchFamily="18" charset="0"/>
              </a:rPr>
              <a:t>…</a:t>
            </a:r>
          </a:p>
          <a:p>
            <a:pPr eaLnBrk="1" hangingPunct="1">
              <a:buFontTx/>
              <a:buChar char="-"/>
              <a:defRPr/>
            </a:pPr>
            <a:r>
              <a:rPr lang="en-US" altLang="en-US" sz="2600" b="1" dirty="0" err="1">
                <a:solidFill>
                  <a:srgbClr val="002060"/>
                </a:solidFill>
                <a:latin typeface="Times New Roman" pitchFamily="18" charset="0"/>
                <a:cs typeface="Times New Roman" pitchFamily="18" charset="0"/>
              </a:rPr>
              <a:t>Biện</a:t>
            </a:r>
            <a:r>
              <a:rPr lang="en-US" altLang="en-US" sz="2600" b="1" dirty="0">
                <a:solidFill>
                  <a:srgbClr val="002060"/>
                </a:solidFill>
                <a:latin typeface="Times New Roman" pitchFamily="18" charset="0"/>
                <a:cs typeface="Times New Roman" pitchFamily="18" charset="0"/>
              </a:rPr>
              <a:t> </a:t>
            </a:r>
            <a:r>
              <a:rPr lang="en-US" altLang="en-US" sz="2600" b="1" dirty="0" err="1">
                <a:solidFill>
                  <a:srgbClr val="002060"/>
                </a:solidFill>
                <a:latin typeface="Times New Roman" pitchFamily="18" charset="0"/>
                <a:cs typeface="Times New Roman" pitchFamily="18" charset="0"/>
              </a:rPr>
              <a:t>pháp</a:t>
            </a:r>
            <a:r>
              <a:rPr lang="en-US" altLang="en-US" sz="2600" b="1" dirty="0">
                <a:solidFill>
                  <a:srgbClr val="002060"/>
                </a:solidFill>
                <a:latin typeface="Times New Roman" pitchFamily="18" charset="0"/>
                <a:cs typeface="Times New Roman" pitchFamily="18" charset="0"/>
              </a:rPr>
              <a:t> </a:t>
            </a:r>
            <a:r>
              <a:rPr lang="en-US" altLang="en-US" sz="2600" b="1" dirty="0" err="1">
                <a:solidFill>
                  <a:srgbClr val="002060"/>
                </a:solidFill>
                <a:latin typeface="Times New Roman" pitchFamily="18" charset="0"/>
                <a:cs typeface="Times New Roman" pitchFamily="18" charset="0"/>
              </a:rPr>
              <a:t>xây</a:t>
            </a:r>
            <a:r>
              <a:rPr lang="en-US" altLang="en-US" sz="2600" b="1" dirty="0">
                <a:solidFill>
                  <a:srgbClr val="002060"/>
                </a:solidFill>
                <a:latin typeface="Times New Roman" pitchFamily="18" charset="0"/>
                <a:cs typeface="Times New Roman" pitchFamily="18" charset="0"/>
              </a:rPr>
              <a:t> </a:t>
            </a:r>
            <a:r>
              <a:rPr lang="en-US" altLang="en-US" sz="2600" b="1" dirty="0" err="1">
                <a:solidFill>
                  <a:srgbClr val="002060"/>
                </a:solidFill>
                <a:latin typeface="Times New Roman" pitchFamily="18" charset="0"/>
                <a:cs typeface="Times New Roman" pitchFamily="18" charset="0"/>
              </a:rPr>
              <a:t>dựng</a:t>
            </a:r>
            <a:r>
              <a:rPr lang="en-US" altLang="en-US" sz="2600" b="1" dirty="0">
                <a:solidFill>
                  <a:srgbClr val="002060"/>
                </a:solidFill>
                <a:latin typeface="Times New Roman" pitchFamily="18" charset="0"/>
                <a:cs typeface="Times New Roman" pitchFamily="18" charset="0"/>
              </a:rPr>
              <a:t> CNXH</a:t>
            </a:r>
          </a:p>
        </p:txBody>
      </p:sp>
      <p:pic>
        <p:nvPicPr>
          <p:cNvPr id="143364" name="Picture 4" descr="Lenin-iwtbf"/>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a:xfrm>
            <a:off x="8432636" y="2172085"/>
            <a:ext cx="2590800" cy="3095625"/>
          </a:xfrm>
          <a:noFill/>
        </p:spPr>
      </p:pic>
      <p:sp>
        <p:nvSpPr>
          <p:cNvPr id="7" name="Slide Number Placeholder 6"/>
          <p:cNvSpPr>
            <a:spLocks noGrp="1"/>
          </p:cNvSpPr>
          <p:nvPr>
            <p:ph type="sldNum" sz="quarter" idx="12"/>
          </p:nvPr>
        </p:nvSpPr>
        <p:spPr/>
        <p:txBody>
          <a:bodyPr/>
          <a:lstStyle>
            <a:lvl1pPr eaLnBrk="0" hangingPunct="0">
              <a:defRPr sz="2400">
                <a:solidFill>
                  <a:srgbClr val="00FF00"/>
                </a:solidFill>
                <a:latin typeface=".VnArial" panose="020B7200000000000000" pitchFamily="34" charset="0"/>
              </a:defRPr>
            </a:lvl1pPr>
            <a:lvl2pPr marL="742950" indent="-285750" eaLnBrk="0" hangingPunct="0">
              <a:defRPr sz="2400">
                <a:solidFill>
                  <a:srgbClr val="00FF00"/>
                </a:solidFill>
                <a:latin typeface=".VnArial" panose="020B7200000000000000" pitchFamily="34" charset="0"/>
              </a:defRPr>
            </a:lvl2pPr>
            <a:lvl3pPr marL="1143000" indent="-228600" eaLnBrk="0" hangingPunct="0">
              <a:defRPr sz="2400">
                <a:solidFill>
                  <a:srgbClr val="00FF00"/>
                </a:solidFill>
                <a:latin typeface=".VnArial" panose="020B7200000000000000" pitchFamily="34" charset="0"/>
              </a:defRPr>
            </a:lvl3pPr>
            <a:lvl4pPr marL="1600200" indent="-228600" eaLnBrk="0" hangingPunct="0">
              <a:defRPr sz="2400">
                <a:solidFill>
                  <a:srgbClr val="00FF00"/>
                </a:solidFill>
                <a:latin typeface=".VnArial" panose="020B7200000000000000" pitchFamily="34" charset="0"/>
              </a:defRPr>
            </a:lvl4pPr>
            <a:lvl5pPr marL="2057400" indent="-228600" eaLnBrk="0" hangingPunct="0">
              <a:defRPr sz="2400">
                <a:solidFill>
                  <a:srgbClr val="00FF00"/>
                </a:solidFill>
                <a:latin typeface=".VnArial" panose="020B7200000000000000" pitchFamily="34" charset="0"/>
              </a:defRPr>
            </a:lvl5pPr>
            <a:lvl6pPr marL="2514600" indent="-228600" eaLnBrk="0" fontAlgn="base" hangingPunct="0">
              <a:spcBef>
                <a:spcPct val="0"/>
              </a:spcBef>
              <a:spcAft>
                <a:spcPct val="0"/>
              </a:spcAft>
              <a:defRPr sz="2400">
                <a:solidFill>
                  <a:srgbClr val="00FF00"/>
                </a:solidFill>
                <a:latin typeface=".VnArial" panose="020B7200000000000000" pitchFamily="34" charset="0"/>
              </a:defRPr>
            </a:lvl6pPr>
            <a:lvl7pPr marL="2971800" indent="-228600" eaLnBrk="0" fontAlgn="base" hangingPunct="0">
              <a:spcBef>
                <a:spcPct val="0"/>
              </a:spcBef>
              <a:spcAft>
                <a:spcPct val="0"/>
              </a:spcAft>
              <a:defRPr sz="2400">
                <a:solidFill>
                  <a:srgbClr val="00FF00"/>
                </a:solidFill>
                <a:latin typeface=".VnArial" panose="020B7200000000000000" pitchFamily="34" charset="0"/>
              </a:defRPr>
            </a:lvl7pPr>
            <a:lvl8pPr marL="3429000" indent="-228600" eaLnBrk="0" fontAlgn="base" hangingPunct="0">
              <a:spcBef>
                <a:spcPct val="0"/>
              </a:spcBef>
              <a:spcAft>
                <a:spcPct val="0"/>
              </a:spcAft>
              <a:defRPr sz="2400">
                <a:solidFill>
                  <a:srgbClr val="00FF00"/>
                </a:solidFill>
                <a:latin typeface=".VnArial" panose="020B7200000000000000" pitchFamily="34" charset="0"/>
              </a:defRPr>
            </a:lvl8pPr>
            <a:lvl9pPr marL="3886200" indent="-228600" eaLnBrk="0" fontAlgn="base" hangingPunct="0">
              <a:spcBef>
                <a:spcPct val="0"/>
              </a:spcBef>
              <a:spcAft>
                <a:spcPct val="0"/>
              </a:spcAft>
              <a:defRPr sz="2400">
                <a:solidFill>
                  <a:srgbClr val="00FF00"/>
                </a:solidFill>
                <a:latin typeface=".VnArial" panose="020B7200000000000000" pitchFamily="34" charset="0"/>
              </a:defRPr>
            </a:lvl9pPr>
          </a:lstStyle>
          <a:p>
            <a:pPr eaLnBrk="1" hangingPunct="1"/>
            <a:fld id="{DD4E1944-D3DA-47BB-BF52-99579EF1A00B}" type="slidenum">
              <a:rPr lang="en-US" sz="1200">
                <a:solidFill>
                  <a:srgbClr val="898989"/>
                </a:solidFill>
              </a:rPr>
              <a:pPr eaLnBrk="1" hangingPunct="1"/>
              <a:t>32</a:t>
            </a:fld>
            <a:endParaRPr lang="en-US" sz="1200">
              <a:solidFill>
                <a:srgbClr val="898989"/>
              </a:solidFill>
            </a:endParaRPr>
          </a:p>
        </p:txBody>
      </p:sp>
      <p:sp>
        <p:nvSpPr>
          <p:cNvPr id="8" name="Rectangle 2"/>
          <p:cNvSpPr>
            <a:spLocks noGrp="1" noChangeArrowheads="1"/>
          </p:cNvSpPr>
          <p:nvPr>
            <p:ph type="title"/>
          </p:nvPr>
        </p:nvSpPr>
        <p:spPr>
          <a:xfrm>
            <a:off x="1905001" y="381000"/>
            <a:ext cx="9958552" cy="1143000"/>
          </a:xfrm>
        </p:spPr>
        <p:txBody>
          <a:bodyPr/>
          <a:lstStyle/>
          <a:p>
            <a:pPr algn="ctr" eaLnBrk="1" hangingPunct="1"/>
            <a:r>
              <a:rPr lang="en-US" sz="2800" b="1" dirty="0" smtClean="0">
                <a:solidFill>
                  <a:srgbClr val="FF0000"/>
                </a:solidFill>
                <a:latin typeface="Times New Roman" panose="02020603050405020304" pitchFamily="18" charset="0"/>
                <a:cs typeface="Times New Roman" panose="02020603050405020304" pitchFamily="18" charset="0"/>
              </a:rPr>
              <a:t>1.2.2</a:t>
            </a:r>
            <a:r>
              <a:rPr lang="en-US" sz="2800" b="1" dirty="0">
                <a:solidFill>
                  <a:srgbClr val="FF0000"/>
                </a:solidFill>
                <a:latin typeface="Times New Roman" panose="02020603050405020304" pitchFamily="18" charset="0"/>
                <a:cs typeface="Times New Roman" panose="02020603050405020304" pitchFamily="18" charset="0"/>
              </a:rPr>
              <a:t>. </a:t>
            </a:r>
            <a:r>
              <a:rPr lang="en-US" sz="2800" b="1" dirty="0" err="1">
                <a:solidFill>
                  <a:srgbClr val="FF0000"/>
                </a:solidFill>
                <a:latin typeface="Times New Roman" panose="02020603050405020304" pitchFamily="18" charset="0"/>
                <a:cs typeface="Times New Roman" panose="02020603050405020304" pitchFamily="18" charset="0"/>
              </a:rPr>
              <a:t>V.I.Lênin</a:t>
            </a:r>
            <a:r>
              <a:rPr lang="en-US" sz="2800" b="1" dirty="0">
                <a:solidFill>
                  <a:srgbClr val="FF0000"/>
                </a:solidFill>
                <a:latin typeface="Times New Roman" panose="02020603050405020304" pitchFamily="18" charset="0"/>
                <a:cs typeface="Times New Roman" panose="02020603050405020304" pitchFamily="18" charset="0"/>
              </a:rPr>
              <a:t> </a:t>
            </a:r>
            <a:r>
              <a:rPr lang="en-US" sz="2800" b="1" dirty="0" err="1" smtClean="0">
                <a:solidFill>
                  <a:srgbClr val="FF0000"/>
                </a:solidFill>
                <a:latin typeface="Times New Roman" panose="02020603050405020304" pitchFamily="18" charset="0"/>
                <a:cs typeface="Times New Roman" panose="02020603050405020304" pitchFamily="18" charset="0"/>
              </a:rPr>
              <a:t>vận</a:t>
            </a:r>
            <a:r>
              <a:rPr lang="en-US" sz="2800" b="1" dirty="0" smtClean="0">
                <a:solidFill>
                  <a:srgbClr val="FF0000"/>
                </a:solidFill>
                <a:latin typeface="Times New Roman" panose="02020603050405020304" pitchFamily="18" charset="0"/>
                <a:cs typeface="Times New Roman" panose="02020603050405020304" pitchFamily="18" charset="0"/>
              </a:rPr>
              <a:t> </a:t>
            </a:r>
            <a:r>
              <a:rPr lang="en-US" sz="2800" b="1" dirty="0" err="1">
                <a:solidFill>
                  <a:srgbClr val="FF0000"/>
                </a:solidFill>
                <a:latin typeface="Times New Roman" panose="02020603050405020304" pitchFamily="18" charset="0"/>
                <a:cs typeface="Times New Roman" panose="02020603050405020304" pitchFamily="18" charset="0"/>
              </a:rPr>
              <a:t>dụng</a:t>
            </a:r>
            <a:r>
              <a:rPr lang="en-US" sz="2800" b="1" dirty="0">
                <a:solidFill>
                  <a:srgbClr val="FF0000"/>
                </a:solidFill>
                <a:latin typeface="Times New Roman" panose="02020603050405020304" pitchFamily="18" charset="0"/>
                <a:cs typeface="Times New Roman" panose="02020603050405020304" pitchFamily="18" charset="0"/>
              </a:rPr>
              <a:t> </a:t>
            </a:r>
            <a:r>
              <a:rPr lang="en-US" sz="2800" b="1" dirty="0" err="1">
                <a:solidFill>
                  <a:srgbClr val="FF0000"/>
                </a:solidFill>
                <a:latin typeface="Times New Roman" panose="02020603050405020304" pitchFamily="18" charset="0"/>
                <a:cs typeface="Times New Roman" panose="02020603050405020304" pitchFamily="18" charset="0"/>
              </a:rPr>
              <a:t>và</a:t>
            </a:r>
            <a:r>
              <a:rPr lang="en-US" sz="2800" b="1" dirty="0">
                <a:solidFill>
                  <a:srgbClr val="FF0000"/>
                </a:solidFill>
                <a:latin typeface="Times New Roman" panose="02020603050405020304" pitchFamily="18" charset="0"/>
                <a:cs typeface="Times New Roman" panose="02020603050405020304" pitchFamily="18" charset="0"/>
              </a:rPr>
              <a:t> </a:t>
            </a:r>
            <a:r>
              <a:rPr lang="en-US" sz="2800" b="1" dirty="0" err="1">
                <a:solidFill>
                  <a:srgbClr val="FF0000"/>
                </a:solidFill>
                <a:latin typeface="Times New Roman" panose="02020603050405020304" pitchFamily="18" charset="0"/>
                <a:cs typeface="Times New Roman" panose="02020603050405020304" pitchFamily="18" charset="0"/>
              </a:rPr>
              <a:t>phát</a:t>
            </a:r>
            <a:r>
              <a:rPr lang="en-US" sz="2800" b="1" dirty="0">
                <a:solidFill>
                  <a:srgbClr val="FF0000"/>
                </a:solidFill>
                <a:latin typeface="Times New Roman" panose="02020603050405020304" pitchFamily="18" charset="0"/>
                <a:cs typeface="Times New Roman" panose="02020603050405020304" pitchFamily="18" charset="0"/>
              </a:rPr>
              <a:t> </a:t>
            </a:r>
            <a:r>
              <a:rPr lang="en-US" sz="2800" b="1" dirty="0" err="1" smtClean="0">
                <a:solidFill>
                  <a:srgbClr val="FF0000"/>
                </a:solidFill>
                <a:latin typeface="Times New Roman" panose="02020603050405020304" pitchFamily="18" charset="0"/>
                <a:cs typeface="Times New Roman" panose="02020603050405020304" pitchFamily="18" charset="0"/>
              </a:rPr>
              <a:t>triển</a:t>
            </a:r>
            <a:r>
              <a:rPr lang="en-US" sz="2800" b="1" dirty="0" smtClean="0">
                <a:solidFill>
                  <a:srgbClr val="FF0000"/>
                </a:solidFill>
                <a:latin typeface="Times New Roman" panose="02020603050405020304" pitchFamily="18" charset="0"/>
                <a:cs typeface="Times New Roman" panose="02020603050405020304" pitchFamily="18" charset="0"/>
              </a:rPr>
              <a:t> CNXH KH </a:t>
            </a:r>
            <a:r>
              <a:rPr lang="en-US" sz="2800" b="1" dirty="0" err="1" smtClean="0">
                <a:solidFill>
                  <a:srgbClr val="FF0000"/>
                </a:solidFill>
                <a:latin typeface="Times New Roman" panose="02020603050405020304" pitchFamily="18" charset="0"/>
                <a:cs typeface="Times New Roman" panose="02020603050405020304" pitchFamily="18" charset="0"/>
              </a:rPr>
              <a:t>trong</a:t>
            </a:r>
            <a:r>
              <a:rPr lang="en-US" sz="2800" b="1" dirty="0" smtClean="0">
                <a:solidFill>
                  <a:srgbClr val="FF0000"/>
                </a:solidFill>
                <a:latin typeface="Times New Roman" panose="02020603050405020304" pitchFamily="18" charset="0"/>
                <a:cs typeface="Times New Roman" panose="02020603050405020304" pitchFamily="18" charset="0"/>
              </a:rPr>
              <a:t> </a:t>
            </a:r>
            <a:r>
              <a:rPr lang="en-US" sz="2800" b="1" dirty="0" err="1" smtClean="0">
                <a:solidFill>
                  <a:srgbClr val="FF0000"/>
                </a:solidFill>
                <a:latin typeface="Times New Roman" panose="02020603050405020304" pitchFamily="18" charset="0"/>
                <a:cs typeface="Times New Roman" panose="02020603050405020304" pitchFamily="18" charset="0"/>
              </a:rPr>
              <a:t>điều</a:t>
            </a:r>
            <a:r>
              <a:rPr lang="en-US" sz="2800" b="1" dirty="0" smtClean="0">
                <a:solidFill>
                  <a:srgbClr val="FF0000"/>
                </a:solidFill>
                <a:latin typeface="Times New Roman" panose="02020603050405020304" pitchFamily="18" charset="0"/>
                <a:cs typeface="Times New Roman" panose="02020603050405020304" pitchFamily="18" charset="0"/>
              </a:rPr>
              <a:t> </a:t>
            </a:r>
            <a:r>
              <a:rPr lang="en-US" sz="2800" b="1" dirty="0" err="1" smtClean="0">
                <a:solidFill>
                  <a:srgbClr val="FF0000"/>
                </a:solidFill>
                <a:latin typeface="Times New Roman" panose="02020603050405020304" pitchFamily="18" charset="0"/>
                <a:cs typeface="Times New Roman" panose="02020603050405020304" pitchFamily="18" charset="0"/>
              </a:rPr>
              <a:t>kiện</a:t>
            </a:r>
            <a:r>
              <a:rPr lang="en-US" sz="2800" b="1" dirty="0" smtClean="0">
                <a:solidFill>
                  <a:srgbClr val="FF0000"/>
                </a:solidFill>
                <a:latin typeface="Times New Roman" panose="02020603050405020304" pitchFamily="18" charset="0"/>
                <a:cs typeface="Times New Roman" panose="02020603050405020304" pitchFamily="18" charset="0"/>
              </a:rPr>
              <a:t> </a:t>
            </a:r>
            <a:r>
              <a:rPr lang="en-US" sz="2800" b="1" dirty="0" err="1" smtClean="0">
                <a:solidFill>
                  <a:srgbClr val="FF0000"/>
                </a:solidFill>
                <a:latin typeface="Times New Roman" panose="02020603050405020304" pitchFamily="18" charset="0"/>
                <a:cs typeface="Times New Roman" panose="02020603050405020304" pitchFamily="18" charset="0"/>
              </a:rPr>
              <a:t>mới</a:t>
            </a:r>
            <a:endParaRPr lang="en-US" altLang="en-US" sz="2800" b="1"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5955290"/>
      </p:ext>
    </p:extLst>
  </p:cSld>
  <p:clrMapOvr>
    <a:masterClrMapping/>
  </p:clrMapOvr>
  <p:transition>
    <p:wheel spokes="8"/>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143364"/>
                                        </p:tgtEl>
                                        <p:attrNameLst>
                                          <p:attrName>style.visibility</p:attrName>
                                        </p:attrNameLst>
                                      </p:cBhvr>
                                      <p:to>
                                        <p:strVal val="visible"/>
                                      </p:to>
                                    </p:set>
                                    <p:animEffect transition="in" filter="box(in)">
                                      <p:cBhvr>
                                        <p:cTn id="7" dur="500"/>
                                        <p:tgtEl>
                                          <p:spTgt spid="14336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143363">
                                            <p:txEl>
                                              <p:pRg st="0" end="0"/>
                                            </p:txEl>
                                          </p:spTgt>
                                        </p:tgtEl>
                                        <p:attrNameLst>
                                          <p:attrName>style.visibility</p:attrName>
                                        </p:attrNameLst>
                                      </p:cBhvr>
                                      <p:to>
                                        <p:strVal val="visible"/>
                                      </p:to>
                                    </p:set>
                                    <p:anim calcmode="lin" valueType="num">
                                      <p:cBhvr additive="base">
                                        <p:cTn id="12" dur="500" fill="hold"/>
                                        <p:tgtEl>
                                          <p:spTgt spid="14336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14336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143363">
                                            <p:txEl>
                                              <p:pRg st="1" end="1"/>
                                            </p:txEl>
                                          </p:spTgt>
                                        </p:tgtEl>
                                        <p:attrNameLst>
                                          <p:attrName>style.visibility</p:attrName>
                                        </p:attrNameLst>
                                      </p:cBhvr>
                                      <p:to>
                                        <p:strVal val="visible"/>
                                      </p:to>
                                    </p:set>
                                    <p:anim calcmode="lin" valueType="num">
                                      <p:cBhvr additive="base">
                                        <p:cTn id="18" dur="500" fill="hold"/>
                                        <p:tgtEl>
                                          <p:spTgt spid="143363">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14336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143363">
                                            <p:txEl>
                                              <p:pRg st="2" end="2"/>
                                            </p:txEl>
                                          </p:spTgt>
                                        </p:tgtEl>
                                        <p:attrNameLst>
                                          <p:attrName>style.visibility</p:attrName>
                                        </p:attrNameLst>
                                      </p:cBhvr>
                                      <p:to>
                                        <p:strVal val="visible"/>
                                      </p:to>
                                    </p:set>
                                    <p:anim calcmode="lin" valueType="num">
                                      <p:cBhvr additive="base">
                                        <p:cTn id="24" dur="500" fill="hold"/>
                                        <p:tgtEl>
                                          <p:spTgt spid="143363">
                                            <p:txEl>
                                              <p:pRg st="2" end="2"/>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14336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6" fill="hold" nodeType="clickPar">
                      <p:stCondLst>
                        <p:cond delay="indefinite"/>
                      </p:stCondLst>
                      <p:childTnLst>
                        <p:par>
                          <p:cTn id="27" fill="hold" nodeType="withGroup">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143363">
                                            <p:txEl>
                                              <p:pRg st="3" end="3"/>
                                            </p:txEl>
                                          </p:spTgt>
                                        </p:tgtEl>
                                        <p:attrNameLst>
                                          <p:attrName>style.visibility</p:attrName>
                                        </p:attrNameLst>
                                      </p:cBhvr>
                                      <p:to>
                                        <p:strVal val="visible"/>
                                      </p:to>
                                    </p:set>
                                    <p:anim calcmode="lin" valueType="num">
                                      <p:cBhvr additive="base">
                                        <p:cTn id="30" dur="500" fill="hold"/>
                                        <p:tgtEl>
                                          <p:spTgt spid="143363">
                                            <p:txEl>
                                              <p:pRg st="3" end="3"/>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14336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2" fill="hold" nodeType="clickPar">
                      <p:stCondLst>
                        <p:cond delay="indefinite"/>
                      </p:stCondLst>
                      <p:childTnLst>
                        <p:par>
                          <p:cTn id="33" fill="hold" nodeType="withGroup">
                            <p:stCondLst>
                              <p:cond delay="0"/>
                            </p:stCondLst>
                            <p:childTnLst>
                              <p:par>
                                <p:cTn id="34" presetID="2" presetClass="entr" presetSubtype="4" fill="hold" grpId="0" nodeType="clickEffect">
                                  <p:stCondLst>
                                    <p:cond delay="0"/>
                                  </p:stCondLst>
                                  <p:childTnLst>
                                    <p:set>
                                      <p:cBhvr>
                                        <p:cTn id="35" dur="1" fill="hold">
                                          <p:stCondLst>
                                            <p:cond delay="0"/>
                                          </p:stCondLst>
                                        </p:cTn>
                                        <p:tgtEl>
                                          <p:spTgt spid="143363">
                                            <p:txEl>
                                              <p:pRg st="4" end="4"/>
                                            </p:txEl>
                                          </p:spTgt>
                                        </p:tgtEl>
                                        <p:attrNameLst>
                                          <p:attrName>style.visibility</p:attrName>
                                        </p:attrNameLst>
                                      </p:cBhvr>
                                      <p:to>
                                        <p:strVal val="visible"/>
                                      </p:to>
                                    </p:set>
                                    <p:anim calcmode="lin" valueType="num">
                                      <p:cBhvr additive="base">
                                        <p:cTn id="36" dur="500" fill="hold"/>
                                        <p:tgtEl>
                                          <p:spTgt spid="143363">
                                            <p:txEl>
                                              <p:pRg st="4" end="4"/>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14336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 presetClass="entr" presetSubtype="16" fill="hold" grpId="0" nodeType="clickEffect">
                                  <p:stCondLst>
                                    <p:cond delay="0"/>
                                  </p:stCondLst>
                                  <p:childTnLst>
                                    <p:set>
                                      <p:cBhvr>
                                        <p:cTn id="41" dur="1" fill="hold">
                                          <p:stCondLst>
                                            <p:cond delay="0"/>
                                          </p:stCondLst>
                                        </p:cTn>
                                        <p:tgtEl>
                                          <p:spTgt spid="8"/>
                                        </p:tgtEl>
                                        <p:attrNameLst>
                                          <p:attrName>style.visibility</p:attrName>
                                        </p:attrNameLst>
                                      </p:cBhvr>
                                      <p:to>
                                        <p:strVal val="visible"/>
                                      </p:to>
                                    </p:set>
                                    <p:animEffect transition="in" filter="box(in)">
                                      <p:cBhvr>
                                        <p:cTn id="4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63" grpId="0" build="p"/>
      <p:bldP spid="8"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Number Placeholder 5"/>
          <p:cNvSpPr>
            <a:spLocks noGrp="1"/>
          </p:cNvSpPr>
          <p:nvPr>
            <p:ph type="sldNum" sz="quarter" idx="12"/>
          </p:nvPr>
        </p:nvSpPr>
        <p:spPr/>
        <p:txBody>
          <a:bodyPr/>
          <a:lstStyle>
            <a:lvl1pPr eaLnBrk="0" hangingPunct="0">
              <a:defRPr sz="2400">
                <a:solidFill>
                  <a:srgbClr val="00FF00"/>
                </a:solidFill>
                <a:latin typeface=".VnArial" panose="020B7200000000000000" pitchFamily="34" charset="0"/>
              </a:defRPr>
            </a:lvl1pPr>
            <a:lvl2pPr marL="742950" indent="-285750" eaLnBrk="0" hangingPunct="0">
              <a:defRPr sz="2400">
                <a:solidFill>
                  <a:srgbClr val="00FF00"/>
                </a:solidFill>
                <a:latin typeface=".VnArial" panose="020B7200000000000000" pitchFamily="34" charset="0"/>
              </a:defRPr>
            </a:lvl2pPr>
            <a:lvl3pPr marL="1143000" indent="-228600" eaLnBrk="0" hangingPunct="0">
              <a:defRPr sz="2400">
                <a:solidFill>
                  <a:srgbClr val="00FF00"/>
                </a:solidFill>
                <a:latin typeface=".VnArial" panose="020B7200000000000000" pitchFamily="34" charset="0"/>
              </a:defRPr>
            </a:lvl3pPr>
            <a:lvl4pPr marL="1600200" indent="-228600" eaLnBrk="0" hangingPunct="0">
              <a:defRPr sz="2400">
                <a:solidFill>
                  <a:srgbClr val="00FF00"/>
                </a:solidFill>
                <a:latin typeface=".VnArial" panose="020B7200000000000000" pitchFamily="34" charset="0"/>
              </a:defRPr>
            </a:lvl4pPr>
            <a:lvl5pPr marL="2057400" indent="-228600" eaLnBrk="0" hangingPunct="0">
              <a:defRPr sz="2400">
                <a:solidFill>
                  <a:srgbClr val="00FF00"/>
                </a:solidFill>
                <a:latin typeface=".VnArial" panose="020B7200000000000000" pitchFamily="34" charset="0"/>
              </a:defRPr>
            </a:lvl5pPr>
            <a:lvl6pPr marL="2514600" indent="-228600" eaLnBrk="0" fontAlgn="base" hangingPunct="0">
              <a:spcBef>
                <a:spcPct val="0"/>
              </a:spcBef>
              <a:spcAft>
                <a:spcPct val="0"/>
              </a:spcAft>
              <a:defRPr sz="2400">
                <a:solidFill>
                  <a:srgbClr val="00FF00"/>
                </a:solidFill>
                <a:latin typeface=".VnArial" panose="020B7200000000000000" pitchFamily="34" charset="0"/>
              </a:defRPr>
            </a:lvl6pPr>
            <a:lvl7pPr marL="2971800" indent="-228600" eaLnBrk="0" fontAlgn="base" hangingPunct="0">
              <a:spcBef>
                <a:spcPct val="0"/>
              </a:spcBef>
              <a:spcAft>
                <a:spcPct val="0"/>
              </a:spcAft>
              <a:defRPr sz="2400">
                <a:solidFill>
                  <a:srgbClr val="00FF00"/>
                </a:solidFill>
                <a:latin typeface=".VnArial" panose="020B7200000000000000" pitchFamily="34" charset="0"/>
              </a:defRPr>
            </a:lvl7pPr>
            <a:lvl8pPr marL="3429000" indent="-228600" eaLnBrk="0" fontAlgn="base" hangingPunct="0">
              <a:spcBef>
                <a:spcPct val="0"/>
              </a:spcBef>
              <a:spcAft>
                <a:spcPct val="0"/>
              </a:spcAft>
              <a:defRPr sz="2400">
                <a:solidFill>
                  <a:srgbClr val="00FF00"/>
                </a:solidFill>
                <a:latin typeface=".VnArial" panose="020B7200000000000000" pitchFamily="34" charset="0"/>
              </a:defRPr>
            </a:lvl8pPr>
            <a:lvl9pPr marL="3886200" indent="-228600" eaLnBrk="0" fontAlgn="base" hangingPunct="0">
              <a:spcBef>
                <a:spcPct val="0"/>
              </a:spcBef>
              <a:spcAft>
                <a:spcPct val="0"/>
              </a:spcAft>
              <a:defRPr sz="2400">
                <a:solidFill>
                  <a:srgbClr val="00FF00"/>
                </a:solidFill>
                <a:latin typeface=".VnArial" panose="020B7200000000000000" pitchFamily="34" charset="0"/>
              </a:defRPr>
            </a:lvl9pPr>
          </a:lstStyle>
          <a:p>
            <a:pPr eaLnBrk="1" hangingPunct="1"/>
            <a:fld id="{CF745F64-772C-471E-A0B1-CF323FB35535}" type="slidenum">
              <a:rPr lang="en-US" sz="1200">
                <a:solidFill>
                  <a:srgbClr val="898989"/>
                </a:solidFill>
              </a:rPr>
              <a:pPr eaLnBrk="1" hangingPunct="1"/>
              <a:t>33</a:t>
            </a:fld>
            <a:endParaRPr lang="en-US" sz="1200">
              <a:solidFill>
                <a:srgbClr val="898989"/>
              </a:solidFill>
            </a:endParaRPr>
          </a:p>
        </p:txBody>
      </p:sp>
      <p:sp>
        <p:nvSpPr>
          <p:cNvPr id="228354" name="Rectangle 2"/>
          <p:cNvSpPr>
            <a:spLocks noGrp="1" noChangeArrowheads="1"/>
          </p:cNvSpPr>
          <p:nvPr>
            <p:ph type="title"/>
          </p:nvPr>
        </p:nvSpPr>
        <p:spPr>
          <a:xfrm>
            <a:off x="2580290" y="63062"/>
            <a:ext cx="8915400" cy="1143000"/>
          </a:xfrm>
        </p:spPr>
        <p:txBody>
          <a:bodyPr/>
          <a:lstStyle/>
          <a:p>
            <a:pPr eaLnBrk="1" hangingPunct="1"/>
            <a:r>
              <a:rPr lang="en-US" altLang="en-US" sz="2800" b="1" dirty="0">
                <a:solidFill>
                  <a:srgbClr val="FF0000"/>
                </a:solidFill>
                <a:latin typeface="Times New Roman" panose="02020603050405020304" pitchFamily="18" charset="0"/>
                <a:cs typeface="Times New Roman" panose="02020603050405020304" pitchFamily="18" charset="0"/>
              </a:rPr>
              <a:t> </a:t>
            </a:r>
            <a:r>
              <a:rPr lang="en-US" altLang="en-US" sz="2800" b="1" dirty="0" smtClean="0">
                <a:solidFill>
                  <a:srgbClr val="FF0000"/>
                </a:solidFill>
                <a:latin typeface="Times New Roman" panose="02020603050405020304" pitchFamily="18" charset="0"/>
                <a:cs typeface="Times New Roman" panose="02020603050405020304" pitchFamily="18" charset="0"/>
              </a:rPr>
              <a:t>CNXH </a:t>
            </a:r>
            <a:r>
              <a:rPr lang="en-US" altLang="en-US" sz="2800" b="1" dirty="0">
                <a:solidFill>
                  <a:srgbClr val="FF0000"/>
                </a:solidFill>
                <a:latin typeface="Times New Roman" panose="02020603050405020304" pitchFamily="18" charset="0"/>
                <a:cs typeface="Times New Roman" panose="02020603050405020304" pitchFamily="18" charset="0"/>
              </a:rPr>
              <a:t>SAU KHI LÊNIN </a:t>
            </a:r>
            <a:r>
              <a:rPr lang="en-US" altLang="en-US" sz="2800" b="1" dirty="0" smtClean="0">
                <a:solidFill>
                  <a:srgbClr val="FF0000"/>
                </a:solidFill>
                <a:latin typeface="Times New Roman" panose="02020603050405020304" pitchFamily="18" charset="0"/>
                <a:cs typeface="Times New Roman" panose="02020603050405020304" pitchFamily="18" charset="0"/>
              </a:rPr>
              <a:t>QUA ĐỜI ĐẾN </a:t>
            </a:r>
            <a:r>
              <a:rPr lang="en-US" altLang="en-US" sz="2800" b="1" dirty="0">
                <a:solidFill>
                  <a:srgbClr val="FF0000"/>
                </a:solidFill>
                <a:latin typeface="Times New Roman" panose="02020603050405020304" pitchFamily="18" charset="0"/>
                <a:cs typeface="Times New Roman" panose="02020603050405020304" pitchFamily="18" charset="0"/>
              </a:rPr>
              <a:t>NAY</a:t>
            </a:r>
          </a:p>
        </p:txBody>
      </p:sp>
      <p:sp>
        <p:nvSpPr>
          <p:cNvPr id="5" name="TextBox 4"/>
          <p:cNvSpPr txBox="1"/>
          <p:nvPr/>
        </p:nvSpPr>
        <p:spPr>
          <a:xfrm>
            <a:off x="504497" y="1696895"/>
            <a:ext cx="11288110" cy="4832092"/>
          </a:xfrm>
          <a:prstGeom prst="rect">
            <a:avLst/>
          </a:prstGeom>
          <a:noFill/>
        </p:spPr>
        <p:txBody>
          <a:bodyPr wrap="square" rtlCol="0">
            <a:spAutoFit/>
          </a:bodyPr>
          <a:lstStyle/>
          <a:p>
            <a:pPr marL="457200" lvl="0" indent="-457200">
              <a:buFont typeface="Arial" panose="020B0604020202020204" pitchFamily="34" charset="0"/>
              <a:buChar char="•"/>
            </a:pPr>
            <a:r>
              <a:rPr lang="vi-VN" sz="2800" dirty="0">
                <a:latin typeface="+mj-lt"/>
              </a:rPr>
              <a:t>L</a:t>
            </a:r>
            <a:r>
              <a:rPr lang="en-US" sz="2800" dirty="0" err="1">
                <a:latin typeface="+mj-lt"/>
              </a:rPr>
              <a:t>iên</a:t>
            </a:r>
            <a:r>
              <a:rPr lang="en-US" sz="2800" dirty="0">
                <a:latin typeface="+mj-lt"/>
              </a:rPr>
              <a:t> </a:t>
            </a:r>
            <a:r>
              <a:rPr lang="en-US" sz="2800" dirty="0" err="1">
                <a:latin typeface="+mj-lt"/>
              </a:rPr>
              <a:t>xô</a:t>
            </a:r>
            <a:r>
              <a:rPr lang="vi-VN" sz="2800" dirty="0">
                <a:latin typeface="+mj-lt"/>
              </a:rPr>
              <a:t>: CN M</a:t>
            </a:r>
            <a:r>
              <a:rPr lang="en-US" sz="2800" dirty="0">
                <a:latin typeface="+mj-lt"/>
              </a:rPr>
              <a:t>á</a:t>
            </a:r>
            <a:r>
              <a:rPr lang="vi-VN" sz="2800" dirty="0">
                <a:latin typeface="+mj-lt"/>
              </a:rPr>
              <a:t>c – </a:t>
            </a:r>
            <a:r>
              <a:rPr lang="en-US" sz="2800" dirty="0" err="1">
                <a:latin typeface="+mj-lt"/>
              </a:rPr>
              <a:t>Lê</a:t>
            </a:r>
            <a:r>
              <a:rPr lang="vi-VN" sz="2800" dirty="0">
                <a:latin typeface="+mj-lt"/>
              </a:rPr>
              <a:t>nin, tư tưởng Stalin</a:t>
            </a:r>
            <a:endParaRPr lang="en-US" sz="2800" dirty="0">
              <a:latin typeface="+mj-lt"/>
            </a:endParaRPr>
          </a:p>
          <a:p>
            <a:pPr marL="457200" lvl="0" indent="-457200">
              <a:buFont typeface="Arial" panose="020B0604020202020204" pitchFamily="34" charset="0"/>
              <a:buChar char="•"/>
            </a:pPr>
            <a:r>
              <a:rPr lang="vi-VN" sz="2800" dirty="0">
                <a:latin typeface="+mj-lt"/>
              </a:rPr>
              <a:t>Trung Quốc: CN Mác - Lênin , TT Mao Trạch Đ</a:t>
            </a:r>
            <a:r>
              <a:rPr lang="en-US" sz="2800" dirty="0">
                <a:latin typeface="+mj-lt"/>
              </a:rPr>
              <a:t>ô</a:t>
            </a:r>
            <a:r>
              <a:rPr lang="vi-VN" sz="2800" dirty="0">
                <a:latin typeface="+mj-lt"/>
              </a:rPr>
              <a:t>ng, LL Đ</a:t>
            </a:r>
            <a:r>
              <a:rPr lang="en-US" sz="2800" dirty="0">
                <a:latin typeface="+mj-lt"/>
              </a:rPr>
              <a:t>ặ</a:t>
            </a:r>
            <a:r>
              <a:rPr lang="vi-VN" sz="2800" dirty="0">
                <a:latin typeface="+mj-lt"/>
              </a:rPr>
              <a:t>ng Tiểu B</a:t>
            </a:r>
            <a:r>
              <a:rPr lang="en-US" sz="2800" dirty="0" err="1">
                <a:latin typeface="+mj-lt"/>
              </a:rPr>
              <a:t>ình</a:t>
            </a:r>
            <a:r>
              <a:rPr lang="en-US" sz="2800" dirty="0">
                <a:latin typeface="+mj-lt"/>
              </a:rPr>
              <a:t>; T</a:t>
            </a:r>
            <a:r>
              <a:rPr lang="vi-VN" sz="2800" dirty="0">
                <a:latin typeface="+mj-lt"/>
              </a:rPr>
              <a:t>huyết 3 đại diện của Giang Trạch D</a:t>
            </a:r>
            <a:r>
              <a:rPr lang="en-US" sz="2800" dirty="0">
                <a:latin typeface="+mj-lt"/>
              </a:rPr>
              <a:t>â</a:t>
            </a:r>
            <a:r>
              <a:rPr lang="vi-VN" sz="2800" dirty="0">
                <a:latin typeface="+mj-lt"/>
              </a:rPr>
              <a:t>n, CNXH hài h</a:t>
            </a:r>
            <a:r>
              <a:rPr lang="en-US" sz="2800" dirty="0">
                <a:latin typeface="+mj-lt"/>
              </a:rPr>
              <a:t>ò</a:t>
            </a:r>
            <a:r>
              <a:rPr lang="vi-VN" sz="2800" dirty="0">
                <a:latin typeface="+mj-lt"/>
              </a:rPr>
              <a:t>a của Hồ Cẩm Đào, 4 toàn diện</a:t>
            </a:r>
            <a:r>
              <a:rPr lang="en-US" sz="2800" dirty="0">
                <a:latin typeface="+mj-lt"/>
              </a:rPr>
              <a:t> (CNXH </a:t>
            </a:r>
            <a:r>
              <a:rPr lang="en-US" sz="2800" dirty="0" err="1">
                <a:latin typeface="+mj-lt"/>
              </a:rPr>
              <a:t>đặc</a:t>
            </a:r>
            <a:r>
              <a:rPr lang="en-US" sz="2800" dirty="0">
                <a:latin typeface="+mj-lt"/>
              </a:rPr>
              <a:t> </a:t>
            </a:r>
            <a:r>
              <a:rPr lang="en-US" sz="2800" dirty="0" err="1">
                <a:latin typeface="+mj-lt"/>
              </a:rPr>
              <a:t>sắc</a:t>
            </a:r>
            <a:r>
              <a:rPr lang="en-US" sz="2800" dirty="0">
                <a:latin typeface="+mj-lt"/>
              </a:rPr>
              <a:t> TQ </a:t>
            </a:r>
            <a:r>
              <a:rPr lang="en-US" sz="2800" dirty="0" err="1">
                <a:latin typeface="+mj-lt"/>
              </a:rPr>
              <a:t>thời</a:t>
            </a:r>
            <a:r>
              <a:rPr lang="en-US" sz="2800" dirty="0">
                <a:latin typeface="+mj-lt"/>
              </a:rPr>
              <a:t> </a:t>
            </a:r>
            <a:r>
              <a:rPr lang="en-US" sz="2800" dirty="0" err="1">
                <a:latin typeface="+mj-lt"/>
              </a:rPr>
              <a:t>đại</a:t>
            </a:r>
            <a:r>
              <a:rPr lang="en-US" sz="2800" dirty="0">
                <a:latin typeface="+mj-lt"/>
              </a:rPr>
              <a:t> </a:t>
            </a:r>
            <a:r>
              <a:rPr lang="en-US" sz="2800" dirty="0" err="1">
                <a:latin typeface="+mj-lt"/>
              </a:rPr>
              <a:t>mới</a:t>
            </a:r>
            <a:r>
              <a:rPr lang="en-US" sz="2800" dirty="0">
                <a:latin typeface="+mj-lt"/>
              </a:rPr>
              <a:t>)</a:t>
            </a:r>
            <a:r>
              <a:rPr lang="vi-VN" sz="2800" dirty="0">
                <a:latin typeface="+mj-lt"/>
              </a:rPr>
              <a:t> của Tập Cận B</a:t>
            </a:r>
            <a:r>
              <a:rPr lang="en-US" sz="2800" dirty="0">
                <a:latin typeface="+mj-lt"/>
              </a:rPr>
              <a:t>ì</a:t>
            </a:r>
            <a:r>
              <a:rPr lang="vi-VN" sz="2800" dirty="0">
                <a:latin typeface="+mj-lt"/>
              </a:rPr>
              <a:t>nh… </a:t>
            </a:r>
            <a:endParaRPr lang="en-US" sz="2800" dirty="0">
              <a:latin typeface="+mj-lt"/>
            </a:endParaRPr>
          </a:p>
          <a:p>
            <a:pPr marL="457200" lvl="0" indent="-457200">
              <a:buFont typeface="Arial" panose="020B0604020202020204" pitchFamily="34" charset="0"/>
              <a:buChar char="•"/>
            </a:pPr>
            <a:r>
              <a:rPr lang="en-US" sz="2800" dirty="0" err="1">
                <a:latin typeface="+mj-lt"/>
              </a:rPr>
              <a:t>Việt</a:t>
            </a:r>
            <a:r>
              <a:rPr lang="en-US" sz="2800" dirty="0">
                <a:latin typeface="+mj-lt"/>
              </a:rPr>
              <a:t> Nam: CN </a:t>
            </a:r>
            <a:r>
              <a:rPr lang="en-US" sz="2800" dirty="0" err="1">
                <a:latin typeface="+mj-lt"/>
              </a:rPr>
              <a:t>Mác</a:t>
            </a:r>
            <a:r>
              <a:rPr lang="en-US" sz="2800" dirty="0">
                <a:latin typeface="+mj-lt"/>
              </a:rPr>
              <a:t> - </a:t>
            </a:r>
            <a:r>
              <a:rPr lang="en-US" sz="2800" dirty="0" err="1">
                <a:latin typeface="+mj-lt"/>
              </a:rPr>
              <a:t>Lênin</a:t>
            </a:r>
            <a:r>
              <a:rPr lang="en-US" sz="2800" dirty="0">
                <a:latin typeface="+mj-lt"/>
              </a:rPr>
              <a:t>, TT </a:t>
            </a:r>
            <a:r>
              <a:rPr lang="en-US" sz="2800" dirty="0" err="1">
                <a:latin typeface="+mj-lt"/>
              </a:rPr>
              <a:t>Hồ</a:t>
            </a:r>
            <a:r>
              <a:rPr lang="en-US" sz="2800" dirty="0">
                <a:latin typeface="+mj-lt"/>
              </a:rPr>
              <a:t> </a:t>
            </a:r>
            <a:r>
              <a:rPr lang="en-US" sz="2800" dirty="0" err="1">
                <a:latin typeface="+mj-lt"/>
              </a:rPr>
              <a:t>Chí</a:t>
            </a:r>
            <a:r>
              <a:rPr lang="en-US" sz="2800" dirty="0">
                <a:latin typeface="+mj-lt"/>
              </a:rPr>
              <a:t> Minh </a:t>
            </a:r>
          </a:p>
          <a:p>
            <a:pPr marL="457200" lvl="0" indent="-457200">
              <a:buFont typeface="Arial" panose="020B0604020202020204" pitchFamily="34" charset="0"/>
              <a:buChar char="•"/>
            </a:pPr>
            <a:r>
              <a:rPr lang="en-US" sz="2800" dirty="0">
                <a:latin typeface="+mj-lt"/>
              </a:rPr>
              <a:t>CHDCND </a:t>
            </a:r>
            <a:r>
              <a:rPr lang="en-US" sz="2800" dirty="0" err="1">
                <a:latin typeface="+mj-lt"/>
              </a:rPr>
              <a:t>Lào</a:t>
            </a:r>
            <a:r>
              <a:rPr lang="en-US" sz="2800" dirty="0">
                <a:latin typeface="+mj-lt"/>
              </a:rPr>
              <a:t>: CN </a:t>
            </a:r>
            <a:r>
              <a:rPr lang="en-US" sz="2800" dirty="0" err="1">
                <a:latin typeface="+mj-lt"/>
              </a:rPr>
              <a:t>Mác</a:t>
            </a:r>
            <a:r>
              <a:rPr lang="en-US" sz="2800" dirty="0">
                <a:latin typeface="+mj-lt"/>
              </a:rPr>
              <a:t> - </a:t>
            </a:r>
            <a:r>
              <a:rPr lang="en-US" sz="2800" dirty="0" err="1">
                <a:latin typeface="+mj-lt"/>
              </a:rPr>
              <a:t>Lênin</a:t>
            </a:r>
            <a:r>
              <a:rPr lang="en-US" sz="2800" dirty="0">
                <a:latin typeface="+mj-lt"/>
              </a:rPr>
              <a:t>, TT </a:t>
            </a:r>
            <a:r>
              <a:rPr lang="en-US" sz="2800" dirty="0" err="1">
                <a:latin typeface="+mj-lt"/>
              </a:rPr>
              <a:t>Cayxon</a:t>
            </a:r>
            <a:r>
              <a:rPr lang="en-US" sz="2800" dirty="0">
                <a:latin typeface="+mj-lt"/>
              </a:rPr>
              <a:t> </a:t>
            </a:r>
            <a:r>
              <a:rPr lang="en-US" sz="2800" dirty="0" err="1">
                <a:latin typeface="+mj-lt"/>
              </a:rPr>
              <a:t>Phômvihan</a:t>
            </a:r>
            <a:endParaRPr lang="en-US" sz="2800" dirty="0">
              <a:latin typeface="+mj-lt"/>
            </a:endParaRPr>
          </a:p>
          <a:p>
            <a:pPr marL="457200" lvl="0" indent="-457200">
              <a:buFont typeface="Arial" panose="020B0604020202020204" pitchFamily="34" charset="0"/>
              <a:buChar char="•"/>
            </a:pPr>
            <a:r>
              <a:rPr lang="vi-VN" sz="2800" dirty="0">
                <a:latin typeface="+mj-lt"/>
              </a:rPr>
              <a:t>Cu Ba: CN Mác - Lênin, TT Hoxemacti được kết tinh trong tư tưởng và hành động của Phiđen </a:t>
            </a:r>
            <a:endParaRPr lang="en-US" sz="2800" dirty="0">
              <a:latin typeface="+mj-lt"/>
            </a:endParaRPr>
          </a:p>
          <a:p>
            <a:pPr marL="457200" lvl="0" indent="-457200">
              <a:buFont typeface="Arial" panose="020B0604020202020204" pitchFamily="34" charset="0"/>
              <a:buChar char="•"/>
            </a:pPr>
            <a:r>
              <a:rPr lang="en-US" sz="2800" dirty="0">
                <a:latin typeface="+mj-lt"/>
              </a:rPr>
              <a:t>CHDCND </a:t>
            </a:r>
            <a:r>
              <a:rPr lang="en-US" sz="2800" dirty="0" err="1">
                <a:latin typeface="+mj-lt"/>
              </a:rPr>
              <a:t>Triều</a:t>
            </a:r>
            <a:r>
              <a:rPr lang="en-US" sz="2800" dirty="0">
                <a:latin typeface="+mj-lt"/>
              </a:rPr>
              <a:t> </a:t>
            </a:r>
            <a:r>
              <a:rPr lang="en-US" sz="2800" dirty="0" err="1">
                <a:latin typeface="+mj-lt"/>
              </a:rPr>
              <a:t>Tiên</a:t>
            </a:r>
            <a:r>
              <a:rPr lang="en-US" sz="2800" dirty="0">
                <a:latin typeface="+mj-lt"/>
              </a:rPr>
              <a:t>: </a:t>
            </a:r>
            <a:r>
              <a:rPr lang="en-US" sz="2800" dirty="0" err="1">
                <a:latin typeface="+mj-lt"/>
              </a:rPr>
              <a:t>Chủ</a:t>
            </a:r>
            <a:r>
              <a:rPr lang="en-US" sz="2800" dirty="0">
                <a:latin typeface="+mj-lt"/>
              </a:rPr>
              <a:t> </a:t>
            </a:r>
            <a:r>
              <a:rPr lang="en-US" sz="2800" dirty="0" err="1">
                <a:latin typeface="+mj-lt"/>
              </a:rPr>
              <a:t>thuyết</a:t>
            </a:r>
            <a:r>
              <a:rPr lang="en-US" sz="2800" dirty="0">
                <a:latin typeface="+mj-lt"/>
              </a:rPr>
              <a:t> Kim </a:t>
            </a:r>
            <a:r>
              <a:rPr lang="en-US" sz="2800" dirty="0" err="1">
                <a:latin typeface="+mj-lt"/>
              </a:rPr>
              <a:t>Nhật</a:t>
            </a:r>
            <a:r>
              <a:rPr lang="en-US" sz="2800" dirty="0">
                <a:latin typeface="+mj-lt"/>
              </a:rPr>
              <a:t> </a:t>
            </a:r>
            <a:r>
              <a:rPr lang="en-US" sz="2800" dirty="0" err="1">
                <a:latin typeface="+mj-lt"/>
              </a:rPr>
              <a:t>Thành</a:t>
            </a:r>
            <a:r>
              <a:rPr lang="en-US" sz="2800" dirty="0">
                <a:latin typeface="+mj-lt"/>
              </a:rPr>
              <a:t> </a:t>
            </a:r>
          </a:p>
          <a:p>
            <a:pPr marL="457200" lvl="0" indent="-457200">
              <a:buFont typeface="Arial" panose="020B0604020202020204" pitchFamily="34" charset="0"/>
              <a:buChar char="•"/>
            </a:pPr>
            <a:r>
              <a:rPr lang="en-US" sz="2800" dirty="0">
                <a:latin typeface="+mj-lt"/>
              </a:rPr>
              <a:t>CNXH </a:t>
            </a:r>
            <a:r>
              <a:rPr lang="en-US" sz="2800" dirty="0" err="1">
                <a:latin typeface="+mj-lt"/>
              </a:rPr>
              <a:t>thế</a:t>
            </a:r>
            <a:r>
              <a:rPr lang="en-US" sz="2800" dirty="0">
                <a:latin typeface="+mj-lt"/>
              </a:rPr>
              <a:t> </a:t>
            </a:r>
            <a:r>
              <a:rPr lang="en-US" sz="2800" dirty="0" err="1">
                <a:latin typeface="+mj-lt"/>
              </a:rPr>
              <a:t>kỷ</a:t>
            </a:r>
            <a:r>
              <a:rPr lang="en-US" sz="2800" dirty="0">
                <a:latin typeface="+mj-lt"/>
              </a:rPr>
              <a:t> XXI: CN </a:t>
            </a:r>
            <a:r>
              <a:rPr lang="en-US" sz="2800" dirty="0" err="1">
                <a:latin typeface="+mj-lt"/>
              </a:rPr>
              <a:t>Mác</a:t>
            </a:r>
            <a:r>
              <a:rPr lang="en-US" sz="2800" dirty="0">
                <a:latin typeface="+mj-lt"/>
              </a:rPr>
              <a:t> – </a:t>
            </a:r>
            <a:r>
              <a:rPr lang="en-US" sz="2800" dirty="0" err="1">
                <a:latin typeface="+mj-lt"/>
              </a:rPr>
              <a:t>Lênin</a:t>
            </a:r>
            <a:r>
              <a:rPr lang="en-US" sz="2800" dirty="0">
                <a:latin typeface="+mj-lt"/>
              </a:rPr>
              <a:t>, TT </a:t>
            </a:r>
            <a:r>
              <a:rPr lang="en-US" sz="2800" dirty="0" err="1">
                <a:latin typeface="+mj-lt"/>
              </a:rPr>
              <a:t>Bôlivia</a:t>
            </a:r>
            <a:r>
              <a:rPr lang="en-US" sz="2800" dirty="0">
                <a:latin typeface="+mj-lt"/>
              </a:rPr>
              <a:t> </a:t>
            </a:r>
            <a:r>
              <a:rPr lang="en-US" sz="2800" dirty="0" err="1">
                <a:latin typeface="+mj-lt"/>
              </a:rPr>
              <a:t>và</a:t>
            </a:r>
            <a:r>
              <a:rPr lang="en-US" sz="2800" dirty="0">
                <a:latin typeface="+mj-lt"/>
              </a:rPr>
              <a:t> </a:t>
            </a:r>
            <a:r>
              <a:rPr lang="en-US" sz="2800" dirty="0" err="1">
                <a:latin typeface="+mj-lt"/>
              </a:rPr>
              <a:t>Kinh</a:t>
            </a:r>
            <a:r>
              <a:rPr lang="en-US" sz="2800" dirty="0">
                <a:latin typeface="+mj-lt"/>
              </a:rPr>
              <a:t> </a:t>
            </a:r>
            <a:r>
              <a:rPr lang="en-US" sz="2800" dirty="0" err="1">
                <a:latin typeface="+mj-lt"/>
              </a:rPr>
              <a:t>thánh</a:t>
            </a:r>
            <a:r>
              <a:rPr lang="en-US" sz="2800" dirty="0">
                <a:latin typeface="+mj-lt"/>
              </a:rPr>
              <a:t>…</a:t>
            </a:r>
          </a:p>
          <a:p>
            <a:endParaRPr lang="en-US" sz="2800" dirty="0">
              <a:latin typeface="+mj-lt"/>
            </a:endParaRPr>
          </a:p>
        </p:txBody>
      </p:sp>
    </p:spTree>
    <p:extLst>
      <p:ext uri="{BB962C8B-B14F-4D97-AF65-F5344CB8AC3E}">
        <p14:creationId xmlns:p14="http://schemas.microsoft.com/office/powerpoint/2010/main" val="204918870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28354"/>
                                        </p:tgtEl>
                                        <p:attrNameLst>
                                          <p:attrName>style.visibility</p:attrName>
                                        </p:attrNameLst>
                                      </p:cBhvr>
                                      <p:to>
                                        <p:strVal val="visible"/>
                                      </p:to>
                                    </p:set>
                                    <p:animEffect transition="in" filter="box(in)">
                                      <p:cBhvr>
                                        <p:cTn id="7" dur="500"/>
                                        <p:tgtEl>
                                          <p:spTgt spid="2283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8354"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en-US" sz="3400" b="1" dirty="0">
                <a:solidFill>
                  <a:srgbClr val="FF0000"/>
                </a:solidFill>
                <a:latin typeface="Times New Roman" panose="02020603050405020304" pitchFamily="18" charset="0"/>
                <a:cs typeface="Times New Roman" panose="02020603050405020304" pitchFamily="18" charset="0"/>
              </a:rPr>
              <a:t>1.</a:t>
            </a:r>
            <a:r>
              <a:rPr lang="vi-VN" sz="3400" b="1" dirty="0">
                <a:solidFill>
                  <a:srgbClr val="FF0000"/>
                </a:solidFill>
                <a:latin typeface="Times New Roman" panose="02020603050405020304" pitchFamily="18" charset="0"/>
                <a:cs typeface="Times New Roman" panose="02020603050405020304" pitchFamily="18" charset="0"/>
              </a:rPr>
              <a:t>3. Đối tượng, phương pháp và ý nghĩa của việc nghiên cứu Chủ nghĩa xã hội khoa học</a:t>
            </a:r>
            <a:endParaRPr lang="en-US" sz="34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53778" y="2408698"/>
            <a:ext cx="11475767" cy="4866198"/>
          </a:xfrm>
        </p:spPr>
        <p:txBody>
          <a:bodyPr/>
          <a:lstStyle/>
          <a:p>
            <a:pPr marL="0" indent="0" algn="just">
              <a:buNone/>
            </a:pPr>
            <a:r>
              <a:rPr lang="en-US" i="1" dirty="0">
                <a:latin typeface="Times New Roman" panose="02020603050405020304" pitchFamily="18" charset="0"/>
                <a:cs typeface="Times New Roman" panose="02020603050405020304" pitchFamily="18" charset="0"/>
              </a:rPr>
              <a:t>N</a:t>
            </a:r>
            <a:r>
              <a:rPr lang="vi-VN" i="1" dirty="0" smtClean="0">
                <a:latin typeface="Times New Roman" panose="02020603050405020304" pitchFamily="18" charset="0"/>
                <a:cs typeface="Times New Roman" panose="02020603050405020304" pitchFamily="18" charset="0"/>
              </a:rPr>
              <a:t>hững </a:t>
            </a:r>
            <a:r>
              <a:rPr lang="vi-VN" i="1" dirty="0">
                <a:latin typeface="Times New Roman" panose="02020603050405020304" pitchFamily="18" charset="0"/>
                <a:cs typeface="Times New Roman" panose="02020603050405020304" pitchFamily="18" charset="0"/>
              </a:rPr>
              <a:t>qui luật, tính qui luật chính trị- xã hội của quá trình phát sinh hình thành và phát triển của hình thái kinh tế- xã hội cộng sản chủ nghĩa mà giai đoạn thấp là chủ nghĩa xã hội; những nguyên tắc cơ bản, những điều kiện, những con đường và hình thức, phương pháp đấu tranh cách mạng của giai cấp công nhân và nhân dân lao động nhằm hiện thực hóa sự chuyển biến từ chủ nghĩa tư bản lên chủ nghĩa xã hội và chủ nghĩa cộng sản.</a:t>
            </a:r>
            <a:endParaRPr lang="en-US" dirty="0">
              <a:latin typeface="Times New Roman" panose="02020603050405020304" pitchFamily="18" charset="0"/>
              <a:cs typeface="Times New Roman" panose="02020603050405020304" pitchFamily="18" charset="0"/>
            </a:endParaRPr>
          </a:p>
        </p:txBody>
      </p:sp>
      <p:sp>
        <p:nvSpPr>
          <p:cNvPr id="4" name="TextBox 3"/>
          <p:cNvSpPr txBox="1"/>
          <p:nvPr/>
        </p:nvSpPr>
        <p:spPr>
          <a:xfrm>
            <a:off x="253778" y="1542063"/>
            <a:ext cx="10421006" cy="523220"/>
          </a:xfrm>
          <a:prstGeom prst="rect">
            <a:avLst/>
          </a:prstGeom>
          <a:noFill/>
        </p:spPr>
        <p:txBody>
          <a:bodyPr wrap="square" rtlCol="0">
            <a:spAutoFit/>
          </a:bodyPr>
          <a:lstStyle/>
          <a:p>
            <a:r>
              <a:rPr lang="en-US" sz="2800" dirty="0">
                <a:solidFill>
                  <a:srgbClr val="FF0000"/>
                </a:solidFill>
                <a:latin typeface="Times New Roman" panose="02020603050405020304" pitchFamily="18" charset="0"/>
                <a:cs typeface="Times New Roman" panose="02020603050405020304" pitchFamily="18" charset="0"/>
              </a:rPr>
              <a:t>1.</a:t>
            </a:r>
            <a:r>
              <a:rPr lang="vi-VN" sz="2800" dirty="0">
                <a:solidFill>
                  <a:srgbClr val="FF0000"/>
                </a:solidFill>
                <a:latin typeface="Times New Roman" panose="02020603050405020304" pitchFamily="18" charset="0"/>
                <a:cs typeface="Times New Roman" panose="02020603050405020304" pitchFamily="18" charset="0"/>
              </a:rPr>
              <a:t>3.1. Đối tượng nghiên cứu của Chủ nghĩa xã hội khoa </a:t>
            </a:r>
            <a:r>
              <a:rPr lang="vi-VN" sz="2800" dirty="0" smtClean="0">
                <a:solidFill>
                  <a:srgbClr val="FF0000"/>
                </a:solidFill>
                <a:latin typeface="Times New Roman" panose="02020603050405020304" pitchFamily="18" charset="0"/>
                <a:cs typeface="Times New Roman" panose="02020603050405020304" pitchFamily="18" charset="0"/>
              </a:rPr>
              <a:t>học</a:t>
            </a:r>
            <a:r>
              <a:rPr lang="en-US" sz="2800" dirty="0" smtClean="0">
                <a:solidFill>
                  <a:srgbClr val="FF0000"/>
                </a:solidFill>
                <a:latin typeface="Times New Roman" panose="02020603050405020304" pitchFamily="18" charset="0"/>
                <a:cs typeface="Times New Roman" panose="02020603050405020304" pitchFamily="18" charset="0"/>
              </a:rPr>
              <a:t>: </a:t>
            </a:r>
            <a:endParaRPr lang="en-US" sz="2800"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52931833"/>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en-US" sz="3400" b="1" dirty="0">
                <a:solidFill>
                  <a:srgbClr val="FF0000"/>
                </a:solidFill>
                <a:latin typeface="Times New Roman" panose="02020603050405020304" pitchFamily="18" charset="0"/>
                <a:cs typeface="Times New Roman" panose="02020603050405020304" pitchFamily="18" charset="0"/>
              </a:rPr>
              <a:t>1.</a:t>
            </a:r>
            <a:r>
              <a:rPr lang="vi-VN" sz="3400" b="1" dirty="0">
                <a:solidFill>
                  <a:srgbClr val="FF0000"/>
                </a:solidFill>
                <a:latin typeface="Times New Roman" panose="02020603050405020304" pitchFamily="18" charset="0"/>
                <a:cs typeface="Times New Roman" panose="02020603050405020304" pitchFamily="18" charset="0"/>
              </a:rPr>
              <a:t>3. Đối tượng, phương pháp và ý nghĩa của việc nghiên cứu Chủ nghĩa xã hội khoa học</a:t>
            </a:r>
            <a:endParaRPr lang="en-US" sz="34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53778" y="2408698"/>
            <a:ext cx="11475767" cy="4866198"/>
          </a:xfrm>
        </p:spPr>
        <p:txBody>
          <a:bodyPr/>
          <a:lstStyle/>
          <a:p>
            <a:pPr algn="just">
              <a:buFont typeface="Wingdings" panose="05000000000000000000" pitchFamily="2" charset="2"/>
              <a:buChar char="Ø"/>
            </a:pPr>
            <a:r>
              <a:rPr lang="en-US" dirty="0" smtClean="0">
                <a:latin typeface="+mj-lt"/>
              </a:rPr>
              <a:t> </a:t>
            </a:r>
            <a:r>
              <a:rPr lang="vi-VN" dirty="0" smtClean="0">
                <a:latin typeface="+mj-lt"/>
              </a:rPr>
              <a:t>Phương pháp kết hợp lịch sử - lôgíc</a:t>
            </a:r>
            <a:endParaRPr lang="en-US" dirty="0">
              <a:latin typeface="+mj-lt"/>
            </a:endParaRPr>
          </a:p>
          <a:p>
            <a:pPr algn="just">
              <a:buFont typeface="Wingdings" panose="05000000000000000000" pitchFamily="2" charset="2"/>
              <a:buChar char="Ø"/>
            </a:pPr>
            <a:r>
              <a:rPr lang="en-US" dirty="0" smtClean="0">
                <a:latin typeface="+mj-lt"/>
              </a:rPr>
              <a:t> </a:t>
            </a:r>
            <a:r>
              <a:rPr lang="vi-VN" dirty="0" smtClean="0">
                <a:latin typeface="+mj-lt"/>
              </a:rPr>
              <a:t>Phương </a:t>
            </a:r>
            <a:r>
              <a:rPr lang="vi-VN" dirty="0">
                <a:latin typeface="+mj-lt"/>
              </a:rPr>
              <a:t>pháp khảo sát và phân tích về mặt chính trị - xã hội </a:t>
            </a:r>
            <a:endParaRPr lang="en-US" dirty="0" smtClean="0">
              <a:latin typeface="+mj-lt"/>
            </a:endParaRPr>
          </a:p>
          <a:p>
            <a:pPr algn="just">
              <a:buFont typeface="Wingdings" panose="05000000000000000000" pitchFamily="2" charset="2"/>
              <a:buChar char="Ø"/>
            </a:pPr>
            <a:r>
              <a:rPr lang="en-US" dirty="0" smtClean="0">
                <a:latin typeface="+mj-lt"/>
              </a:rPr>
              <a:t> </a:t>
            </a:r>
            <a:r>
              <a:rPr lang="vi-VN" dirty="0" smtClean="0">
                <a:latin typeface="+mj-lt"/>
              </a:rPr>
              <a:t>Phương </a:t>
            </a:r>
            <a:r>
              <a:rPr lang="vi-VN" dirty="0">
                <a:latin typeface="+mj-lt"/>
              </a:rPr>
              <a:t>pháp so </a:t>
            </a:r>
            <a:r>
              <a:rPr lang="vi-VN" dirty="0" smtClean="0">
                <a:latin typeface="+mj-lt"/>
              </a:rPr>
              <a:t>sánh</a:t>
            </a:r>
            <a:endParaRPr lang="en-US" dirty="0" smtClean="0">
              <a:latin typeface="+mj-lt"/>
            </a:endParaRPr>
          </a:p>
          <a:p>
            <a:pPr algn="just">
              <a:buFont typeface="Wingdings" panose="05000000000000000000" pitchFamily="2" charset="2"/>
              <a:buChar char="Ø"/>
            </a:pPr>
            <a:r>
              <a:rPr lang="en-US" dirty="0" smtClean="0">
                <a:latin typeface="+mj-lt"/>
              </a:rPr>
              <a:t> </a:t>
            </a:r>
            <a:r>
              <a:rPr lang="vi-VN" dirty="0" smtClean="0">
                <a:latin typeface="+mj-lt"/>
              </a:rPr>
              <a:t>Các </a:t>
            </a:r>
            <a:r>
              <a:rPr lang="vi-VN" dirty="0">
                <a:latin typeface="+mj-lt"/>
              </a:rPr>
              <a:t>phương pháp có tính liên ngành</a:t>
            </a:r>
            <a:endParaRPr lang="en-US" dirty="0">
              <a:latin typeface="+mj-lt"/>
              <a:cs typeface="Times New Roman" panose="02020603050405020304" pitchFamily="18" charset="0"/>
            </a:endParaRPr>
          </a:p>
        </p:txBody>
      </p:sp>
      <p:sp>
        <p:nvSpPr>
          <p:cNvPr id="4" name="TextBox 3"/>
          <p:cNvSpPr txBox="1"/>
          <p:nvPr/>
        </p:nvSpPr>
        <p:spPr>
          <a:xfrm>
            <a:off x="253778" y="1542063"/>
            <a:ext cx="10421006" cy="523220"/>
          </a:xfrm>
          <a:prstGeom prst="rect">
            <a:avLst/>
          </a:prstGeom>
          <a:noFill/>
        </p:spPr>
        <p:txBody>
          <a:bodyPr wrap="square" rtlCol="0">
            <a:spAutoFit/>
          </a:bodyPr>
          <a:lstStyle/>
          <a:p>
            <a:r>
              <a:rPr lang="en-US" sz="2800" dirty="0">
                <a:solidFill>
                  <a:srgbClr val="FF0000"/>
                </a:solidFill>
                <a:latin typeface="Times New Roman" panose="02020603050405020304" pitchFamily="18" charset="0"/>
                <a:cs typeface="Times New Roman" panose="02020603050405020304" pitchFamily="18" charset="0"/>
              </a:rPr>
              <a:t>1.</a:t>
            </a:r>
            <a:r>
              <a:rPr lang="vi-VN" sz="2800" dirty="0" smtClean="0">
                <a:solidFill>
                  <a:srgbClr val="FF0000"/>
                </a:solidFill>
                <a:latin typeface="Times New Roman" panose="02020603050405020304" pitchFamily="18" charset="0"/>
                <a:cs typeface="Times New Roman" panose="02020603050405020304" pitchFamily="18" charset="0"/>
              </a:rPr>
              <a:t>3.</a:t>
            </a:r>
            <a:r>
              <a:rPr lang="en-US" sz="2800" dirty="0" smtClean="0">
                <a:solidFill>
                  <a:srgbClr val="FF0000"/>
                </a:solidFill>
                <a:latin typeface="Times New Roman" panose="02020603050405020304" pitchFamily="18" charset="0"/>
                <a:cs typeface="Times New Roman" panose="02020603050405020304" pitchFamily="18" charset="0"/>
              </a:rPr>
              <a:t>2</a:t>
            </a:r>
            <a:r>
              <a:rPr lang="vi-VN" sz="2800" dirty="0" smtClean="0">
                <a:solidFill>
                  <a:srgbClr val="FF0000"/>
                </a:solidFill>
                <a:latin typeface="Times New Roman" panose="02020603050405020304" pitchFamily="18" charset="0"/>
                <a:cs typeface="Times New Roman" panose="02020603050405020304" pitchFamily="18" charset="0"/>
              </a:rPr>
              <a:t>. </a:t>
            </a:r>
            <a:r>
              <a:rPr lang="vi-VN" sz="2800" dirty="0">
                <a:solidFill>
                  <a:srgbClr val="FF0000"/>
                </a:solidFill>
                <a:latin typeface="Times New Roman" panose="02020603050405020304" pitchFamily="18" charset="0"/>
                <a:cs typeface="Times New Roman" panose="02020603050405020304" pitchFamily="18" charset="0"/>
              </a:rPr>
              <a:t>Phương pháp nghiên cứu của Chủ nghĩa xã hội khoa học</a:t>
            </a:r>
            <a:r>
              <a:rPr lang="en-US" sz="2800" dirty="0" smtClean="0">
                <a:solidFill>
                  <a:srgbClr val="FF0000"/>
                </a:solidFill>
                <a:latin typeface="Times New Roman" panose="02020603050405020304" pitchFamily="18" charset="0"/>
                <a:cs typeface="Times New Roman" panose="02020603050405020304" pitchFamily="18" charset="0"/>
              </a:rPr>
              <a:t>: </a:t>
            </a:r>
            <a:endParaRPr lang="en-US" sz="2800"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44496434"/>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en-US" sz="3400" b="1" dirty="0">
                <a:solidFill>
                  <a:srgbClr val="FF0000"/>
                </a:solidFill>
                <a:latin typeface="Times New Roman" panose="02020603050405020304" pitchFamily="18" charset="0"/>
                <a:cs typeface="Times New Roman" panose="02020603050405020304" pitchFamily="18" charset="0"/>
              </a:rPr>
              <a:t>1.</a:t>
            </a:r>
            <a:r>
              <a:rPr lang="vi-VN" sz="3400" b="1" dirty="0">
                <a:solidFill>
                  <a:srgbClr val="FF0000"/>
                </a:solidFill>
                <a:latin typeface="Times New Roman" panose="02020603050405020304" pitchFamily="18" charset="0"/>
                <a:cs typeface="Times New Roman" panose="02020603050405020304" pitchFamily="18" charset="0"/>
              </a:rPr>
              <a:t>3. Đối tượng, phương pháp và ý nghĩa của việc nghiên cứu Chủ nghĩa xã hội khoa học</a:t>
            </a:r>
            <a:endParaRPr lang="en-US" sz="3400" dirty="0">
              <a:solidFill>
                <a:srgbClr val="FF0000"/>
              </a:solidFill>
              <a:latin typeface="Times New Roman" panose="02020603050405020304" pitchFamily="18" charset="0"/>
              <a:cs typeface="Times New Roman" panose="02020603050405020304" pitchFamily="18" charset="0"/>
            </a:endParaRPr>
          </a:p>
        </p:txBody>
      </p:sp>
      <p:sp>
        <p:nvSpPr>
          <p:cNvPr id="4" name="TextBox 3"/>
          <p:cNvSpPr txBox="1"/>
          <p:nvPr/>
        </p:nvSpPr>
        <p:spPr>
          <a:xfrm>
            <a:off x="253778" y="1542063"/>
            <a:ext cx="10421006" cy="523220"/>
          </a:xfrm>
          <a:prstGeom prst="rect">
            <a:avLst/>
          </a:prstGeom>
          <a:noFill/>
        </p:spPr>
        <p:txBody>
          <a:bodyPr wrap="square" rtlCol="0">
            <a:spAutoFit/>
          </a:bodyPr>
          <a:lstStyle/>
          <a:p>
            <a:r>
              <a:rPr lang="en-US" sz="2800" dirty="0">
                <a:solidFill>
                  <a:srgbClr val="FF0000"/>
                </a:solidFill>
                <a:latin typeface="Times New Roman" panose="02020603050405020304" pitchFamily="18" charset="0"/>
                <a:cs typeface="Times New Roman" panose="02020603050405020304" pitchFamily="18" charset="0"/>
              </a:rPr>
              <a:t>1.</a:t>
            </a:r>
            <a:r>
              <a:rPr lang="vi-VN" sz="2800" dirty="0">
                <a:solidFill>
                  <a:srgbClr val="FF0000"/>
                </a:solidFill>
                <a:latin typeface="Times New Roman" panose="02020603050405020304" pitchFamily="18" charset="0"/>
                <a:cs typeface="Times New Roman" panose="02020603050405020304" pitchFamily="18" charset="0"/>
              </a:rPr>
              <a:t>3.3. Ý nghĩa của việc nghiên cứu Chủ nghĩa xã hội khoa học</a:t>
            </a:r>
            <a:r>
              <a:rPr lang="en-US" sz="2800" dirty="0" smtClean="0">
                <a:solidFill>
                  <a:srgbClr val="FF0000"/>
                </a:solidFill>
                <a:latin typeface="Times New Roman" panose="02020603050405020304" pitchFamily="18" charset="0"/>
                <a:cs typeface="Times New Roman" panose="02020603050405020304" pitchFamily="18" charset="0"/>
              </a:rPr>
              <a:t>: </a:t>
            </a:r>
            <a:endParaRPr lang="en-US" sz="2800" dirty="0">
              <a:solidFill>
                <a:srgbClr val="FF0000"/>
              </a:solidFill>
              <a:latin typeface="Times New Roman" panose="02020603050405020304" pitchFamily="18" charset="0"/>
              <a:cs typeface="Times New Roman" panose="02020603050405020304" pitchFamily="18" charset="0"/>
            </a:endParaRPr>
          </a:p>
        </p:txBody>
      </p:sp>
      <p:sp>
        <p:nvSpPr>
          <p:cNvPr id="5" name="Rounded Rectangle 4"/>
          <p:cNvSpPr/>
          <p:nvPr/>
        </p:nvSpPr>
        <p:spPr>
          <a:xfrm>
            <a:off x="1749972" y="2492735"/>
            <a:ext cx="2459421" cy="327744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2800" i="1" dirty="0">
                <a:latin typeface="Times New Roman" panose="02020603050405020304" pitchFamily="18" charset="0"/>
                <a:cs typeface="Times New Roman" panose="02020603050405020304" pitchFamily="18" charset="0"/>
              </a:rPr>
              <a:t>Về mặt lý luận</a:t>
            </a:r>
            <a:endParaRPr lang="en-US" sz="2800" dirty="0"/>
          </a:p>
        </p:txBody>
      </p:sp>
      <p:sp>
        <p:nvSpPr>
          <p:cNvPr id="6" name="Rounded Rectangle 5"/>
          <p:cNvSpPr/>
          <p:nvPr/>
        </p:nvSpPr>
        <p:spPr>
          <a:xfrm>
            <a:off x="7433441" y="2492734"/>
            <a:ext cx="2483069" cy="327744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2800" i="1" dirty="0">
                <a:latin typeface="Times New Roman" panose="02020603050405020304" pitchFamily="18" charset="0"/>
                <a:cs typeface="Times New Roman" panose="02020603050405020304" pitchFamily="18" charset="0"/>
              </a:rPr>
              <a:t>Về mặt thực tiễn</a:t>
            </a: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4626592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7729</TotalTime>
  <Words>2486</Words>
  <Application>Microsoft Office PowerPoint</Application>
  <PresentationFormat>Widescreen</PresentationFormat>
  <Paragraphs>284</Paragraphs>
  <Slides>36</Slides>
  <Notes>9</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36</vt:i4>
      </vt:variant>
    </vt:vector>
  </HeadingPairs>
  <TitlesOfParts>
    <vt:vector size="50" baseType="lpstr">
      <vt:lpstr>游ゴシック</vt:lpstr>
      <vt:lpstr>.VnArial</vt:lpstr>
      <vt:lpstr>.VnAvantH</vt:lpstr>
      <vt:lpstr>.VnTime</vt:lpstr>
      <vt:lpstr>.VnTimeH</vt:lpstr>
      <vt:lpstr>.VnVogue</vt:lpstr>
      <vt:lpstr>.VnVogueH</vt:lpstr>
      <vt:lpstr>Arial</vt:lpstr>
      <vt:lpstr>Arial Đen</vt:lpstr>
      <vt:lpstr>Calibri</vt:lpstr>
      <vt:lpstr>Calibri Light</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SỰ RA ĐỜI VÀ PHÁT TRIỂN CỦA CNXH KHOA HỌC</vt:lpstr>
      <vt:lpstr>PHÂN LOẠI CNXH</vt:lpstr>
      <vt:lpstr>PowerPoint Presentation</vt:lpstr>
      <vt:lpstr>Điều kiện chính trị - xã hội</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1.2.1. C.Mác và Ph.Ăngghen phát triển CNXH KH </vt:lpstr>
      <vt:lpstr>Thời kỳ từ 1848 đến 1871 (Công xã Pari)</vt:lpstr>
      <vt:lpstr>PowerPoint Presentation</vt:lpstr>
      <vt:lpstr>PowerPoint Presentation</vt:lpstr>
      <vt:lpstr>Thời kỳ từ 1848 đến 1871 (Công xã Pari)</vt:lpstr>
      <vt:lpstr>Thời kỳ từ sau Công xã Pari đến 1895</vt:lpstr>
      <vt:lpstr>PowerPoint Presentation</vt:lpstr>
      <vt:lpstr>Thời kỳ từ sau Công xã Pari đến 1895</vt:lpstr>
      <vt:lpstr>Thời kỳ từ sau Công xã Pari đến 1895</vt:lpstr>
      <vt:lpstr>PowerPoint Presentation</vt:lpstr>
      <vt:lpstr>Thời kỳ từ sau Công xã Pari đến 1895</vt:lpstr>
      <vt:lpstr>1.2.2. V.I.Lênin vận dụng và phát triển CNXH KH trong điều kiện mới</vt:lpstr>
      <vt:lpstr>1.2.2. V.I.Lênin vận dụng và phát triển CNXH KH trong điều kiện mới</vt:lpstr>
      <vt:lpstr> CNXH SAU KHI LÊNIN QUA ĐỜI ĐẾN NAY</vt:lpstr>
      <vt:lpstr>1.3. Đối tượng, phương pháp và ý nghĩa của việc nghiên cứu Chủ nghĩa xã hội khoa học</vt:lpstr>
      <vt:lpstr>1.3. Đối tượng, phương pháp và ý nghĩa của việc nghiên cứu Chủ nghĩa xã hội khoa học</vt:lpstr>
      <vt:lpstr>1.3. Đối tượng, phương pháp và ý nghĩa của việc nghiên cứu Chủ nghĩa xã hội khoa học</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Toan Le</dc:creator>
  <cp:lastModifiedBy>Admin</cp:lastModifiedBy>
  <cp:revision>132</cp:revision>
  <dcterms:created xsi:type="dcterms:W3CDTF">2020-07-15T05:19:11Z</dcterms:created>
  <dcterms:modified xsi:type="dcterms:W3CDTF">2023-01-30T09:28:42Z</dcterms:modified>
</cp:coreProperties>
</file>