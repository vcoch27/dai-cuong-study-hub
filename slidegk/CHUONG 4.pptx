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handoutMasterIdLst>
    <p:handoutMasterId r:id="rId50"/>
  </p:handoutMasterIdLst>
  <p:sldIdLst>
    <p:sldId id="304" r:id="rId2"/>
    <p:sldId id="307"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59" autoAdjust="0"/>
    <p:restoredTop sz="89747"/>
  </p:normalViewPr>
  <p:slideViewPr>
    <p:cSldViewPr snapToGrid="0">
      <p:cViewPr varScale="1">
        <p:scale>
          <a:sx n="58" d="100"/>
          <a:sy n="58" d="100"/>
        </p:scale>
        <p:origin x="656" y="32"/>
      </p:cViewPr>
      <p:guideLst>
        <p:guide orient="horz" pos="2160"/>
        <p:guide pos="3840"/>
      </p:guideLst>
    </p:cSldViewPr>
  </p:slideViewPr>
  <p:notesTextViewPr>
    <p:cViewPr>
      <p:scale>
        <a:sx n="1" d="1"/>
        <a:sy n="1" d="1"/>
      </p:scale>
      <p:origin x="0" y="0"/>
    </p:cViewPr>
  </p:notesTextViewPr>
  <p:notesViewPr>
    <p:cSldViewPr snapToGrid="0">
      <p:cViewPr varScale="1">
        <p:scale>
          <a:sx n="53" d="100"/>
          <a:sy n="53" d="100"/>
        </p:scale>
        <p:origin x="1986"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390029-2981-48AB-BCDE-E7B99F69AC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9E13EAA-E463-473E-8FA5-416C0BEB43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3E5DD-FE26-4A43-9FC2-607ACF25AE17}" type="datetimeFigureOut">
              <a:rPr lang="en-US" smtClean="0"/>
              <a:t>3/17/2026</a:t>
            </a:fld>
            <a:endParaRPr lang="en-US" dirty="0"/>
          </a:p>
        </p:txBody>
      </p:sp>
      <p:sp>
        <p:nvSpPr>
          <p:cNvPr id="4" name="Footer Placeholder 3">
            <a:extLst>
              <a:ext uri="{FF2B5EF4-FFF2-40B4-BE49-F238E27FC236}">
                <a16:creationId xmlns:a16="http://schemas.microsoft.com/office/drawing/2014/main" id="{012E6E36-07C1-47E7-BC3C-45180E8E82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C453305-BBEE-4DEA-9540-C6AC9C870C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5794F4-726C-4777-8F27-19A841922AF3}" type="slidenum">
              <a:rPr lang="en-US" smtClean="0"/>
              <a:t>‹#›</a:t>
            </a:fld>
            <a:endParaRPr lang="en-US" dirty="0"/>
          </a:p>
        </p:txBody>
      </p:sp>
    </p:spTree>
    <p:extLst>
      <p:ext uri="{BB962C8B-B14F-4D97-AF65-F5344CB8AC3E}">
        <p14:creationId xmlns:p14="http://schemas.microsoft.com/office/powerpoint/2010/main" val="462891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2EB55-B567-2D4C-B847-F70BF368BAE2}" type="datetimeFigureOut">
              <a:rPr lang="x-none" smtClean="0"/>
              <a:t>3/17/2026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67767-766C-FF4A-8F17-25D8402747FE}" type="slidenum">
              <a:rPr lang="x-none" smtClean="0"/>
              <a:t>‹#›</a:t>
            </a:fld>
            <a:endParaRPr lang="x-none"/>
          </a:p>
        </p:txBody>
      </p:sp>
    </p:spTree>
    <p:extLst>
      <p:ext uri="{BB962C8B-B14F-4D97-AF65-F5344CB8AC3E}">
        <p14:creationId xmlns:p14="http://schemas.microsoft.com/office/powerpoint/2010/main" val="2330804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03B074-D1FF-4A86-8923-F32ECCF3804B}" type="slidenum">
              <a:rPr lang="en-US"/>
              <a:pPr/>
              <a:t>12</a:t>
            </a:fld>
            <a:endParaRPr lang="en-US"/>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9982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atin typeface="Arial" panose="020B0604020202020204" pitchFamily="34" charset="0"/>
              <a:cs typeface="Arial" panose="020B0604020202020204" pitchFamily="34" charset="0"/>
            </a:endParaRPr>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5B4402F-503F-460B-AD06-EEE96DC9753A}" type="slidenum">
              <a:rPr lang="en-US" b="0">
                <a:latin typeface="Arial" panose="020B0604020202020204" pitchFamily="34" charset="0"/>
              </a:rPr>
              <a:pPr eaLnBrk="1" hangingPunct="1"/>
              <a:t>19</a:t>
            </a:fld>
            <a:endParaRPr lang="en-US" b="0">
              <a:latin typeface="Arial" panose="020B0604020202020204" pitchFamily="34" charset="0"/>
            </a:endParaRPr>
          </a:p>
        </p:txBody>
      </p:sp>
    </p:spTree>
    <p:extLst>
      <p:ext uri="{BB962C8B-B14F-4D97-AF65-F5344CB8AC3E}">
        <p14:creationId xmlns:p14="http://schemas.microsoft.com/office/powerpoint/2010/main" val="33824408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E262-AC4C-4B7A-ADC6-6007ED9181D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72112F4-D35C-410B-91EC-4FE6F71957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79324D-0446-4F16-A839-924D8A2BF482}"/>
              </a:ext>
            </a:extLst>
          </p:cNvPr>
          <p:cNvSpPr>
            <a:spLocks noGrp="1"/>
          </p:cNvSpPr>
          <p:nvPr>
            <p:ph type="dt" sz="half" idx="10"/>
          </p:nvPr>
        </p:nvSpPr>
        <p:spPr/>
        <p:txBody>
          <a:bodyPr/>
          <a:lstStyle/>
          <a:p>
            <a:fld id="{E0754977-E08A-F047-B9A4-96BB2876FE7A}" type="datetime1">
              <a:rPr lang="en-US" smtClean="0"/>
              <a:t>3/17/2026</a:t>
            </a:fld>
            <a:endParaRPr lang="en-US" dirty="0"/>
          </a:p>
        </p:txBody>
      </p:sp>
      <p:sp>
        <p:nvSpPr>
          <p:cNvPr id="5" name="Footer Placeholder 4">
            <a:extLst>
              <a:ext uri="{FF2B5EF4-FFF2-40B4-BE49-F238E27FC236}">
                <a16:creationId xmlns:a16="http://schemas.microsoft.com/office/drawing/2014/main" id="{2F73E383-08A0-4BDF-80F9-577BE740490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26EA5BC-C7FE-4425-A443-77275EF64708}"/>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435491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24980-BF35-4A49-8D81-AECE263785E2}"/>
              </a:ext>
            </a:extLst>
          </p:cNvPr>
          <p:cNvSpPr>
            <a:spLocks noGrp="1"/>
          </p:cNvSpPr>
          <p:nvPr>
            <p:ph type="title"/>
          </p:nvPr>
        </p:nvSpPr>
        <p:spPr>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68795748-6D0C-4A53-BC50-FC1E202E0CD6}"/>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9A07337-B443-4BD0-825C-61BF83FC3B7C}"/>
              </a:ext>
            </a:extLst>
          </p:cNvPr>
          <p:cNvSpPr>
            <a:spLocks noGrp="1"/>
          </p:cNvSpPr>
          <p:nvPr>
            <p:ph type="dt" sz="half" idx="10"/>
          </p:nvPr>
        </p:nvSpPr>
        <p:spPr/>
        <p:txBody>
          <a:bodyPr/>
          <a:lstStyle/>
          <a:p>
            <a:fld id="{24568D3B-C041-D345-B852-EBDD35A0CDF9}" type="datetime1">
              <a:rPr lang="en-US" smtClean="0"/>
              <a:t>3/17/2026</a:t>
            </a:fld>
            <a:endParaRPr lang="en-US" dirty="0"/>
          </a:p>
        </p:txBody>
      </p:sp>
      <p:sp>
        <p:nvSpPr>
          <p:cNvPr id="5" name="Footer Placeholder 4">
            <a:extLst>
              <a:ext uri="{FF2B5EF4-FFF2-40B4-BE49-F238E27FC236}">
                <a16:creationId xmlns:a16="http://schemas.microsoft.com/office/drawing/2014/main" id="{03E36922-3BFD-4B83-93D2-3A49A46EE5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1908070-017C-4F44-BFFD-FC98AD5AE0DD}"/>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1853450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1804-498D-4E69-AD37-B628C2FB9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9426D9-177C-42CA-B5AA-189C9CD42B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CEABB9-4F57-4FAF-B7E5-86EB164207B4}"/>
              </a:ext>
            </a:extLst>
          </p:cNvPr>
          <p:cNvSpPr>
            <a:spLocks noGrp="1"/>
          </p:cNvSpPr>
          <p:nvPr>
            <p:ph type="dt" sz="half" idx="10"/>
          </p:nvPr>
        </p:nvSpPr>
        <p:spPr/>
        <p:txBody>
          <a:bodyPr/>
          <a:lstStyle/>
          <a:p>
            <a:fld id="{6C42367B-55C7-D442-AE09-C8367E30978A}" type="datetime1">
              <a:rPr lang="en-US" smtClean="0"/>
              <a:t>3/17/2026</a:t>
            </a:fld>
            <a:endParaRPr lang="en-US" dirty="0"/>
          </a:p>
        </p:txBody>
      </p:sp>
      <p:sp>
        <p:nvSpPr>
          <p:cNvPr id="5" name="Footer Placeholder 4">
            <a:extLst>
              <a:ext uri="{FF2B5EF4-FFF2-40B4-BE49-F238E27FC236}">
                <a16:creationId xmlns:a16="http://schemas.microsoft.com/office/drawing/2014/main" id="{A0B093DB-344E-4593-9A83-11B6874F9D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DABE9DB-5A83-447B-B009-31608127070B}"/>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226247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E839-DE65-4CAB-B3CE-B678773023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F086A7-4BC5-4570-AE26-D8AA1652F3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A88F1F-9CC7-4106-8C68-BF579089D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288B53-A651-4336-B770-344B1E201AFA}"/>
              </a:ext>
            </a:extLst>
          </p:cNvPr>
          <p:cNvSpPr>
            <a:spLocks noGrp="1"/>
          </p:cNvSpPr>
          <p:nvPr>
            <p:ph type="dt" sz="half" idx="10"/>
          </p:nvPr>
        </p:nvSpPr>
        <p:spPr/>
        <p:txBody>
          <a:bodyPr/>
          <a:lstStyle/>
          <a:p>
            <a:fld id="{6A16EA2B-7E3B-3B47-8BCF-32328E684FC6}" type="datetime1">
              <a:rPr lang="en-US" smtClean="0"/>
              <a:t>3/17/2026</a:t>
            </a:fld>
            <a:endParaRPr lang="en-US" dirty="0"/>
          </a:p>
        </p:txBody>
      </p:sp>
      <p:sp>
        <p:nvSpPr>
          <p:cNvPr id="6" name="Footer Placeholder 5">
            <a:extLst>
              <a:ext uri="{FF2B5EF4-FFF2-40B4-BE49-F238E27FC236}">
                <a16:creationId xmlns:a16="http://schemas.microsoft.com/office/drawing/2014/main" id="{D70CF91C-C248-4A8B-A893-7F52D55A40C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CF278CD-1478-4D00-B646-CC9F4D61E54D}"/>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736692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7060-DFDF-4549-B5F1-5947FAE27F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5F5FE2-55FC-44E0-9092-5B88570667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35F6A-63D9-4832-80CC-3842845229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BF4741-D763-4DC6-B7E9-6EB3D9A4C6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DA4651-74F8-47BD-B89F-4F9C08501A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A191C2-CE7E-48BF-97CF-289362B6C65C}"/>
              </a:ext>
            </a:extLst>
          </p:cNvPr>
          <p:cNvSpPr>
            <a:spLocks noGrp="1"/>
          </p:cNvSpPr>
          <p:nvPr>
            <p:ph type="dt" sz="half" idx="10"/>
          </p:nvPr>
        </p:nvSpPr>
        <p:spPr/>
        <p:txBody>
          <a:bodyPr/>
          <a:lstStyle/>
          <a:p>
            <a:fld id="{2E553C5A-607A-5A4B-AF70-505EBF7DC59B}" type="datetime1">
              <a:rPr lang="en-US" smtClean="0"/>
              <a:t>3/17/2026</a:t>
            </a:fld>
            <a:endParaRPr lang="en-US" dirty="0"/>
          </a:p>
        </p:txBody>
      </p:sp>
      <p:sp>
        <p:nvSpPr>
          <p:cNvPr id="8" name="Footer Placeholder 7">
            <a:extLst>
              <a:ext uri="{FF2B5EF4-FFF2-40B4-BE49-F238E27FC236}">
                <a16:creationId xmlns:a16="http://schemas.microsoft.com/office/drawing/2014/main" id="{E0DC2448-1BCA-4E45-939A-A3528F1F3F7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78526AD-4B2F-4F99-9EED-6B6199E3A638}"/>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2226008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6D6A-5EDF-4047-9E54-4728D15088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3855F7-40C2-4B53-87CF-0DB6BBE3EC5D}"/>
              </a:ext>
            </a:extLst>
          </p:cNvPr>
          <p:cNvSpPr>
            <a:spLocks noGrp="1"/>
          </p:cNvSpPr>
          <p:nvPr>
            <p:ph type="dt" sz="half" idx="10"/>
          </p:nvPr>
        </p:nvSpPr>
        <p:spPr/>
        <p:txBody>
          <a:bodyPr/>
          <a:lstStyle/>
          <a:p>
            <a:fld id="{158CF784-253D-B648-8E48-70B093E81C4D}" type="datetime1">
              <a:rPr lang="en-US" smtClean="0"/>
              <a:t>3/17/2026</a:t>
            </a:fld>
            <a:endParaRPr lang="en-US" dirty="0"/>
          </a:p>
        </p:txBody>
      </p:sp>
      <p:sp>
        <p:nvSpPr>
          <p:cNvPr id="4" name="Footer Placeholder 3">
            <a:extLst>
              <a:ext uri="{FF2B5EF4-FFF2-40B4-BE49-F238E27FC236}">
                <a16:creationId xmlns:a16="http://schemas.microsoft.com/office/drawing/2014/main" id="{2CEA971A-6A7E-47DC-9043-B082EA5AF91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2227C2-5BF9-4B9A-84BC-BFF9DA421486}"/>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88633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B45176-22FF-4961-8952-A67A54CB0F4E}"/>
              </a:ext>
            </a:extLst>
          </p:cNvPr>
          <p:cNvSpPr>
            <a:spLocks noGrp="1"/>
          </p:cNvSpPr>
          <p:nvPr>
            <p:ph type="dt" sz="half" idx="10"/>
          </p:nvPr>
        </p:nvSpPr>
        <p:spPr/>
        <p:txBody>
          <a:bodyPr/>
          <a:lstStyle/>
          <a:p>
            <a:fld id="{5EAFB58A-2C6E-4A45-9DC6-6BBD59CECD5D}" type="datetime1">
              <a:rPr lang="en-US" smtClean="0"/>
              <a:t>3/17/2026</a:t>
            </a:fld>
            <a:endParaRPr lang="en-US" dirty="0"/>
          </a:p>
        </p:txBody>
      </p:sp>
      <p:sp>
        <p:nvSpPr>
          <p:cNvPr id="3" name="Footer Placeholder 2">
            <a:extLst>
              <a:ext uri="{FF2B5EF4-FFF2-40B4-BE49-F238E27FC236}">
                <a16:creationId xmlns:a16="http://schemas.microsoft.com/office/drawing/2014/main" id="{81315661-A99E-49FD-BA38-7F267735897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4C59D72-3A2F-495E-8B2C-3A7EEEE140BE}"/>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56227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4A89-3D7B-42B4-9E6E-F3149D8D7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3C0B0C-FF1F-413C-92E3-F557F43BD6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F98F7E-248C-4F47-AC0E-AAE1C7610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552F0-2AC8-4BCB-9F52-0BBC85EFB6D7}"/>
              </a:ext>
            </a:extLst>
          </p:cNvPr>
          <p:cNvSpPr>
            <a:spLocks noGrp="1"/>
          </p:cNvSpPr>
          <p:nvPr>
            <p:ph type="dt" sz="half" idx="10"/>
          </p:nvPr>
        </p:nvSpPr>
        <p:spPr/>
        <p:txBody>
          <a:bodyPr/>
          <a:lstStyle/>
          <a:p>
            <a:fld id="{BA0168E8-D6EE-0D44-8F38-DB52A9F37FF2}" type="datetime1">
              <a:rPr lang="en-US" smtClean="0"/>
              <a:t>3/17/2026</a:t>
            </a:fld>
            <a:endParaRPr lang="en-US" dirty="0"/>
          </a:p>
        </p:txBody>
      </p:sp>
      <p:sp>
        <p:nvSpPr>
          <p:cNvPr id="6" name="Footer Placeholder 5">
            <a:extLst>
              <a:ext uri="{FF2B5EF4-FFF2-40B4-BE49-F238E27FC236}">
                <a16:creationId xmlns:a16="http://schemas.microsoft.com/office/drawing/2014/main" id="{53274349-E594-4DF3-B059-2B4269B18B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133C74-FB69-48DA-B2A7-F8BD6DF196A9}"/>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888131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9F0D-C54A-4FDC-B3DC-DAD517F4CD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6B7E17-F590-46EA-B1D1-F719E9727B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A1D0057-40C6-42C4-BDAC-F64C3D26EA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F7D14-3148-4C96-95A6-EDADD31135FF}"/>
              </a:ext>
            </a:extLst>
          </p:cNvPr>
          <p:cNvSpPr>
            <a:spLocks noGrp="1"/>
          </p:cNvSpPr>
          <p:nvPr>
            <p:ph type="dt" sz="half" idx="10"/>
          </p:nvPr>
        </p:nvSpPr>
        <p:spPr/>
        <p:txBody>
          <a:bodyPr/>
          <a:lstStyle/>
          <a:p>
            <a:fld id="{C6FAB974-810E-5348-BF8B-8BC7BF2D3C52}" type="datetime1">
              <a:rPr lang="en-US" smtClean="0"/>
              <a:t>3/17/2026</a:t>
            </a:fld>
            <a:endParaRPr lang="en-US" dirty="0"/>
          </a:p>
        </p:txBody>
      </p:sp>
      <p:sp>
        <p:nvSpPr>
          <p:cNvPr id="6" name="Footer Placeholder 5">
            <a:extLst>
              <a:ext uri="{FF2B5EF4-FFF2-40B4-BE49-F238E27FC236}">
                <a16:creationId xmlns:a16="http://schemas.microsoft.com/office/drawing/2014/main" id="{AAEE2927-EBDB-4128-8B13-B2D4DDFC86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0423B5A-4E7E-4DB2-AFC0-3F36C12E7463}"/>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2255549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63F9-EA5C-486C-A37E-D7713527F7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467F49-C68D-462B-87CB-8F67E37CA3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95383-E7C3-4CB5-80AA-C610D683E440}"/>
              </a:ext>
            </a:extLst>
          </p:cNvPr>
          <p:cNvSpPr>
            <a:spLocks noGrp="1"/>
          </p:cNvSpPr>
          <p:nvPr>
            <p:ph type="dt" sz="half" idx="10"/>
          </p:nvPr>
        </p:nvSpPr>
        <p:spPr/>
        <p:txBody>
          <a:bodyPr/>
          <a:lstStyle/>
          <a:p>
            <a:fld id="{4B46B2D7-D800-674A-B364-511F3631DE4B}" type="datetime1">
              <a:rPr lang="en-US" smtClean="0"/>
              <a:t>3/17/2026</a:t>
            </a:fld>
            <a:endParaRPr lang="en-US" dirty="0"/>
          </a:p>
        </p:txBody>
      </p:sp>
      <p:sp>
        <p:nvSpPr>
          <p:cNvPr id="5" name="Footer Placeholder 4">
            <a:extLst>
              <a:ext uri="{FF2B5EF4-FFF2-40B4-BE49-F238E27FC236}">
                <a16:creationId xmlns:a16="http://schemas.microsoft.com/office/drawing/2014/main" id="{49159819-1C43-48D9-B06D-128C5DD600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324824-5F31-4078-9A59-E89EDEBFCDA7}"/>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989816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D09853-61E0-4390-8E9F-80EC16364D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01FD2A-5714-4A54-AC83-4D08E66B36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734179-3DE8-484B-BB9C-6FB8FF4BED10}"/>
              </a:ext>
            </a:extLst>
          </p:cNvPr>
          <p:cNvSpPr>
            <a:spLocks noGrp="1"/>
          </p:cNvSpPr>
          <p:nvPr>
            <p:ph type="dt" sz="half" idx="10"/>
          </p:nvPr>
        </p:nvSpPr>
        <p:spPr/>
        <p:txBody>
          <a:bodyPr/>
          <a:lstStyle/>
          <a:p>
            <a:fld id="{9ACC3314-96EC-3C4F-9EED-E697FF5FE31D}" type="datetime1">
              <a:rPr lang="en-US" smtClean="0"/>
              <a:t>3/17/2026</a:t>
            </a:fld>
            <a:endParaRPr lang="en-US" dirty="0"/>
          </a:p>
        </p:txBody>
      </p:sp>
      <p:sp>
        <p:nvSpPr>
          <p:cNvPr id="5" name="Footer Placeholder 4">
            <a:extLst>
              <a:ext uri="{FF2B5EF4-FFF2-40B4-BE49-F238E27FC236}">
                <a16:creationId xmlns:a16="http://schemas.microsoft.com/office/drawing/2014/main" id="{319F180E-CEC1-4CC3-88B7-9723E5DFD8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6EB187-43D3-484D-8653-C7F383719E71}"/>
              </a:ext>
            </a:extLst>
          </p:cNvPr>
          <p:cNvSpPr>
            <a:spLocks noGrp="1"/>
          </p:cNvSpPr>
          <p:nvPr>
            <p:ph type="sldNum" sz="quarter" idx="12"/>
          </p:nvPr>
        </p:nvSpPr>
        <p:spPr/>
        <p:txBody>
          <a:bodyPr/>
          <a:lstStyle/>
          <a:p>
            <a:fld id="{72038F0E-1542-4FC7-95E4-43F9E44E78EF}" type="slidenum">
              <a:rPr lang="en-US" smtClean="0"/>
              <a:t>‹#›</a:t>
            </a:fld>
            <a:endParaRPr lang="en-US" dirty="0"/>
          </a:p>
        </p:txBody>
      </p:sp>
    </p:spTree>
    <p:extLst>
      <p:ext uri="{BB962C8B-B14F-4D97-AF65-F5344CB8AC3E}">
        <p14:creationId xmlns:p14="http://schemas.microsoft.com/office/powerpoint/2010/main" val="378380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31764"/>
            <a:ext cx="10972800" cy="630237"/>
          </a:xfrm>
        </p:spPr>
        <p:txBody>
          <a:bodyPr/>
          <a:lstStyle/>
          <a:p>
            <a:r>
              <a:rPr lang="en-US"/>
              <a:t>Click to edit Master title style</a:t>
            </a:r>
          </a:p>
        </p:txBody>
      </p:sp>
      <p:sp>
        <p:nvSpPr>
          <p:cNvPr id="3" name="Table Placeholder 2"/>
          <p:cNvSpPr>
            <a:spLocks noGrp="1"/>
          </p:cNvSpPr>
          <p:nvPr>
            <p:ph type="tbl" idx="1"/>
          </p:nvPr>
        </p:nvSpPr>
        <p:spPr>
          <a:xfrm>
            <a:off x="609600" y="1066801"/>
            <a:ext cx="10972800" cy="5059363"/>
          </a:xfrm>
        </p:spPr>
        <p:txBody>
          <a:bodyPr/>
          <a:lstStyle/>
          <a:p>
            <a:endParaRPr lang="en-US"/>
          </a:p>
        </p:txBody>
      </p:sp>
    </p:spTree>
    <p:extLst>
      <p:ext uri="{BB962C8B-B14F-4D97-AF65-F5344CB8AC3E}">
        <p14:creationId xmlns:p14="http://schemas.microsoft.com/office/powerpoint/2010/main" val="744849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1251" y="1752600"/>
            <a:ext cx="52324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1251" y="3962400"/>
            <a:ext cx="52324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13"/>
          <p:cNvSpPr>
            <a:spLocks noGrp="1"/>
          </p:cNvSpPr>
          <p:nvPr>
            <p:ph type="dt" sz="half" idx="10"/>
          </p:nvPr>
        </p:nvSpPr>
        <p:spPr/>
        <p:txBody>
          <a:bodyPr/>
          <a:lstStyle>
            <a:lvl1pPr>
              <a:defRPr/>
            </a:lvl1pPr>
          </a:lstStyle>
          <a:p>
            <a:pPr>
              <a:defRPr/>
            </a:pPr>
            <a:endParaRPr lang="en-US"/>
          </a:p>
        </p:txBody>
      </p:sp>
      <p:sp>
        <p:nvSpPr>
          <p:cNvPr id="7" name="Footer Placeholder 2"/>
          <p:cNvSpPr>
            <a:spLocks noGrp="1"/>
          </p:cNvSpPr>
          <p:nvPr>
            <p:ph type="ftr" sz="quarter" idx="11"/>
          </p:nvPr>
        </p:nvSpPr>
        <p:spPr/>
        <p:txBody>
          <a:bodyPr/>
          <a:lstStyle>
            <a:lvl1pPr>
              <a:defRPr/>
            </a:lvl1pPr>
          </a:lstStyle>
          <a:p>
            <a:pPr>
              <a:defRPr/>
            </a:pPr>
            <a:endParaRPr lang="en-US"/>
          </a:p>
        </p:txBody>
      </p:sp>
      <p:sp>
        <p:nvSpPr>
          <p:cNvPr id="8" name="Slide Number Placeholder 22"/>
          <p:cNvSpPr>
            <a:spLocks noGrp="1"/>
          </p:cNvSpPr>
          <p:nvPr>
            <p:ph type="sldNum" sz="quarter" idx="12"/>
          </p:nvPr>
        </p:nvSpPr>
        <p:spPr/>
        <p:txBody>
          <a:bodyPr/>
          <a:lstStyle>
            <a:lvl1pPr>
              <a:defRPr/>
            </a:lvl1pPr>
          </a:lstStyle>
          <a:p>
            <a:fld id="{56D4832E-64C6-4787-8017-6E5BB7996007}" type="slidenum">
              <a:rPr lang="en-US"/>
              <a:pPr/>
              <a:t>‹#›</a:t>
            </a:fld>
            <a:endParaRPr lang="en-US"/>
          </a:p>
        </p:txBody>
      </p:sp>
    </p:spTree>
    <p:extLst>
      <p:ext uri="{BB962C8B-B14F-4D97-AF65-F5344CB8AC3E}">
        <p14:creationId xmlns:p14="http://schemas.microsoft.com/office/powerpoint/2010/main" val="109867309"/>
      </p:ext>
    </p:extLst>
  </p:cSld>
  <p:clrMapOvr>
    <a:masterClrMapping/>
  </p:clrMapOvr>
  <p:transition>
    <p:wheel spokes="8"/>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EDDC8-ED0E-42EA-81CC-C9B6D0A26E8E}"/>
              </a:ext>
            </a:extLst>
          </p:cNvPr>
          <p:cNvSpPr>
            <a:spLocks noGrp="1"/>
          </p:cNvSpPr>
          <p:nvPr>
            <p:ph type="title"/>
          </p:nvPr>
        </p:nvSpPr>
        <p:spPr>
          <a:xfrm>
            <a:off x="838200" y="418913"/>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189F308-4027-4851-80A5-ABE205ADC7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81F55B-C12D-4D57-996A-0274816C1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2470D-C782-9243-A888-6ED3A50C53F3}" type="datetime1">
              <a:rPr lang="en-US" smtClean="0"/>
              <a:t>3/17/2026</a:t>
            </a:fld>
            <a:endParaRPr lang="en-US" dirty="0"/>
          </a:p>
        </p:txBody>
      </p:sp>
      <p:sp>
        <p:nvSpPr>
          <p:cNvPr id="5" name="Footer Placeholder 4">
            <a:extLst>
              <a:ext uri="{FF2B5EF4-FFF2-40B4-BE49-F238E27FC236}">
                <a16:creationId xmlns:a16="http://schemas.microsoft.com/office/drawing/2014/main" id="{0E0C42E5-BC5E-4CE5-B510-5F3E77AF27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833D7B0-FAB5-4C79-BEC0-D607420B61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38F0E-1542-4FC7-95E4-43F9E44E78EF}" type="slidenum">
              <a:rPr lang="en-US" smtClean="0"/>
              <a:t>‹#›</a:t>
            </a:fld>
            <a:endParaRPr lang="en-US" dirty="0"/>
          </a:p>
        </p:txBody>
      </p:sp>
      <p:sp>
        <p:nvSpPr>
          <p:cNvPr id="7" name="TextBox 6"/>
          <p:cNvSpPr txBox="1"/>
          <p:nvPr userDrawn="1"/>
        </p:nvSpPr>
        <p:spPr>
          <a:xfrm>
            <a:off x="439372" y="-20370"/>
            <a:ext cx="10851776" cy="369332"/>
          </a:xfrm>
          <a:prstGeom prst="rect">
            <a:avLst/>
          </a:prstGeom>
          <a:solidFill>
            <a:schemeClr val="bg1"/>
          </a:solidFill>
        </p:spPr>
        <p:txBody>
          <a:bodyPr wrap="square" rtlCol="0">
            <a:spAutoFit/>
          </a:bodyPr>
          <a:lstStyle/>
          <a:p>
            <a:endParaRPr lang="en-US" dirty="0"/>
          </a:p>
        </p:txBody>
      </p:sp>
      <p:pic>
        <p:nvPicPr>
          <p:cNvPr id="8" name="Picture 3"/>
          <p:cNvPicPr>
            <a:picLocks noChangeAspect="1" noChangeArrowheads="1"/>
          </p:cNvPicPr>
          <p:nvPr userDrawn="1"/>
        </p:nvPicPr>
        <p:blipFill rotWithShape="1">
          <a:blip r:embed="rId16" cstate="print">
            <a:extLst>
              <a:ext uri="{28A0092B-C50C-407E-A947-70E740481C1C}">
                <a14:useLocalDpi xmlns:a14="http://schemas.microsoft.com/office/drawing/2010/main" val="0"/>
              </a:ext>
            </a:extLst>
          </a:blip>
          <a:srcRect l="5037" t="1875" r="79744" b="81688"/>
          <a:stretch/>
        </p:blipFill>
        <p:spPr bwMode="auto">
          <a:xfrm>
            <a:off x="10488705" y="-20370"/>
            <a:ext cx="802443" cy="487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197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3.xml"/><Relationship Id="rId4" Type="http://schemas.openxmlformats.org/officeDocument/2006/relationships/image" Target="../media/image43.jpeg"/></Relationships>
</file>

<file path=ppt/slides/_rels/slide2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36.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37.jpeg"/><Relationship Id="rId1" Type="http://schemas.openxmlformats.org/officeDocument/2006/relationships/slideLayout" Target="../slideLayouts/slideLayout13.xml"/><Relationship Id="rId4" Type="http://schemas.openxmlformats.org/officeDocument/2006/relationships/image" Target="../media/image47.jpeg"/></Relationships>
</file>

<file path=ppt/slides/_rels/slide2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38.jpeg"/><Relationship Id="rId1" Type="http://schemas.openxmlformats.org/officeDocument/2006/relationships/slideLayout" Target="../slideLayouts/slideLayout13.xml"/><Relationship Id="rId4" Type="http://schemas.openxmlformats.org/officeDocument/2006/relationships/image" Target="../media/image49.jpe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9.jpeg"/><Relationship Id="rId1" Type="http://schemas.openxmlformats.org/officeDocument/2006/relationships/slideLayout" Target="../slideLayouts/slideLayout13.xml"/><Relationship Id="rId4" Type="http://schemas.openxmlformats.org/officeDocument/2006/relationships/image" Target="../media/image51.jpe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40.jpeg"/><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39.jpeg"/><Relationship Id="rId4" Type="http://schemas.openxmlformats.org/officeDocument/2006/relationships/image" Target="../media/image3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2038F0E-1542-4FC7-95E4-43F9E44E78EF}" type="slidenum">
              <a:rPr lang="en-US" smtClean="0"/>
              <a:t>1</a:t>
            </a:fld>
            <a:endParaRPr lang="en-US" dirty="0"/>
          </a:p>
        </p:txBody>
      </p:sp>
      <p:pic>
        <p:nvPicPr>
          <p:cNvPr id="4198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037" t="1875" r="15080" b="79167"/>
          <a:stretch/>
        </p:blipFill>
        <p:spPr bwMode="auto">
          <a:xfrm>
            <a:off x="609600" y="-15241"/>
            <a:ext cx="11033760" cy="1472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5" descr="karlMarx[1]"/>
          <p:cNvPicPr>
            <a:picLocks noChangeAspect="1" noChangeArrowheads="1"/>
          </p:cNvPicPr>
          <p:nvPr/>
        </p:nvPicPr>
        <p:blipFill>
          <a:blip r:embed="rId3"/>
          <a:srcRect/>
          <a:stretch>
            <a:fillRect/>
          </a:stretch>
        </p:blipFill>
        <p:spPr bwMode="auto">
          <a:xfrm>
            <a:off x="0" y="2977978"/>
            <a:ext cx="6096000" cy="3880022"/>
          </a:xfrm>
          <a:prstGeom prst="rect">
            <a:avLst/>
          </a:prstGeom>
          <a:noFill/>
          <a:ln w="9525">
            <a:noFill/>
            <a:miter lim="800000"/>
            <a:headEnd/>
            <a:tailEnd/>
          </a:ln>
        </p:spPr>
      </p:pic>
      <p:pic>
        <p:nvPicPr>
          <p:cNvPr id="10" name="Picture 5" descr="十月革命 副本"/>
          <p:cNvPicPr>
            <a:picLocks noChangeAspect="1" noChangeArrowheads="1"/>
          </p:cNvPicPr>
          <p:nvPr/>
        </p:nvPicPr>
        <p:blipFill>
          <a:blip r:embed="rId4"/>
          <a:srcRect/>
          <a:stretch>
            <a:fillRect/>
          </a:stretch>
        </p:blipFill>
        <p:spPr bwMode="auto">
          <a:xfrm>
            <a:off x="6096000" y="2977978"/>
            <a:ext cx="6096000" cy="3880022"/>
          </a:xfrm>
          <a:prstGeom prst="rect">
            <a:avLst/>
          </a:prstGeom>
          <a:noFill/>
          <a:ln w="38100">
            <a:solidFill>
              <a:srgbClr val="993300"/>
            </a:solidFill>
            <a:miter lim="800000"/>
            <a:headEnd/>
            <a:tailEnd/>
          </a:ln>
        </p:spPr>
      </p:pic>
      <p:sp>
        <p:nvSpPr>
          <p:cNvPr id="7" name="Text Box 8"/>
          <p:cNvSpPr txBox="1">
            <a:spLocks noChangeArrowheads="1"/>
          </p:cNvSpPr>
          <p:nvPr/>
        </p:nvSpPr>
        <p:spPr bwMode="auto">
          <a:xfrm>
            <a:off x="1411523" y="912055"/>
            <a:ext cx="914400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0" latinLnBrk="0" hangingPunct="0">
              <a:lnSpc>
                <a:spcPct val="90000"/>
              </a:lnSpc>
              <a:spcBef>
                <a:spcPct val="0"/>
              </a:spcBef>
              <a:buNone/>
              <a:defRPr sz="2400" kern="1200">
                <a:solidFill>
                  <a:srgbClr val="00FF00"/>
                </a:solidFill>
                <a:latin typeface=".VnArial" panose="020B7200000000000000" pitchFamily="34" charset="0"/>
                <a:ea typeface="+mj-ea"/>
                <a:cs typeface="+mj-cs"/>
              </a:defRPr>
            </a:lvl1pPr>
            <a:lvl2pPr marL="742950" indent="-285750" eaLnBrk="0" hangingPunct="0">
              <a:defRPr sz="2400">
                <a:solidFill>
                  <a:srgbClr val="00FF00"/>
                </a:solidFill>
                <a:latin typeface=".VnArial" panose="020B7200000000000000" pitchFamily="34" charset="0"/>
              </a:defRPr>
            </a:lvl2pPr>
            <a:lvl3pPr marL="1143000" indent="-228600" eaLnBrk="0" hangingPunct="0">
              <a:defRPr sz="2400">
                <a:solidFill>
                  <a:srgbClr val="00FF00"/>
                </a:solidFill>
                <a:latin typeface=".VnArial" panose="020B7200000000000000" pitchFamily="34" charset="0"/>
              </a:defRPr>
            </a:lvl3pPr>
            <a:lvl4pPr marL="1600200" indent="-228600" eaLnBrk="0" hangingPunct="0">
              <a:defRPr sz="2400">
                <a:solidFill>
                  <a:srgbClr val="00FF00"/>
                </a:solidFill>
                <a:latin typeface=".VnArial" panose="020B7200000000000000" pitchFamily="34" charset="0"/>
              </a:defRPr>
            </a:lvl4pPr>
            <a:lvl5pPr marL="2057400" indent="-228600" eaLnBrk="0" hangingPunct="0">
              <a:defRPr sz="2400">
                <a:solidFill>
                  <a:srgbClr val="00FF00"/>
                </a:solidFill>
                <a:latin typeface=".VnArial" panose="020B7200000000000000" pitchFamily="34" charset="0"/>
              </a:defRPr>
            </a:lvl5pPr>
            <a:lvl6pPr marL="2514600" indent="-228600" eaLnBrk="0" fontAlgn="base" hangingPunct="0">
              <a:spcBef>
                <a:spcPct val="0"/>
              </a:spcBef>
              <a:spcAft>
                <a:spcPct val="0"/>
              </a:spcAft>
              <a:defRPr sz="2400">
                <a:solidFill>
                  <a:srgbClr val="00FF00"/>
                </a:solidFill>
                <a:latin typeface=".VnArial" panose="020B7200000000000000" pitchFamily="34" charset="0"/>
              </a:defRPr>
            </a:lvl6pPr>
            <a:lvl7pPr marL="2971800" indent="-228600" eaLnBrk="0" fontAlgn="base" hangingPunct="0">
              <a:spcBef>
                <a:spcPct val="0"/>
              </a:spcBef>
              <a:spcAft>
                <a:spcPct val="0"/>
              </a:spcAft>
              <a:defRPr sz="2400">
                <a:solidFill>
                  <a:srgbClr val="00FF00"/>
                </a:solidFill>
                <a:latin typeface=".VnArial" panose="020B7200000000000000" pitchFamily="34" charset="0"/>
              </a:defRPr>
            </a:lvl7pPr>
            <a:lvl8pPr marL="3429000" indent="-228600" eaLnBrk="0" fontAlgn="base" hangingPunct="0">
              <a:spcBef>
                <a:spcPct val="0"/>
              </a:spcBef>
              <a:spcAft>
                <a:spcPct val="0"/>
              </a:spcAft>
              <a:defRPr sz="2400">
                <a:solidFill>
                  <a:srgbClr val="00FF00"/>
                </a:solidFill>
                <a:latin typeface=".VnArial" panose="020B7200000000000000" pitchFamily="34" charset="0"/>
              </a:defRPr>
            </a:lvl8pPr>
            <a:lvl9pPr marL="3886200" indent="-228600" eaLnBrk="0" fontAlgn="base" hangingPunct="0">
              <a:spcBef>
                <a:spcPct val="0"/>
              </a:spcBef>
              <a:spcAft>
                <a:spcPct val="0"/>
              </a:spcAft>
              <a:defRPr sz="2400">
                <a:solidFill>
                  <a:srgbClr val="00FF00"/>
                </a:solidFill>
                <a:latin typeface=".VnArial" panose="020B7200000000000000" pitchFamily="34" charset="0"/>
              </a:defRPr>
            </a:lvl9pPr>
          </a:lstStyle>
          <a:p>
            <a:pPr algn="ctr" eaLnBrk="1" hangingPunct="1">
              <a:spcBef>
                <a:spcPts val="1200"/>
              </a:spcBef>
            </a:pPr>
            <a:r>
              <a:rPr lang="en-US" altLang="en-US" sz="4200" b="1" dirty="0">
                <a:solidFill>
                  <a:srgbClr val="FF0000"/>
                </a:solidFill>
                <a:latin typeface="Times New Roman" panose="02020603050405020304" pitchFamily="18" charset="0"/>
                <a:cs typeface="Times New Roman" panose="02020603050405020304" pitchFamily="18" charset="0"/>
              </a:rPr>
              <a:t>CHỦ NGHĨA XÃ HỘI KHOA HỌC</a:t>
            </a:r>
          </a:p>
        </p:txBody>
      </p:sp>
    </p:spTree>
    <p:extLst>
      <p:ext uri="{BB962C8B-B14F-4D97-AF65-F5344CB8AC3E}">
        <p14:creationId xmlns:p14="http://schemas.microsoft.com/office/powerpoint/2010/main" val="151433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4"/>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1BDE3363-3820-4623-9674-DD114EB4649A}" type="slidenum">
              <a:rPr lang="en-US">
                <a:solidFill>
                  <a:srgbClr val="FFFFFF"/>
                </a:solidFill>
              </a:rPr>
              <a:pPr eaLnBrk="1" hangingPunct="1">
                <a:lnSpc>
                  <a:spcPct val="80000"/>
                </a:lnSpc>
              </a:pPr>
              <a:t>2</a:t>
            </a:fld>
            <a:endParaRPr lang="en-US">
              <a:solidFill>
                <a:srgbClr val="FFFFFF"/>
              </a:solidFill>
            </a:endParaRPr>
          </a:p>
        </p:txBody>
      </p:sp>
      <p:sp>
        <p:nvSpPr>
          <p:cNvPr id="21507" name="Text Box 24"/>
          <p:cNvSpPr txBox="1">
            <a:spLocks noChangeArrowheads="1"/>
          </p:cNvSpPr>
          <p:nvPr/>
        </p:nvSpPr>
        <p:spPr bwMode="auto">
          <a:xfrm>
            <a:off x="2057400" y="1600201"/>
            <a:ext cx="8382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eaLnBrk="1" hangingPunct="1">
              <a:lnSpc>
                <a:spcPct val="110000"/>
              </a:lnSpc>
              <a:spcBef>
                <a:spcPct val="50000"/>
              </a:spcBef>
            </a:pPr>
            <a:endParaRPr lang="en-US" altLang="en-US" sz="2800">
              <a:latin typeface=".VnArial" panose="020B7200000000000000" pitchFamily="34" charset="0"/>
            </a:endParaRPr>
          </a:p>
        </p:txBody>
      </p:sp>
      <p:sp>
        <p:nvSpPr>
          <p:cNvPr id="8217" name="Rectangle 25"/>
          <p:cNvSpPr>
            <a:spLocks noChangeArrowheads="1"/>
          </p:cNvSpPr>
          <p:nvPr/>
        </p:nvSpPr>
        <p:spPr bwMode="auto">
          <a:xfrm>
            <a:off x="1828800" y="1145059"/>
            <a:ext cx="8610600" cy="395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ts val="4300"/>
              </a:lnSpc>
            </a:pPr>
            <a:r>
              <a:rPr lang="en-US" altLang="en-US" sz="3200" i="1" dirty="0" err="1">
                <a:solidFill>
                  <a:schemeClr val="accent1">
                    <a:lumMod val="50000"/>
                  </a:schemeClr>
                </a:solidFill>
                <a:latin typeface="Times New Roman" panose="02020603050405020304" pitchFamily="18" charset="0"/>
                <a:cs typeface="Times New Roman" panose="02020603050405020304" pitchFamily="18" charset="0"/>
              </a:rPr>
              <a:t>Chương</a:t>
            </a:r>
            <a:r>
              <a:rPr lang="en-US" altLang="en-US" sz="3200" i="1" dirty="0">
                <a:solidFill>
                  <a:schemeClr val="accent1">
                    <a:lumMod val="50000"/>
                  </a:schemeClr>
                </a:solidFill>
                <a:latin typeface="Times New Roman" panose="02020603050405020304" pitchFamily="18" charset="0"/>
                <a:cs typeface="Times New Roman" panose="02020603050405020304" pitchFamily="18" charset="0"/>
              </a:rPr>
              <a:t> 4</a:t>
            </a:r>
          </a:p>
          <a:p>
            <a:pPr algn="ctr" eaLnBrk="1" hangingPunct="1">
              <a:lnSpc>
                <a:spcPts val="4300"/>
              </a:lnSpc>
            </a:pPr>
            <a:endParaRPr lang="en-US" altLang="en-US" sz="3200" i="1" dirty="0">
              <a:latin typeface="Times New Roman" panose="02020603050405020304" pitchFamily="18" charset="0"/>
              <a:cs typeface="Times New Roman" panose="02020603050405020304" pitchFamily="18" charset="0"/>
            </a:endParaRPr>
          </a:p>
          <a:p>
            <a:pPr algn="ctr" eaLnBrk="1" hangingPunct="1">
              <a:lnSpc>
                <a:spcPts val="4300"/>
              </a:lnSpc>
            </a:pPr>
            <a:r>
              <a:rPr lang="en-US" altLang="en-US" sz="3200" dirty="0">
                <a:solidFill>
                  <a:srgbClr val="C00000"/>
                </a:solidFill>
                <a:latin typeface="Times New Roman" panose="02020603050405020304" pitchFamily="18" charset="0"/>
                <a:cs typeface="Times New Roman" panose="02020603050405020304" pitchFamily="18" charset="0"/>
              </a:rPr>
              <a:t>DÂN CHỦ XÃ HỘI CHỦ NGHĨA </a:t>
            </a:r>
          </a:p>
          <a:p>
            <a:pPr algn="ctr" eaLnBrk="1" hangingPunct="1">
              <a:lnSpc>
                <a:spcPts val="4300"/>
              </a:lnSpc>
            </a:pPr>
            <a:r>
              <a:rPr lang="en-US" altLang="en-US" sz="3200" dirty="0">
                <a:solidFill>
                  <a:srgbClr val="C00000"/>
                </a:solidFill>
                <a:latin typeface="Times New Roman" panose="02020603050405020304" pitchFamily="18" charset="0"/>
                <a:cs typeface="Times New Roman" panose="02020603050405020304" pitchFamily="18" charset="0"/>
              </a:rPr>
              <a:t>VÀ NHÀ NƯỚC XÃ HỘI CHỦ NGHĨA</a:t>
            </a:r>
            <a:endParaRPr lang="en-US" altLang="en-US" sz="3200" dirty="0">
              <a:latin typeface="Times New Roman" panose="02020603050405020304" pitchFamily="18" charset="0"/>
              <a:cs typeface="Times New Roman" panose="02020603050405020304" pitchFamily="18" charset="0"/>
            </a:endParaRPr>
          </a:p>
          <a:p>
            <a:pPr algn="ctr" eaLnBrk="1" hangingPunct="1">
              <a:lnSpc>
                <a:spcPts val="4300"/>
              </a:lnSpc>
            </a:pPr>
            <a:endParaRPr lang="en-US" altLang="en-US" sz="3200" dirty="0">
              <a:latin typeface="Times New Roman" panose="02020603050405020304" pitchFamily="18" charset="0"/>
              <a:cs typeface="Times New Roman" panose="02020603050405020304" pitchFamily="18" charset="0"/>
            </a:endParaRPr>
          </a:p>
          <a:p>
            <a:pPr algn="ctr" eaLnBrk="1" hangingPunct="1">
              <a:lnSpc>
                <a:spcPts val="4300"/>
              </a:lnSpc>
            </a:pPr>
            <a:endParaRPr lang="en-US" altLang="en-US" sz="3200" dirty="0">
              <a:latin typeface="Times New Roman" panose="02020603050405020304" pitchFamily="18" charset="0"/>
              <a:cs typeface="Times New Roman" panose="02020603050405020304" pitchFamily="18" charset="0"/>
            </a:endParaRPr>
          </a:p>
          <a:p>
            <a:pPr algn="ctr" eaLnBrk="1" hangingPunct="1">
              <a:lnSpc>
                <a:spcPts val="4300"/>
              </a:lnSpc>
            </a:pP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71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17"/>
                                        </p:tgtEl>
                                        <p:attrNameLst>
                                          <p:attrName>style.visibility</p:attrName>
                                        </p:attrNameLst>
                                      </p:cBhvr>
                                      <p:to>
                                        <p:strVal val="visible"/>
                                      </p:to>
                                    </p:set>
                                    <p:animEffect transition="in" filter="box(in)">
                                      <p:cBhvr>
                                        <p:cTn id="7" dur="500"/>
                                        <p:tgtEl>
                                          <p:spTgt spid="8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7"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4"/>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FB3BA531-D22E-4618-BE19-40CCDF602C02}" type="slidenum">
              <a:rPr lang="en-US">
                <a:solidFill>
                  <a:srgbClr val="FFFFFF"/>
                </a:solidFill>
              </a:rPr>
              <a:pPr eaLnBrk="1" hangingPunct="1">
                <a:lnSpc>
                  <a:spcPct val="80000"/>
                </a:lnSpc>
              </a:pPr>
              <a:t>3</a:t>
            </a:fld>
            <a:endParaRPr lang="en-US">
              <a:solidFill>
                <a:srgbClr val="FFFFFF"/>
              </a:solidFill>
            </a:endParaRPr>
          </a:p>
        </p:txBody>
      </p:sp>
      <p:sp>
        <p:nvSpPr>
          <p:cNvPr id="8212" name="Text Box 20"/>
          <p:cNvSpPr txBox="1">
            <a:spLocks noChangeArrowheads="1"/>
          </p:cNvSpPr>
          <p:nvPr/>
        </p:nvSpPr>
        <p:spPr bwMode="auto">
          <a:xfrm>
            <a:off x="1905000" y="533400"/>
            <a:ext cx="8763000" cy="579438"/>
          </a:xfrm>
          <a:prstGeom prst="rect">
            <a:avLst/>
          </a:prstGeom>
          <a:solidFill>
            <a:srgbClr val="FFFF00"/>
          </a:solidFill>
          <a:ln w="9525">
            <a:noFill/>
            <a:miter lim="800000"/>
            <a:headEnd/>
            <a:tailEnd/>
          </a:ln>
          <a:effectLst/>
        </p:spPr>
        <p:txBody>
          <a:bodyPr>
            <a:spAutoFit/>
          </a:bodyPr>
          <a:lstStyle/>
          <a:p>
            <a:pPr algn="ctr">
              <a:spcBef>
                <a:spcPct val="50000"/>
              </a:spcBef>
              <a:defRPr/>
            </a:pPr>
            <a:r>
              <a:rPr lang="en-US" sz="3200">
                <a:solidFill>
                  <a:srgbClr val="0000CC"/>
                </a:solidFill>
                <a:effectLst>
                  <a:outerShdw blurRad="38100" dist="38100" dir="2700000" algn="tl">
                    <a:srgbClr val="000000"/>
                  </a:outerShdw>
                </a:effectLst>
                <a:latin typeface="Times New Roman" pitchFamily="18" charset="0"/>
                <a:cs typeface="Times New Roman" pitchFamily="18" charset="0"/>
              </a:rPr>
              <a:t>NỘI DUNG CHÍNH</a:t>
            </a:r>
            <a:endParaRPr lang="en-US" sz="3200" dirty="0">
              <a:solidFill>
                <a:srgbClr val="0000CC"/>
              </a:solidFill>
              <a:effectLst>
                <a:outerShdw blurRad="38100" dist="38100" dir="2700000" algn="tl">
                  <a:srgbClr val="000000"/>
                </a:outerShdw>
              </a:effectLst>
              <a:latin typeface="Times New Roman" pitchFamily="18" charset="0"/>
              <a:cs typeface="Times New Roman" pitchFamily="18" charset="0"/>
            </a:endParaRPr>
          </a:p>
        </p:txBody>
      </p:sp>
      <p:sp>
        <p:nvSpPr>
          <p:cNvPr id="22532" name="Text Box 24"/>
          <p:cNvSpPr txBox="1">
            <a:spLocks noChangeArrowheads="1"/>
          </p:cNvSpPr>
          <p:nvPr/>
        </p:nvSpPr>
        <p:spPr bwMode="auto">
          <a:xfrm>
            <a:off x="2057400" y="1600201"/>
            <a:ext cx="8382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eaLnBrk="1" hangingPunct="1">
              <a:lnSpc>
                <a:spcPct val="110000"/>
              </a:lnSpc>
              <a:spcBef>
                <a:spcPct val="50000"/>
              </a:spcBef>
            </a:pPr>
            <a:endParaRPr lang="en-US" altLang="en-US" sz="2800">
              <a:latin typeface=".VnArial" panose="020B7200000000000000" pitchFamily="34" charset="0"/>
            </a:endParaRPr>
          </a:p>
        </p:txBody>
      </p:sp>
      <p:sp>
        <p:nvSpPr>
          <p:cNvPr id="8217" name="Rectangle 25"/>
          <p:cNvSpPr>
            <a:spLocks noChangeArrowheads="1"/>
          </p:cNvSpPr>
          <p:nvPr/>
        </p:nvSpPr>
        <p:spPr bwMode="auto">
          <a:xfrm>
            <a:off x="441434" y="2209800"/>
            <a:ext cx="11319642" cy="285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600"/>
              </a:spcBef>
              <a:defRPr/>
            </a:pPr>
            <a:r>
              <a:rPr lang="en-US" altLang="en-US" sz="2800" dirty="0">
                <a:solidFill>
                  <a:srgbClr val="002060"/>
                </a:solidFill>
                <a:latin typeface="Times New Roman" pitchFamily="18" charset="0"/>
                <a:cs typeface="Times New Roman" pitchFamily="18" charset="0"/>
              </a:rPr>
              <a:t>4.1. DÂN CHỦ VÀ DÂN CHỦ XHCN</a:t>
            </a:r>
          </a:p>
          <a:p>
            <a:pPr>
              <a:lnSpc>
                <a:spcPct val="130000"/>
              </a:lnSpc>
              <a:spcBef>
                <a:spcPts val="600"/>
              </a:spcBef>
              <a:defRPr/>
            </a:pPr>
            <a:r>
              <a:rPr lang="en-US" altLang="en-US" sz="2800" dirty="0">
                <a:solidFill>
                  <a:srgbClr val="002060"/>
                </a:solidFill>
                <a:latin typeface="Times New Roman" pitchFamily="18" charset="0"/>
                <a:cs typeface="Times New Roman" pitchFamily="18" charset="0"/>
              </a:rPr>
              <a:t>4.2. NHÀ NƯỚC XÃ HỘI CHỦ NGHĨA</a:t>
            </a:r>
            <a:r>
              <a:rPr lang="en-US" altLang="en-US" sz="2800" dirty="0">
                <a:solidFill>
                  <a:srgbClr val="002060"/>
                </a:solidFill>
                <a:latin typeface="Arial" pitchFamily="34" charset="0"/>
              </a:rPr>
              <a:t> </a:t>
            </a:r>
          </a:p>
          <a:p>
            <a:pPr algn="just">
              <a:lnSpc>
                <a:spcPct val="130000"/>
              </a:lnSpc>
              <a:spcBef>
                <a:spcPts val="600"/>
              </a:spcBef>
              <a:defRPr/>
            </a:pPr>
            <a:r>
              <a:rPr lang="en-US" altLang="en-US" sz="2800" dirty="0">
                <a:solidFill>
                  <a:srgbClr val="002060"/>
                </a:solidFill>
                <a:latin typeface="Times New Roman" pitchFamily="18" charset="0"/>
                <a:cs typeface="Times New Roman" pitchFamily="18" charset="0"/>
              </a:rPr>
              <a:t>4.3. DÂN CHỦ XHCN VÀ NHÀ NƯỚC PHÁP QUYỀN XHCN Ở VN</a:t>
            </a:r>
          </a:p>
          <a:p>
            <a:pPr marL="457200" indent="-457200">
              <a:defRPr/>
            </a:pPr>
            <a:endParaRPr lang="en-US" altLang="en-US" sz="2800" dirty="0">
              <a:solidFill>
                <a:srgbClr val="7030A0"/>
              </a:solidFill>
              <a:latin typeface=".VnAvant" pitchFamily="34" charset="0"/>
            </a:endParaRPr>
          </a:p>
          <a:p>
            <a:pPr marL="457200" indent="-457200">
              <a:defRPr/>
            </a:pPr>
            <a:endParaRPr lang="en-US" altLang="en-US" sz="3200" dirty="0">
              <a:latin typeface=".VnArial" pitchFamily="34" charset="0"/>
            </a:endParaRPr>
          </a:p>
        </p:txBody>
      </p:sp>
    </p:spTree>
    <p:extLst>
      <p:ext uri="{BB962C8B-B14F-4D97-AF65-F5344CB8AC3E}">
        <p14:creationId xmlns:p14="http://schemas.microsoft.com/office/powerpoint/2010/main" val="2464701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12"/>
                                        </p:tgtEl>
                                        <p:attrNameLst>
                                          <p:attrName>style.visibility</p:attrName>
                                        </p:attrNameLst>
                                      </p:cBhvr>
                                      <p:to>
                                        <p:strVal val="visible"/>
                                      </p:to>
                                    </p:set>
                                    <p:anim calcmode="lin" valueType="num">
                                      <p:cBhvr additive="base">
                                        <p:cTn id="7" dur="500" fill="hold"/>
                                        <p:tgtEl>
                                          <p:spTgt spid="8212"/>
                                        </p:tgtEl>
                                        <p:attrNameLst>
                                          <p:attrName>ppt_x</p:attrName>
                                        </p:attrNameLst>
                                      </p:cBhvr>
                                      <p:tavLst>
                                        <p:tav tm="0">
                                          <p:val>
                                            <p:strVal val="#ppt_x"/>
                                          </p:val>
                                        </p:tav>
                                        <p:tav tm="100000">
                                          <p:val>
                                            <p:strVal val="#ppt_x"/>
                                          </p:val>
                                        </p:tav>
                                      </p:tavLst>
                                    </p:anim>
                                    <p:anim calcmode="lin" valueType="num">
                                      <p:cBhvr additive="base">
                                        <p:cTn id="8" dur="500" fill="hold"/>
                                        <p:tgtEl>
                                          <p:spTgt spid="82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8217">
                                            <p:txEl>
                                              <p:pRg st="0" end="0"/>
                                            </p:txEl>
                                          </p:spTgt>
                                        </p:tgtEl>
                                        <p:attrNameLst>
                                          <p:attrName>style.visibility</p:attrName>
                                        </p:attrNameLst>
                                      </p:cBhvr>
                                      <p:to>
                                        <p:strVal val="visible"/>
                                      </p:to>
                                    </p:set>
                                    <p:animEffect transition="in" filter="box(in)">
                                      <p:cBhvr>
                                        <p:cTn id="13" dur="500"/>
                                        <p:tgtEl>
                                          <p:spTgt spid="8217">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8217">
                                            <p:txEl>
                                              <p:pRg st="1" end="1"/>
                                            </p:txEl>
                                          </p:spTgt>
                                        </p:tgtEl>
                                        <p:attrNameLst>
                                          <p:attrName>style.visibility</p:attrName>
                                        </p:attrNameLst>
                                      </p:cBhvr>
                                      <p:to>
                                        <p:strVal val="visible"/>
                                      </p:to>
                                    </p:set>
                                    <p:animEffect transition="in" filter="box(in)">
                                      <p:cBhvr>
                                        <p:cTn id="18" dur="500"/>
                                        <p:tgtEl>
                                          <p:spTgt spid="8217">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8217">
                                            <p:txEl>
                                              <p:pRg st="2" end="2"/>
                                            </p:txEl>
                                          </p:spTgt>
                                        </p:tgtEl>
                                        <p:attrNameLst>
                                          <p:attrName>style.visibility</p:attrName>
                                        </p:attrNameLst>
                                      </p:cBhvr>
                                      <p:to>
                                        <p:strVal val="visible"/>
                                      </p:to>
                                    </p:set>
                                    <p:animEffect transition="in" filter="box(in)">
                                      <p:cBhvr>
                                        <p:cTn id="23" dur="500"/>
                                        <p:tgtEl>
                                          <p:spTgt spid="82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D9777CF6-FE41-4DC5-8654-165BFA7E744C}" type="slidenum">
              <a:rPr lang="en-US">
                <a:solidFill>
                  <a:srgbClr val="FFFFFF"/>
                </a:solidFill>
              </a:rPr>
              <a:pPr eaLnBrk="1" hangingPunct="1">
                <a:lnSpc>
                  <a:spcPct val="80000"/>
                </a:lnSpc>
              </a:pPr>
              <a:t>4</a:t>
            </a:fld>
            <a:endParaRPr lang="en-US">
              <a:solidFill>
                <a:srgbClr val="FFFFFF"/>
              </a:solidFill>
            </a:endParaRPr>
          </a:p>
        </p:txBody>
      </p:sp>
      <p:sp>
        <p:nvSpPr>
          <p:cNvPr id="192514" name="Text Box 2"/>
          <p:cNvSpPr txBox="1">
            <a:spLocks noChangeArrowheads="1"/>
          </p:cNvSpPr>
          <p:nvPr/>
        </p:nvSpPr>
        <p:spPr bwMode="auto">
          <a:xfrm>
            <a:off x="4876801" y="3352801"/>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solidFill>
                  <a:srgbClr val="7030A0"/>
                </a:solidFill>
                <a:latin typeface="Times New Roman" panose="02020603050405020304" pitchFamily="18" charset="0"/>
                <a:cs typeface="Times New Roman" panose="02020603050405020304" pitchFamily="18" charset="0"/>
              </a:rPr>
              <a:t>Dân chủ = Demos Kratos</a:t>
            </a:r>
          </a:p>
        </p:txBody>
      </p:sp>
      <p:grpSp>
        <p:nvGrpSpPr>
          <p:cNvPr id="2" name="Group 3"/>
          <p:cNvGrpSpPr>
            <a:grpSpLocks/>
          </p:cNvGrpSpPr>
          <p:nvPr/>
        </p:nvGrpSpPr>
        <p:grpSpPr bwMode="auto">
          <a:xfrm>
            <a:off x="6172200" y="4038602"/>
            <a:ext cx="3441700" cy="1335088"/>
            <a:chOff x="2926" y="1481"/>
            <a:chExt cx="2168" cy="841"/>
          </a:xfrm>
        </p:grpSpPr>
        <p:sp>
          <p:nvSpPr>
            <p:cNvPr id="24584" name="Line 4"/>
            <p:cNvSpPr>
              <a:spLocks noChangeShapeType="1"/>
            </p:cNvSpPr>
            <p:nvPr/>
          </p:nvSpPr>
          <p:spPr bwMode="auto">
            <a:xfrm>
              <a:off x="3406" y="1481"/>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5" name="Text Box 5"/>
            <p:cNvSpPr txBox="1">
              <a:spLocks noChangeArrowheads="1"/>
            </p:cNvSpPr>
            <p:nvPr/>
          </p:nvSpPr>
          <p:spPr bwMode="auto">
            <a:xfrm>
              <a:off x="2926" y="1721"/>
              <a:ext cx="10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Times New Roman" panose="02020603050405020304" pitchFamily="18" charset="0"/>
                  <a:cs typeface="Times New Roman" panose="02020603050405020304" pitchFamily="18" charset="0"/>
                </a:rPr>
                <a:t>Nhân dân</a:t>
              </a:r>
            </a:p>
          </p:txBody>
        </p:sp>
        <p:sp>
          <p:nvSpPr>
            <p:cNvPr id="24586" name="Line 6"/>
            <p:cNvSpPr>
              <a:spLocks noChangeShapeType="1"/>
            </p:cNvSpPr>
            <p:nvPr/>
          </p:nvSpPr>
          <p:spPr bwMode="auto">
            <a:xfrm>
              <a:off x="4305" y="1481"/>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7" name="Text Box 7"/>
            <p:cNvSpPr txBox="1">
              <a:spLocks noChangeArrowheads="1"/>
            </p:cNvSpPr>
            <p:nvPr/>
          </p:nvSpPr>
          <p:spPr bwMode="auto">
            <a:xfrm>
              <a:off x="3982" y="1721"/>
              <a:ext cx="1112"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dirty="0" err="1">
                  <a:solidFill>
                    <a:srgbClr val="7030A0"/>
                  </a:solidFill>
                  <a:latin typeface="Times New Roman" panose="02020603050405020304" pitchFamily="18" charset="0"/>
                  <a:cs typeface="Times New Roman" panose="02020603050405020304" pitchFamily="18" charset="0"/>
                </a:rPr>
                <a:t>Quyền</a:t>
              </a:r>
              <a:r>
                <a:rPr lang="en-US" sz="2800" dirty="0">
                  <a:solidFill>
                    <a:srgbClr val="7030A0"/>
                  </a:solidFill>
                  <a:latin typeface="Times New Roman" panose="02020603050405020304" pitchFamily="18" charset="0"/>
                  <a:cs typeface="Times New Roman" panose="02020603050405020304" pitchFamily="18" charset="0"/>
                </a:rPr>
                <a:t> </a:t>
              </a:r>
              <a:r>
                <a:rPr lang="en-US" sz="2800" dirty="0" err="1">
                  <a:solidFill>
                    <a:srgbClr val="7030A0"/>
                  </a:solidFill>
                  <a:latin typeface="Times New Roman" panose="02020603050405020304" pitchFamily="18" charset="0"/>
                  <a:cs typeface="Times New Roman" panose="02020603050405020304" pitchFamily="18" charset="0"/>
                </a:rPr>
                <a:t>lực</a:t>
              </a:r>
              <a:endParaRPr lang="en-US" sz="2800" dirty="0">
                <a:solidFill>
                  <a:srgbClr val="7030A0"/>
                </a:solidFill>
                <a:latin typeface="Times New Roman" panose="02020603050405020304" pitchFamily="18" charset="0"/>
                <a:cs typeface="Times New Roman" panose="02020603050405020304" pitchFamily="18" charset="0"/>
              </a:endParaRPr>
            </a:p>
            <a:p>
              <a:pPr eaLnBrk="1" hangingPunct="1"/>
              <a:r>
                <a:rPr lang="en-US" sz="2800" dirty="0">
                  <a:solidFill>
                    <a:srgbClr val="7030A0"/>
                  </a:solidFill>
                  <a:latin typeface="Times New Roman" panose="02020603050405020304" pitchFamily="18" charset="0"/>
                  <a:cs typeface="Times New Roman" panose="02020603050405020304" pitchFamily="18" charset="0"/>
                </a:rPr>
                <a:t>(</a:t>
              </a:r>
              <a:r>
                <a:rPr lang="en-US" sz="2800" dirty="0" err="1">
                  <a:solidFill>
                    <a:srgbClr val="7030A0"/>
                  </a:solidFill>
                  <a:latin typeface="Times New Roman" panose="02020603050405020304" pitchFamily="18" charset="0"/>
                  <a:cs typeface="Times New Roman" panose="02020603050405020304" pitchFamily="18" charset="0"/>
                </a:rPr>
                <a:t>cai</a:t>
              </a:r>
              <a:r>
                <a:rPr lang="en-US" sz="2800" dirty="0">
                  <a:solidFill>
                    <a:srgbClr val="7030A0"/>
                  </a:solidFill>
                  <a:latin typeface="Times New Roman" panose="02020603050405020304" pitchFamily="18" charset="0"/>
                  <a:cs typeface="Times New Roman" panose="02020603050405020304" pitchFamily="18" charset="0"/>
                </a:rPr>
                <a:t> </a:t>
              </a:r>
              <a:r>
                <a:rPr lang="en-US" sz="2800" dirty="0" err="1">
                  <a:solidFill>
                    <a:srgbClr val="7030A0"/>
                  </a:solidFill>
                  <a:latin typeface="Times New Roman" panose="02020603050405020304" pitchFamily="18" charset="0"/>
                  <a:cs typeface="Times New Roman" panose="02020603050405020304" pitchFamily="18" charset="0"/>
                </a:rPr>
                <a:t>trị</a:t>
              </a:r>
              <a:r>
                <a:rPr lang="en-US" sz="2800" dirty="0">
                  <a:solidFill>
                    <a:srgbClr val="7030A0"/>
                  </a:solidFill>
                  <a:latin typeface="Times New Roman" panose="02020603050405020304" pitchFamily="18" charset="0"/>
                  <a:cs typeface="Times New Roman" panose="02020603050405020304" pitchFamily="18" charset="0"/>
                </a:rPr>
                <a:t>)</a:t>
              </a:r>
            </a:p>
          </p:txBody>
        </p:sp>
      </p:grpSp>
      <p:sp>
        <p:nvSpPr>
          <p:cNvPr id="192527" name="Rectangle 15"/>
          <p:cNvSpPr>
            <a:spLocks noChangeArrowheads="1"/>
          </p:cNvSpPr>
          <p:nvPr/>
        </p:nvSpPr>
        <p:spPr bwMode="auto">
          <a:xfrm>
            <a:off x="2133600" y="2209801"/>
            <a:ext cx="80772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eaLnBrk="1" hangingPunct="1">
              <a:lnSpc>
                <a:spcPct val="115000"/>
              </a:lnSpc>
              <a:spcBef>
                <a:spcPct val="25000"/>
              </a:spcBef>
            </a:pPr>
            <a:r>
              <a:rPr lang="en-US" sz="2800" i="1">
                <a:solidFill>
                  <a:srgbClr val="C00000"/>
                </a:solidFill>
                <a:latin typeface="Tw Cen MT" panose="020B0602020104020603" pitchFamily="34" charset="0"/>
              </a:rPr>
              <a:t>- </a:t>
            </a:r>
            <a:r>
              <a:rPr lang="en-US" sz="2800" i="1">
                <a:solidFill>
                  <a:srgbClr val="C00000"/>
                </a:solidFill>
                <a:latin typeface="Times New Roman" panose="02020603050405020304" pitchFamily="18" charset="0"/>
                <a:cs typeface="Times New Roman" panose="02020603050405020304" pitchFamily="18" charset="0"/>
              </a:rPr>
              <a:t>Nghĩa gốc</a:t>
            </a:r>
            <a:r>
              <a:rPr lang="en-US" sz="2800">
                <a:latin typeface="Times New Roman" panose="02020603050405020304" pitchFamily="18" charset="0"/>
                <a:cs typeface="Times New Roman" panose="02020603050405020304" pitchFamily="18" charset="0"/>
              </a:rPr>
              <a:t>: Dân chủ là quyền lực của </a:t>
            </a:r>
            <a:r>
              <a:rPr lang="en-US" sz="2800">
                <a:solidFill>
                  <a:srgbClr val="FF0000"/>
                </a:solidFill>
                <a:latin typeface="Times New Roman" panose="02020603050405020304" pitchFamily="18" charset="0"/>
                <a:cs typeface="Times New Roman" panose="02020603050405020304" pitchFamily="18" charset="0"/>
              </a:rPr>
              <a:t>nhân dân</a:t>
            </a:r>
            <a:r>
              <a:rPr lang="en-US" sz="2800">
                <a:latin typeface="Times New Roman" panose="02020603050405020304" pitchFamily="18" charset="0"/>
                <a:cs typeface="Times New Roman" panose="02020603050405020304" pitchFamily="18" charset="0"/>
              </a:rPr>
              <a:t>, thuộc về </a:t>
            </a:r>
            <a:r>
              <a:rPr lang="en-US" sz="2800">
                <a:solidFill>
                  <a:srgbClr val="FF0000"/>
                </a:solidFill>
                <a:latin typeface="Times New Roman" panose="02020603050405020304" pitchFamily="18" charset="0"/>
                <a:cs typeface="Times New Roman" panose="02020603050405020304" pitchFamily="18" charset="0"/>
              </a:rPr>
              <a:t>nhân dân</a:t>
            </a:r>
          </a:p>
        </p:txBody>
      </p:sp>
      <p:sp>
        <p:nvSpPr>
          <p:cNvPr id="3" name="TextBox 2"/>
          <p:cNvSpPr txBox="1"/>
          <p:nvPr/>
        </p:nvSpPr>
        <p:spPr>
          <a:xfrm>
            <a:off x="2428164" y="423776"/>
            <a:ext cx="8939048" cy="1015663"/>
          </a:xfrm>
          <a:prstGeom prst="rect">
            <a:avLst/>
          </a:prstGeom>
          <a:noFill/>
        </p:spPr>
        <p:txBody>
          <a:bodyPr wrap="squar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4.</a:t>
            </a:r>
            <a:r>
              <a:rPr lang="vi-VN" sz="3000" b="1" dirty="0">
                <a:solidFill>
                  <a:srgbClr val="FF0000"/>
                </a:solidFill>
                <a:latin typeface="Times New Roman" panose="02020603050405020304" pitchFamily="18" charset="0"/>
                <a:cs typeface="Times New Roman" panose="02020603050405020304" pitchFamily="18" charset="0"/>
              </a:rPr>
              <a:t>1.1. Dân chủ và sự ra đời, phát triển của dân chủ </a:t>
            </a:r>
            <a:endParaRPr lang="en-US" sz="3000" b="1" dirty="0">
              <a:solidFill>
                <a:srgbClr val="FF0000"/>
              </a:solidFill>
              <a:latin typeface="Times New Roman" panose="02020603050405020304" pitchFamily="18" charset="0"/>
              <a:cs typeface="Times New Roman" panose="02020603050405020304" pitchFamily="18" charset="0"/>
            </a:endParaRPr>
          </a:p>
          <a:p>
            <a:endParaRPr lang="en-US" sz="3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010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2527"/>
                                        </p:tgtEl>
                                        <p:attrNameLst>
                                          <p:attrName>style.visibility</p:attrName>
                                        </p:attrNameLst>
                                      </p:cBhvr>
                                      <p:to>
                                        <p:strVal val="visible"/>
                                      </p:to>
                                    </p:set>
                                    <p:animEffect transition="in" filter="box(in)">
                                      <p:cBhvr>
                                        <p:cTn id="7" dur="500"/>
                                        <p:tgtEl>
                                          <p:spTgt spid="1925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92514"/>
                                        </p:tgtEl>
                                        <p:attrNameLst>
                                          <p:attrName>style.visibility</p:attrName>
                                        </p:attrNameLst>
                                      </p:cBhvr>
                                      <p:to>
                                        <p:strVal val="visible"/>
                                      </p:to>
                                    </p:set>
                                    <p:animEffect transition="in" filter="box(in)">
                                      <p:cBhvr>
                                        <p:cTn id="12" dur="500"/>
                                        <p:tgtEl>
                                          <p:spTgt spid="1925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p:bldP spid="1925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101" name="Text Box 45"/>
          <p:cNvSpPr txBox="1">
            <a:spLocks noChangeArrowheads="1"/>
          </p:cNvSpPr>
          <p:nvPr/>
        </p:nvSpPr>
        <p:spPr bwMode="ltGray">
          <a:xfrm>
            <a:off x="2249214" y="602399"/>
            <a:ext cx="80772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3000" b="1" dirty="0">
                <a:solidFill>
                  <a:srgbClr val="FF00FF"/>
                </a:solidFill>
                <a:latin typeface="Times New Roman" panose="02020603050405020304" pitchFamily="18" charset="0"/>
                <a:cs typeface="Times New Roman" panose="02020603050405020304" pitchFamily="18" charset="0"/>
              </a:rPr>
              <a:t>a. </a:t>
            </a:r>
            <a:r>
              <a:rPr lang="en-US" sz="3000" b="1" dirty="0" err="1">
                <a:solidFill>
                  <a:srgbClr val="FF00FF"/>
                </a:solidFill>
                <a:latin typeface="Times New Roman" panose="02020603050405020304" pitchFamily="18" charset="0"/>
                <a:cs typeface="Times New Roman" panose="02020603050405020304" pitchFamily="18" charset="0"/>
              </a:rPr>
              <a:t>Quan</a:t>
            </a:r>
            <a:r>
              <a:rPr lang="en-US" sz="3000" b="1" dirty="0">
                <a:solidFill>
                  <a:srgbClr val="FF00FF"/>
                </a:solidFill>
                <a:latin typeface="Times New Roman" panose="02020603050405020304" pitchFamily="18" charset="0"/>
                <a:cs typeface="Times New Roman" panose="02020603050405020304" pitchFamily="18" charset="0"/>
              </a:rPr>
              <a:t> </a:t>
            </a:r>
            <a:r>
              <a:rPr lang="en-US" sz="3000" b="1" dirty="0" err="1">
                <a:solidFill>
                  <a:srgbClr val="FF00FF"/>
                </a:solidFill>
                <a:latin typeface="Times New Roman" panose="02020603050405020304" pitchFamily="18" charset="0"/>
                <a:cs typeface="Times New Roman" panose="02020603050405020304" pitchFamily="18" charset="0"/>
              </a:rPr>
              <a:t>niệm</a:t>
            </a:r>
            <a:r>
              <a:rPr lang="en-US" sz="3000" b="1" dirty="0">
                <a:solidFill>
                  <a:srgbClr val="FF00FF"/>
                </a:solidFill>
                <a:latin typeface="Times New Roman" panose="02020603050405020304" pitchFamily="18" charset="0"/>
                <a:cs typeface="Times New Roman" panose="02020603050405020304" pitchFamily="18" charset="0"/>
              </a:rPr>
              <a:t> </a:t>
            </a:r>
            <a:r>
              <a:rPr lang="en-US" sz="3000" b="1" dirty="0" err="1">
                <a:solidFill>
                  <a:srgbClr val="FF00FF"/>
                </a:solidFill>
                <a:latin typeface="Times New Roman" panose="02020603050405020304" pitchFamily="18" charset="0"/>
                <a:cs typeface="Times New Roman" panose="02020603050405020304" pitchFamily="18" charset="0"/>
              </a:rPr>
              <a:t>về</a:t>
            </a:r>
            <a:r>
              <a:rPr lang="en-US" sz="3000" b="1" dirty="0">
                <a:solidFill>
                  <a:srgbClr val="FF00FF"/>
                </a:solidFill>
                <a:latin typeface="Times New Roman" panose="02020603050405020304" pitchFamily="18" charset="0"/>
                <a:cs typeface="Times New Roman" panose="02020603050405020304" pitchFamily="18" charset="0"/>
              </a:rPr>
              <a:t> </a:t>
            </a:r>
            <a:r>
              <a:rPr lang="en-US" sz="3000" b="1" dirty="0" err="1">
                <a:solidFill>
                  <a:srgbClr val="FF00FF"/>
                </a:solidFill>
                <a:latin typeface="Times New Roman" panose="02020603050405020304" pitchFamily="18" charset="0"/>
                <a:cs typeface="Times New Roman" panose="02020603050405020304" pitchFamily="18" charset="0"/>
              </a:rPr>
              <a:t>dân</a:t>
            </a:r>
            <a:r>
              <a:rPr lang="en-US" sz="3000" b="1" dirty="0">
                <a:solidFill>
                  <a:srgbClr val="FF00FF"/>
                </a:solidFill>
                <a:latin typeface="Times New Roman" panose="02020603050405020304" pitchFamily="18" charset="0"/>
                <a:cs typeface="Times New Roman" panose="02020603050405020304" pitchFamily="18" charset="0"/>
              </a:rPr>
              <a:t> </a:t>
            </a:r>
            <a:r>
              <a:rPr lang="en-US" sz="3000" b="1" dirty="0" err="1">
                <a:solidFill>
                  <a:srgbClr val="FF00FF"/>
                </a:solidFill>
                <a:latin typeface="Times New Roman" panose="02020603050405020304" pitchFamily="18" charset="0"/>
                <a:cs typeface="Times New Roman" panose="02020603050405020304" pitchFamily="18" charset="0"/>
              </a:rPr>
              <a:t>chủ</a:t>
            </a:r>
            <a:endParaRPr lang="en-US" sz="3000" b="1" dirty="0">
              <a:solidFill>
                <a:srgbClr val="FF00FF"/>
              </a:solidFill>
              <a:latin typeface="Times New Roman" panose="02020603050405020304" pitchFamily="18" charset="0"/>
              <a:cs typeface="Times New Roman" panose="02020603050405020304" pitchFamily="18" charset="0"/>
            </a:endParaRPr>
          </a:p>
        </p:txBody>
      </p:sp>
      <p:sp>
        <p:nvSpPr>
          <p:cNvPr id="173102" name="Text Box 6"/>
          <p:cNvSpPr txBox="1">
            <a:spLocks noChangeArrowheads="1"/>
          </p:cNvSpPr>
          <p:nvPr/>
        </p:nvSpPr>
        <p:spPr bwMode="auto">
          <a:xfrm>
            <a:off x="488731" y="1458100"/>
            <a:ext cx="113038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eaLnBrk="0" hangingPunct="0"/>
            <a:r>
              <a:rPr lang="en-US" sz="2400" dirty="0" err="1">
                <a:latin typeface="Times New Roman" panose="02020603050405020304" pitchFamily="18" charset="0"/>
                <a:cs typeface="Arial" panose="020B0604020202020204" pitchFamily="34" charset="0"/>
              </a:rPr>
              <a:t>Khi</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xã</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hội</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chưa</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phát</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triển</a:t>
            </a:r>
            <a:r>
              <a:rPr lang="en-US" sz="2400" dirty="0">
                <a:latin typeface="Times New Roman" panose="02020603050405020304" pitchFamily="18" charset="0"/>
                <a:cs typeface="Arial" panose="020B0604020202020204" pitchFamily="34" charset="0"/>
              </a:rPr>
              <a:t>, con </a:t>
            </a:r>
            <a:r>
              <a:rPr lang="en-US" sz="2400" dirty="0" err="1">
                <a:latin typeface="Times New Roman" panose="02020603050405020304" pitchFamily="18" charset="0"/>
                <a:cs typeface="Arial" panose="020B0604020202020204" pitchFamily="34" charset="0"/>
              </a:rPr>
              <a:t>người</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đã</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biết</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kết</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hợp</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với</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nhau</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để</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sản</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xuất</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và</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tự</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tổ</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chức</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ra</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những</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hoạt</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động</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chung</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mang</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tính</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xã</a:t>
            </a:r>
            <a:r>
              <a:rPr lang="en-US" sz="2400" dirty="0">
                <a:latin typeface="Times New Roman" panose="02020603050405020304" pitchFamily="18" charset="0"/>
                <a:cs typeface="Arial" panose="020B0604020202020204" pitchFamily="34" charset="0"/>
              </a:rPr>
              <a:t> </a:t>
            </a:r>
            <a:r>
              <a:rPr lang="en-US" sz="2400" dirty="0" err="1">
                <a:latin typeface="Times New Roman" panose="02020603050405020304" pitchFamily="18" charset="0"/>
                <a:cs typeface="Arial" panose="020B0604020202020204" pitchFamily="34" charset="0"/>
              </a:rPr>
              <a:t>hội</a:t>
            </a:r>
            <a:endParaRPr lang="en-US" sz="2400" dirty="0">
              <a:latin typeface="Times New Roman" panose="02020603050405020304" pitchFamily="18" charset="0"/>
              <a:cs typeface="Arial" panose="020B0604020202020204" pitchFamily="34" charset="0"/>
            </a:endParaRPr>
          </a:p>
        </p:txBody>
      </p:sp>
      <p:pic>
        <p:nvPicPr>
          <p:cNvPr id="173104" name="Picture 8" descr="ghfhgjhbmn.jpg"/>
          <p:cNvPicPr>
            <a:picLocks noChangeAspect="1"/>
          </p:cNvPicPr>
          <p:nvPr/>
        </p:nvPicPr>
        <p:blipFill>
          <a:blip r:embed="rId2">
            <a:extLst>
              <a:ext uri="{28A0092B-C50C-407E-A947-70E740481C1C}">
                <a14:useLocalDpi xmlns:a14="http://schemas.microsoft.com/office/drawing/2010/main" val="0"/>
              </a:ext>
            </a:extLst>
          </a:blip>
          <a:srcRect l="856" t="1369" r="2888"/>
          <a:stretch>
            <a:fillRect/>
          </a:stretch>
        </p:blipFill>
        <p:spPr bwMode="auto">
          <a:xfrm>
            <a:off x="4572000" y="2590800"/>
            <a:ext cx="280193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105" name="Picture 9" descr="ghgjhj.jpg"/>
          <p:cNvPicPr>
            <a:picLocks noChangeAspect="1"/>
          </p:cNvPicPr>
          <p:nvPr/>
        </p:nvPicPr>
        <p:blipFill>
          <a:blip r:embed="rId3">
            <a:extLst>
              <a:ext uri="{28A0092B-C50C-407E-A947-70E740481C1C}">
                <a14:useLocalDpi xmlns:a14="http://schemas.microsoft.com/office/drawing/2010/main" val="0"/>
              </a:ext>
            </a:extLst>
          </a:blip>
          <a:srcRect l="2101" t="1895" r="3362"/>
          <a:stretch>
            <a:fillRect/>
          </a:stretch>
        </p:blipFill>
        <p:spPr bwMode="auto">
          <a:xfrm>
            <a:off x="1752600" y="2590801"/>
            <a:ext cx="2819400"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106" name="Picture 17" descr="xcxvncbvn.jpg"/>
          <p:cNvPicPr>
            <a:picLocks noChangeAspect="1"/>
          </p:cNvPicPr>
          <p:nvPr/>
        </p:nvPicPr>
        <p:blipFill>
          <a:blip r:embed="rId4">
            <a:extLst>
              <a:ext uri="{28A0092B-C50C-407E-A947-70E740481C1C}">
                <a14:useLocalDpi xmlns:a14="http://schemas.microsoft.com/office/drawing/2010/main" val="0"/>
              </a:ext>
            </a:extLst>
          </a:blip>
          <a:srcRect l="3209" t="1788" r="1738"/>
          <a:stretch>
            <a:fillRect/>
          </a:stretch>
        </p:blipFill>
        <p:spPr bwMode="auto">
          <a:xfrm>
            <a:off x="7391400" y="3276600"/>
            <a:ext cx="320040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245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511" name="Picture 2" descr="images997341_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0965" y="2291256"/>
            <a:ext cx="5105400"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512" name="Rectangle 3"/>
          <p:cNvSpPr>
            <a:spLocks noChangeArrowheads="1"/>
          </p:cNvSpPr>
          <p:nvPr/>
        </p:nvSpPr>
        <p:spPr bwMode="auto">
          <a:xfrm>
            <a:off x="429609" y="1337443"/>
            <a:ext cx="112881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just"/>
            <a:r>
              <a:rPr lang="en-US" sz="2400" b="1" dirty="0">
                <a:cs typeface="Arial" panose="020B0604020202020204" pitchFamily="34" charset="0"/>
              </a:rPr>
              <a:t>Con </a:t>
            </a:r>
            <a:r>
              <a:rPr lang="en-US" sz="2400" b="1" dirty="0" err="1">
                <a:cs typeface="Arial" panose="020B0604020202020204" pitchFamily="34" charset="0"/>
              </a:rPr>
              <a:t>người</a:t>
            </a:r>
            <a:r>
              <a:rPr lang="en-US" sz="2400" b="1" dirty="0">
                <a:cs typeface="Arial" panose="020B0604020202020204" pitchFamily="34" charset="0"/>
              </a:rPr>
              <a:t> </a:t>
            </a:r>
            <a:r>
              <a:rPr lang="en-US" sz="2400" b="1" dirty="0" err="1">
                <a:cs typeface="Arial" panose="020B0604020202020204" pitchFamily="34" charset="0"/>
              </a:rPr>
              <a:t>có</a:t>
            </a:r>
            <a:r>
              <a:rPr lang="en-US" sz="2400" b="1" dirty="0">
                <a:cs typeface="Arial" panose="020B0604020202020204" pitchFamily="34" charset="0"/>
              </a:rPr>
              <a:t> </a:t>
            </a:r>
            <a:r>
              <a:rPr lang="en-US" sz="2400" b="1" dirty="0" err="1">
                <a:cs typeface="Arial" panose="020B0604020202020204" pitchFamily="34" charset="0"/>
              </a:rPr>
              <a:t>nhu</a:t>
            </a:r>
            <a:r>
              <a:rPr lang="en-US" sz="2400" b="1" dirty="0">
                <a:cs typeface="Arial" panose="020B0604020202020204" pitchFamily="34" charset="0"/>
              </a:rPr>
              <a:t> </a:t>
            </a:r>
            <a:r>
              <a:rPr lang="en-US" sz="2400" b="1" dirty="0" err="1">
                <a:cs typeface="Arial" panose="020B0604020202020204" pitchFamily="34" charset="0"/>
              </a:rPr>
              <a:t>cầu</a:t>
            </a:r>
            <a:r>
              <a:rPr lang="en-US" sz="2400" b="1" dirty="0">
                <a:cs typeface="Arial" panose="020B0604020202020204" pitchFamily="34" charset="0"/>
              </a:rPr>
              <a:t> </a:t>
            </a:r>
            <a:r>
              <a:rPr lang="en-US" sz="2400" b="1" dirty="0" err="1">
                <a:cs typeface="Arial" panose="020B0604020202020204" pitchFamily="34" charset="0"/>
              </a:rPr>
              <a:t>sống</a:t>
            </a:r>
            <a:r>
              <a:rPr lang="en-US" sz="2400" b="1" dirty="0">
                <a:cs typeface="Arial" panose="020B0604020202020204" pitchFamily="34" charset="0"/>
              </a:rPr>
              <a:t> </a:t>
            </a:r>
            <a:r>
              <a:rPr lang="en-US" sz="2400" b="1" dirty="0" err="1">
                <a:cs typeface="Arial" panose="020B0604020202020204" pitchFamily="34" charset="0"/>
              </a:rPr>
              <a:t>quây</a:t>
            </a:r>
            <a:r>
              <a:rPr lang="en-US" sz="2400" b="1" dirty="0">
                <a:cs typeface="Arial" panose="020B0604020202020204" pitchFamily="34" charset="0"/>
              </a:rPr>
              <a:t> </a:t>
            </a:r>
            <a:r>
              <a:rPr lang="en-US" sz="2400" b="1" dirty="0" err="1">
                <a:cs typeface="Arial" panose="020B0604020202020204" pitchFamily="34" charset="0"/>
              </a:rPr>
              <a:t>quần</a:t>
            </a:r>
            <a:r>
              <a:rPr lang="en-US" sz="2400" b="1" dirty="0">
                <a:cs typeface="Arial" panose="020B0604020202020204" pitchFamily="34" charset="0"/>
              </a:rPr>
              <a:t> </a:t>
            </a:r>
            <a:r>
              <a:rPr lang="en-US" sz="2400" b="1" dirty="0" err="1">
                <a:cs typeface="Arial" panose="020B0604020202020204" pitchFamily="34" charset="0"/>
              </a:rPr>
              <a:t>bên</a:t>
            </a:r>
            <a:r>
              <a:rPr lang="en-US" sz="2400" b="1" dirty="0">
                <a:cs typeface="Arial" panose="020B0604020202020204" pitchFamily="34" charset="0"/>
              </a:rPr>
              <a:t> </a:t>
            </a:r>
            <a:r>
              <a:rPr lang="en-US" sz="2400" b="1" dirty="0" err="1">
                <a:cs typeface="Arial" panose="020B0604020202020204" pitchFamily="34" charset="0"/>
              </a:rPr>
              <a:t>nhau</a:t>
            </a:r>
            <a:r>
              <a:rPr lang="en-US" sz="2400" b="1" dirty="0">
                <a:cs typeface="Arial" panose="020B0604020202020204" pitchFamily="34" charset="0"/>
              </a:rPr>
              <a:t>, </a:t>
            </a:r>
            <a:r>
              <a:rPr lang="en-US" sz="2400" b="1" dirty="0" err="1">
                <a:cs typeface="Arial" panose="020B0604020202020204" pitchFamily="34" charset="0"/>
              </a:rPr>
              <a:t>các</a:t>
            </a:r>
            <a:r>
              <a:rPr lang="en-US" sz="2400" b="1" dirty="0">
                <a:cs typeface="Arial" panose="020B0604020202020204" pitchFamily="34" charset="0"/>
              </a:rPr>
              <a:t> </a:t>
            </a:r>
            <a:r>
              <a:rPr lang="en-US" sz="2400" b="1" dirty="0" err="1">
                <a:cs typeface="Arial" panose="020B0604020202020204" pitchFamily="34" charset="0"/>
              </a:rPr>
              <a:t>thành</a:t>
            </a:r>
            <a:r>
              <a:rPr lang="en-US" sz="2400" b="1" dirty="0">
                <a:cs typeface="Arial" panose="020B0604020202020204" pitchFamily="34" charset="0"/>
              </a:rPr>
              <a:t> </a:t>
            </a:r>
            <a:r>
              <a:rPr lang="en-US" sz="2400" b="1" dirty="0" err="1">
                <a:cs typeface="Arial" panose="020B0604020202020204" pitchFamily="34" charset="0"/>
              </a:rPr>
              <a:t>viên</a:t>
            </a:r>
            <a:r>
              <a:rPr lang="en-US" sz="2400" b="1" dirty="0">
                <a:cs typeface="Arial" panose="020B0604020202020204" pitchFamily="34" charset="0"/>
              </a:rPr>
              <a:t> </a:t>
            </a:r>
            <a:r>
              <a:rPr lang="en-US" sz="2400" b="1" dirty="0" err="1">
                <a:cs typeface="Arial" panose="020B0604020202020204" pitchFamily="34" charset="0"/>
              </a:rPr>
              <a:t>trong</a:t>
            </a:r>
            <a:r>
              <a:rPr lang="en-US" sz="2400" b="1" dirty="0">
                <a:cs typeface="Arial" panose="020B0604020202020204" pitchFamily="34" charset="0"/>
              </a:rPr>
              <a:t> </a:t>
            </a:r>
            <a:r>
              <a:rPr lang="en-US" sz="2400" b="1" dirty="0" err="1">
                <a:cs typeface="Arial" panose="020B0604020202020204" pitchFamily="34" charset="0"/>
              </a:rPr>
              <a:t>cộng</a:t>
            </a:r>
            <a:r>
              <a:rPr lang="en-US" sz="2400" b="1" dirty="0">
                <a:cs typeface="Arial" panose="020B0604020202020204" pitchFamily="34" charset="0"/>
              </a:rPr>
              <a:t> </a:t>
            </a:r>
            <a:r>
              <a:rPr lang="en-US" sz="2400" b="1" dirty="0" err="1">
                <a:cs typeface="Arial" panose="020B0604020202020204" pitchFamily="34" charset="0"/>
              </a:rPr>
              <a:t>đồng</a:t>
            </a:r>
            <a:r>
              <a:rPr lang="en-US" sz="2400" b="1" dirty="0">
                <a:cs typeface="Arial" panose="020B0604020202020204" pitchFamily="34" charset="0"/>
              </a:rPr>
              <a:t> </a:t>
            </a:r>
            <a:r>
              <a:rPr lang="en-US" sz="2400" b="1" dirty="0" err="1">
                <a:cs typeface="Arial" panose="020B0604020202020204" pitchFamily="34" charset="0"/>
              </a:rPr>
              <a:t>có</a:t>
            </a:r>
            <a:r>
              <a:rPr lang="en-US" sz="2400" b="1" dirty="0">
                <a:cs typeface="Arial" panose="020B0604020202020204" pitchFamily="34" charset="0"/>
              </a:rPr>
              <a:t> </a:t>
            </a:r>
            <a:r>
              <a:rPr lang="en-US" sz="2400" b="1" dirty="0" err="1">
                <a:cs typeface="Arial" panose="020B0604020202020204" pitchFamily="34" charset="0"/>
              </a:rPr>
              <a:t>quyền</a:t>
            </a:r>
            <a:r>
              <a:rPr lang="en-US" sz="2400" b="1" dirty="0">
                <a:cs typeface="Arial" panose="020B0604020202020204" pitchFamily="34" charset="0"/>
              </a:rPr>
              <a:t> </a:t>
            </a:r>
            <a:r>
              <a:rPr lang="en-US" sz="2400" b="1" dirty="0" err="1">
                <a:cs typeface="Arial" panose="020B0604020202020204" pitchFamily="34" charset="0"/>
              </a:rPr>
              <a:t>bầu</a:t>
            </a:r>
            <a:r>
              <a:rPr lang="en-US" sz="2400" b="1" dirty="0">
                <a:cs typeface="Arial" panose="020B0604020202020204" pitchFamily="34" charset="0"/>
              </a:rPr>
              <a:t> </a:t>
            </a:r>
            <a:r>
              <a:rPr lang="en-US" sz="2400" b="1" dirty="0" err="1">
                <a:cs typeface="Arial" panose="020B0604020202020204" pitchFamily="34" charset="0"/>
              </a:rPr>
              <a:t>ra</a:t>
            </a:r>
            <a:r>
              <a:rPr lang="en-US" sz="2400" b="1" dirty="0">
                <a:cs typeface="Arial" panose="020B0604020202020204" pitchFamily="34" charset="0"/>
              </a:rPr>
              <a:t> hay </a:t>
            </a:r>
            <a:r>
              <a:rPr lang="en-US" sz="2400" b="1" dirty="0" err="1">
                <a:cs typeface="Arial" panose="020B0604020202020204" pitchFamily="34" charset="0"/>
              </a:rPr>
              <a:t>bãi</a:t>
            </a:r>
            <a:r>
              <a:rPr lang="en-US" sz="2400" b="1" dirty="0">
                <a:cs typeface="Arial" panose="020B0604020202020204" pitchFamily="34" charset="0"/>
              </a:rPr>
              <a:t> </a:t>
            </a:r>
            <a:r>
              <a:rPr lang="en-US" sz="2400" b="1" dirty="0" err="1">
                <a:cs typeface="Arial" panose="020B0604020202020204" pitchFamily="34" charset="0"/>
              </a:rPr>
              <a:t>miễn</a:t>
            </a:r>
            <a:r>
              <a:rPr lang="en-US" sz="2400" b="1" dirty="0">
                <a:cs typeface="Arial" panose="020B0604020202020204" pitchFamily="34" charset="0"/>
              </a:rPr>
              <a:t> </a:t>
            </a:r>
            <a:r>
              <a:rPr lang="en-US" sz="2400" b="1" dirty="0" err="1">
                <a:cs typeface="Arial" panose="020B0604020202020204" pitchFamily="34" charset="0"/>
              </a:rPr>
              <a:t>người</a:t>
            </a:r>
            <a:r>
              <a:rPr lang="en-US" sz="2400" b="1" dirty="0">
                <a:cs typeface="Arial" panose="020B0604020202020204" pitchFamily="34" charset="0"/>
              </a:rPr>
              <a:t> </a:t>
            </a:r>
            <a:r>
              <a:rPr lang="en-US" sz="2400" b="1" dirty="0" err="1">
                <a:cs typeface="Arial" panose="020B0604020202020204" pitchFamily="34" charset="0"/>
              </a:rPr>
              <a:t>đứng</a:t>
            </a:r>
            <a:r>
              <a:rPr lang="en-US" sz="2400" b="1" dirty="0">
                <a:cs typeface="Arial" panose="020B0604020202020204" pitchFamily="34" charset="0"/>
              </a:rPr>
              <a:t> </a:t>
            </a:r>
            <a:r>
              <a:rPr lang="en-US" sz="2400" b="1" dirty="0" err="1">
                <a:cs typeface="Arial" panose="020B0604020202020204" pitchFamily="34" charset="0"/>
              </a:rPr>
              <a:t>đầu</a:t>
            </a:r>
            <a:endParaRPr lang="en-US" sz="2400" b="1" dirty="0">
              <a:cs typeface="Arial" panose="020B0604020202020204" pitchFamily="34" charset="0"/>
            </a:endParaRPr>
          </a:p>
        </p:txBody>
      </p:sp>
    </p:spTree>
    <p:extLst>
      <p:ext uri="{BB962C8B-B14F-4D97-AF65-F5344CB8AC3E}">
        <p14:creationId xmlns:p14="http://schemas.microsoft.com/office/powerpoint/2010/main" val="3757650505"/>
      </p:ext>
    </p:extLst>
  </p:cSld>
  <p:clrMapOvr>
    <a:masterClrMapping/>
  </p:clrMapOvr>
  <p:transition spd="med">
    <p:wheel spokes="8"/>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ChangeArrowheads="1"/>
          </p:cNvSpPr>
          <p:nvPr/>
        </p:nvSpPr>
        <p:spPr bwMode="auto">
          <a:xfrm>
            <a:off x="1993024" y="398136"/>
            <a:ext cx="9729951"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r>
              <a:rPr lang="en-US" sz="2800" dirty="0" err="1">
                <a:effectLst>
                  <a:outerShdw blurRad="38100" dist="38100" dir="2700000" algn="tl">
                    <a:srgbClr val="C0C0C0"/>
                  </a:outerShdw>
                </a:effectLst>
                <a:latin typeface="Times New Roman" panose="02020603050405020304" pitchFamily="18" charset="0"/>
              </a:rPr>
              <a:t>Chế</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độ</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chiếm</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hữu</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nô</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lệ</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ra</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đời</a:t>
            </a:r>
            <a:r>
              <a:rPr lang="en-US" sz="2800" dirty="0">
                <a:effectLst>
                  <a:outerShdw blurRad="38100" dist="38100" dir="2700000" algn="tl">
                    <a:srgbClr val="C0C0C0"/>
                  </a:outerShdw>
                </a:effectLst>
                <a:latin typeface="Times New Roman" panose="02020603050405020304" pitchFamily="18" charset="0"/>
              </a:rPr>
              <a:t> – </a:t>
            </a:r>
            <a:r>
              <a:rPr lang="en-US" sz="2800" dirty="0" err="1">
                <a:effectLst>
                  <a:outerShdw blurRad="38100" dist="38100" dir="2700000" algn="tl">
                    <a:srgbClr val="C0C0C0"/>
                  </a:outerShdw>
                </a:effectLst>
                <a:latin typeface="Times New Roman" panose="02020603050405020304" pitchFamily="18" charset="0"/>
              </a:rPr>
              <a:t>phân</a:t>
            </a:r>
            <a:r>
              <a:rPr lang="en-US" sz="2800" dirty="0">
                <a:effectLst>
                  <a:outerShdw blurRad="38100" dist="38100" dir="2700000" algn="tl">
                    <a:srgbClr val="C0C0C0"/>
                  </a:outerShdw>
                </a:effectLst>
                <a:latin typeface="Times New Roman" panose="02020603050405020304" pitchFamily="18" charset="0"/>
              </a:rPr>
              <a:t> chia </a:t>
            </a:r>
            <a:r>
              <a:rPr lang="en-US" sz="2800" dirty="0" err="1">
                <a:effectLst>
                  <a:outerShdw blurRad="38100" dist="38100" dir="2700000" algn="tl">
                    <a:srgbClr val="C0C0C0"/>
                  </a:outerShdw>
                </a:effectLst>
                <a:latin typeface="Times New Roman" panose="02020603050405020304" pitchFamily="18" charset="0"/>
              </a:rPr>
              <a:t>xã</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hội</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thành</a:t>
            </a:r>
            <a:r>
              <a:rPr lang="en-US" sz="2800" dirty="0">
                <a:effectLst>
                  <a:outerShdw blurRad="38100" dist="38100" dir="2700000" algn="tl">
                    <a:srgbClr val="C0C0C0"/>
                  </a:outerShdw>
                </a:effectLst>
                <a:latin typeface="Times New Roman" panose="02020603050405020304" pitchFamily="18" charset="0"/>
              </a:rPr>
              <a:t> 2 </a:t>
            </a:r>
            <a:r>
              <a:rPr lang="en-US" sz="2800" dirty="0" err="1">
                <a:effectLst>
                  <a:outerShdw blurRad="38100" dist="38100" dir="2700000" algn="tl">
                    <a:srgbClr val="C0C0C0"/>
                  </a:outerShdw>
                </a:effectLst>
                <a:latin typeface="Times New Roman" panose="02020603050405020304" pitchFamily="18" charset="0"/>
              </a:rPr>
              <a:t>giai</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cấp</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cơ</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bản</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nô</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lệ</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và</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nô</a:t>
            </a:r>
            <a:endParaRPr lang="en-US" sz="2800" dirty="0">
              <a:effectLst>
                <a:outerShdw blurRad="38100" dist="38100" dir="2700000" algn="tl">
                  <a:srgbClr val="C0C0C0"/>
                </a:outerShdw>
              </a:effectLst>
              <a:latin typeface="Times New Roman" panose="02020603050405020304" pitchFamily="18" charset="0"/>
            </a:endParaRPr>
          </a:p>
        </p:txBody>
      </p:sp>
      <p:pic>
        <p:nvPicPr>
          <p:cNvPr id="7" name="Picture 8" descr="XA HOI NO LE.jpg"/>
          <p:cNvPicPr>
            <a:picLocks noChangeAspect="1"/>
          </p:cNvPicPr>
          <p:nvPr/>
        </p:nvPicPr>
        <p:blipFill>
          <a:blip r:embed="rId2"/>
          <a:srcRect/>
          <a:stretch>
            <a:fillRect/>
          </a:stretch>
        </p:blipFill>
        <p:spPr bwMode="auto">
          <a:xfrm>
            <a:off x="2895600" y="1798639"/>
            <a:ext cx="3124200" cy="4422775"/>
          </a:xfrm>
          <a:prstGeom prst="rect">
            <a:avLst/>
          </a:prstGeom>
          <a:ln>
            <a:noFill/>
          </a:ln>
          <a:effectLst>
            <a:outerShdw blurRad="292100" dist="139700" dir="2700000" algn="tl" rotWithShape="0">
              <a:srgbClr val="333333">
                <a:alpha val="65000"/>
              </a:srgbClr>
            </a:outerShdw>
          </a:effectLst>
        </p:spPr>
      </p:pic>
      <p:pic>
        <p:nvPicPr>
          <p:cNvPr id="8" name="Picture 11" descr="NO LE VA CHU NO.jpg"/>
          <p:cNvPicPr>
            <a:picLocks noChangeAspect="1"/>
          </p:cNvPicPr>
          <p:nvPr/>
        </p:nvPicPr>
        <p:blipFill>
          <a:blip r:embed="rId3"/>
          <a:srcRect/>
          <a:stretch>
            <a:fillRect/>
          </a:stretch>
        </p:blipFill>
        <p:spPr bwMode="auto">
          <a:xfrm>
            <a:off x="6096000" y="1828801"/>
            <a:ext cx="3352800" cy="1971675"/>
          </a:xfrm>
          <a:prstGeom prst="rect">
            <a:avLst/>
          </a:prstGeom>
          <a:ln>
            <a:noFill/>
          </a:ln>
          <a:effectLst>
            <a:outerShdw blurRad="292100" dist="139700" dir="2700000" algn="tl" rotWithShape="0">
              <a:srgbClr val="333333">
                <a:alpha val="65000"/>
              </a:srgbClr>
            </a:outerShdw>
          </a:effectLst>
        </p:spPr>
      </p:pic>
      <p:pic>
        <p:nvPicPr>
          <p:cNvPr id="9" name="Picture 12" descr="CHO NO LE.jpg"/>
          <p:cNvPicPr>
            <a:picLocks noChangeAspect="1"/>
          </p:cNvPicPr>
          <p:nvPr/>
        </p:nvPicPr>
        <p:blipFill>
          <a:blip r:embed="rId4"/>
          <a:srcRect/>
          <a:stretch>
            <a:fillRect/>
          </a:stretch>
        </p:blipFill>
        <p:spPr bwMode="auto">
          <a:xfrm>
            <a:off x="6097588" y="3919538"/>
            <a:ext cx="3351212" cy="23288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84019870"/>
      </p:ext>
    </p:extLst>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10" descr="DAU TRUOGN LA MA.jpg"/>
          <p:cNvPicPr>
            <a:picLocks noChangeAspect="1"/>
          </p:cNvPicPr>
          <p:nvPr/>
        </p:nvPicPr>
        <p:blipFill>
          <a:blip r:embed="rId2"/>
          <a:srcRect/>
          <a:stretch>
            <a:fillRect/>
          </a:stretch>
        </p:blipFill>
        <p:spPr bwMode="auto">
          <a:xfrm>
            <a:off x="6019800" y="2895601"/>
            <a:ext cx="4267200" cy="3482975"/>
          </a:xfrm>
          <a:prstGeom prst="rect">
            <a:avLst/>
          </a:prstGeom>
          <a:ln>
            <a:noFill/>
          </a:ln>
          <a:effectLst>
            <a:outerShdw blurRad="292100" dist="139700" dir="2700000" algn="tl" rotWithShape="0">
              <a:srgbClr val="333333">
                <a:alpha val="65000"/>
              </a:srgbClr>
            </a:outerShdw>
          </a:effectLst>
        </p:spPr>
      </p:pic>
      <p:pic>
        <p:nvPicPr>
          <p:cNvPr id="10" name="Picture 10"/>
          <p:cNvPicPr>
            <a:picLocks noChangeAspect="1" noChangeArrowheads="1"/>
          </p:cNvPicPr>
          <p:nvPr/>
        </p:nvPicPr>
        <p:blipFill>
          <a:blip r:embed="rId3"/>
          <a:srcRect l="2105" t="2888" r="45263" b="2960"/>
          <a:stretch>
            <a:fillRect/>
          </a:stretch>
        </p:blipFill>
        <p:spPr bwMode="auto">
          <a:xfrm>
            <a:off x="1981200" y="1447801"/>
            <a:ext cx="3810000" cy="4968875"/>
          </a:xfrm>
          <a:prstGeom prst="rect">
            <a:avLst/>
          </a:prstGeom>
          <a:ln>
            <a:noFill/>
          </a:ln>
          <a:effectLst>
            <a:outerShdw blurRad="292100" dist="139700" dir="2700000" algn="tl" rotWithShape="0">
              <a:srgbClr val="333333">
                <a:alpha val="65000"/>
              </a:srgbClr>
            </a:outerShdw>
          </a:effectLst>
        </p:spPr>
      </p:pic>
      <p:pic>
        <p:nvPicPr>
          <p:cNvPr id="11" name="Picture 7" descr="dau truong Colido.jpg"/>
          <p:cNvPicPr>
            <a:picLocks noChangeAspect="1"/>
          </p:cNvPicPr>
          <p:nvPr/>
        </p:nvPicPr>
        <p:blipFill>
          <a:blip r:embed="rId4"/>
          <a:srcRect/>
          <a:stretch>
            <a:fillRect/>
          </a:stretch>
        </p:blipFill>
        <p:spPr bwMode="auto">
          <a:xfrm>
            <a:off x="7086600" y="914400"/>
            <a:ext cx="3352800" cy="2286000"/>
          </a:xfrm>
          <a:prstGeom prst="ellipse">
            <a:avLst/>
          </a:prstGeom>
          <a:ln>
            <a:noFill/>
          </a:ln>
          <a:effectLst>
            <a:softEdge rad="112500"/>
          </a:effectLst>
        </p:spPr>
      </p:pic>
      <p:sp>
        <p:nvSpPr>
          <p:cNvPr id="148482" name="Rectangle 2"/>
          <p:cNvSpPr>
            <a:spLocks noChangeArrowheads="1"/>
          </p:cNvSpPr>
          <p:nvPr/>
        </p:nvSpPr>
        <p:spPr bwMode="auto">
          <a:xfrm>
            <a:off x="1981199" y="266701"/>
            <a:ext cx="985870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r>
              <a:rPr lang="en-US" sz="2800" dirty="0" err="1">
                <a:effectLst>
                  <a:outerShdw blurRad="38100" dist="38100" dir="2700000" algn="tl">
                    <a:srgbClr val="C0C0C0"/>
                  </a:outerShdw>
                </a:effectLst>
                <a:latin typeface="Times New Roman" panose="02020603050405020304" pitchFamily="18" charset="0"/>
              </a:rPr>
              <a:t>Chế</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độ</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chiếm</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hữu</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nô</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lệ</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ra</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đời</a:t>
            </a:r>
            <a:r>
              <a:rPr lang="en-US" sz="2800" dirty="0">
                <a:effectLst>
                  <a:outerShdw blurRad="38100" dist="38100" dir="2700000" algn="tl">
                    <a:srgbClr val="C0C0C0"/>
                  </a:outerShdw>
                </a:effectLst>
                <a:latin typeface="Times New Roman" panose="02020603050405020304" pitchFamily="18" charset="0"/>
              </a:rPr>
              <a:t> – </a:t>
            </a:r>
            <a:r>
              <a:rPr lang="en-US" sz="2800" dirty="0" err="1">
                <a:effectLst>
                  <a:outerShdw blurRad="38100" dist="38100" dir="2700000" algn="tl">
                    <a:srgbClr val="C0C0C0"/>
                  </a:outerShdw>
                </a:effectLst>
                <a:latin typeface="Times New Roman" panose="02020603050405020304" pitchFamily="18" charset="0"/>
              </a:rPr>
              <a:t>phân</a:t>
            </a:r>
            <a:r>
              <a:rPr lang="en-US" sz="2800" dirty="0">
                <a:effectLst>
                  <a:outerShdw blurRad="38100" dist="38100" dir="2700000" algn="tl">
                    <a:srgbClr val="C0C0C0"/>
                  </a:outerShdw>
                </a:effectLst>
                <a:latin typeface="Times New Roman" panose="02020603050405020304" pitchFamily="18" charset="0"/>
              </a:rPr>
              <a:t> chia </a:t>
            </a:r>
            <a:r>
              <a:rPr lang="en-US" sz="2800" dirty="0" err="1">
                <a:effectLst>
                  <a:outerShdw blurRad="38100" dist="38100" dir="2700000" algn="tl">
                    <a:srgbClr val="C0C0C0"/>
                  </a:outerShdw>
                </a:effectLst>
                <a:latin typeface="Times New Roman" panose="02020603050405020304" pitchFamily="18" charset="0"/>
              </a:rPr>
              <a:t>xã</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hội</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thành</a:t>
            </a:r>
            <a:r>
              <a:rPr lang="en-US" sz="2800" dirty="0">
                <a:effectLst>
                  <a:outerShdw blurRad="38100" dist="38100" dir="2700000" algn="tl">
                    <a:srgbClr val="C0C0C0"/>
                  </a:outerShdw>
                </a:effectLst>
                <a:latin typeface="Times New Roman" panose="02020603050405020304" pitchFamily="18" charset="0"/>
              </a:rPr>
              <a:t> 2 </a:t>
            </a:r>
            <a:r>
              <a:rPr lang="en-US" sz="2800" dirty="0" err="1">
                <a:effectLst>
                  <a:outerShdw blurRad="38100" dist="38100" dir="2700000" algn="tl">
                    <a:srgbClr val="C0C0C0"/>
                  </a:outerShdw>
                </a:effectLst>
                <a:latin typeface="Times New Roman" panose="02020603050405020304" pitchFamily="18" charset="0"/>
              </a:rPr>
              <a:t>giai</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cấp</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cơ</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bản</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nô</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lệ</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và</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rPr>
              <a:t>nô</a:t>
            </a:r>
            <a:endParaRPr lang="en-US" sz="2800" dirty="0">
              <a:effectLst>
                <a:outerShdw blurRad="38100" dist="38100" dir="2700000" algn="tl">
                  <a:srgbClr val="C0C0C0"/>
                </a:outerShdw>
              </a:effectLst>
              <a:latin typeface="Times New Roman" panose="02020603050405020304" pitchFamily="18" charset="0"/>
            </a:endParaRPr>
          </a:p>
        </p:txBody>
      </p:sp>
    </p:spTree>
    <p:extLst>
      <p:ext uri="{BB962C8B-B14F-4D97-AF65-F5344CB8AC3E}">
        <p14:creationId xmlns:p14="http://schemas.microsoft.com/office/powerpoint/2010/main" val="2490771727"/>
      </p:ext>
    </p:extLst>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2435827" y="903291"/>
            <a:ext cx="9341014"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Giai</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cấp</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nô</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đã</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lập</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ra</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lấy</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tên</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là</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ở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Aten</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Hy</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Lạp</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cổ</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đại</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tức</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là</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nô</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thống</a:t>
            </a:r>
            <a:r>
              <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30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trị</a:t>
            </a:r>
            <a:endParaRPr lang="en-US" sz="300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pic>
        <p:nvPicPr>
          <p:cNvPr id="39940" name="Picture 4" descr="aicapcodai"/>
          <p:cNvPicPr>
            <a:picLocks noChangeAspect="1" noChangeArrowheads="1"/>
          </p:cNvPicPr>
          <p:nvPr/>
        </p:nvPicPr>
        <p:blipFill>
          <a:blip r:embed="rId2"/>
          <a:srcRect/>
          <a:stretch>
            <a:fillRect/>
          </a:stretch>
        </p:blipFill>
        <p:spPr bwMode="auto">
          <a:xfrm>
            <a:off x="3352800" y="1577982"/>
            <a:ext cx="2286000" cy="291781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39941" name="Picture 5" descr="hilapcodai"/>
          <p:cNvPicPr>
            <a:picLocks noChangeAspect="1" noChangeArrowheads="1"/>
          </p:cNvPicPr>
          <p:nvPr/>
        </p:nvPicPr>
        <p:blipFill>
          <a:blip r:embed="rId3"/>
          <a:srcRect/>
          <a:stretch>
            <a:fillRect/>
          </a:stretch>
        </p:blipFill>
        <p:spPr bwMode="auto">
          <a:xfrm>
            <a:off x="1676400" y="3352800"/>
            <a:ext cx="2209800" cy="284161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9" name="Picture 8" descr="gfggghhhg.jpg"/>
          <p:cNvPicPr>
            <a:picLocks noChangeAspect="1"/>
          </p:cNvPicPr>
          <p:nvPr/>
        </p:nvPicPr>
        <p:blipFill>
          <a:blip r:embed="rId4"/>
          <a:srcRect l="915" t="4062" r="4695" b="14286"/>
          <a:stretch>
            <a:fillRect/>
          </a:stretch>
        </p:blipFill>
        <p:spPr>
          <a:xfrm>
            <a:off x="5562600" y="2209800"/>
            <a:ext cx="4960938" cy="3505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5466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4" descr="bastille_prise"/>
          <p:cNvPicPr>
            <a:picLocks noChangeAspect="1" noChangeArrowheads="1"/>
          </p:cNvPicPr>
          <p:nvPr/>
        </p:nvPicPr>
        <p:blipFill>
          <a:blip r:embed="rId2"/>
          <a:srcRect/>
          <a:stretch>
            <a:fillRect/>
          </a:stretch>
        </p:blipFill>
        <p:spPr bwMode="auto">
          <a:xfrm>
            <a:off x="5105400" y="1727200"/>
            <a:ext cx="5295900" cy="4368800"/>
          </a:xfrm>
          <a:prstGeom prst="rect">
            <a:avLst/>
          </a:prstGeom>
          <a:ln>
            <a:noFill/>
          </a:ln>
          <a:effectLst>
            <a:outerShdw blurRad="292100" dist="139700" dir="2700000" algn="tl" rotWithShape="0">
              <a:srgbClr val="333333">
                <a:alpha val="65000"/>
              </a:srgbClr>
            </a:outerShdw>
          </a:effectLst>
        </p:spPr>
      </p:pic>
      <p:sp>
        <p:nvSpPr>
          <p:cNvPr id="6" name="Rectangle 2"/>
          <p:cNvSpPr txBox="1">
            <a:spLocks noChangeArrowheads="1"/>
          </p:cNvSpPr>
          <p:nvPr/>
        </p:nvSpPr>
        <p:spPr>
          <a:xfrm>
            <a:off x="3543300" y="538955"/>
            <a:ext cx="7543800" cy="639763"/>
          </a:xfrm>
          <a:prstGeom prst="rect">
            <a:avLst/>
          </a:prstGeom>
        </p:spPr>
        <p:txBody>
          <a:bodyPr/>
          <a:lstStyle/>
          <a:p>
            <a:pPr>
              <a:defRPr/>
            </a:pP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Nhà</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nước</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tư</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sản</a:t>
            </a:r>
            <a:endPar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
        <p:nvSpPr>
          <p:cNvPr id="7" name="Vertical Scroll 6"/>
          <p:cNvSpPr/>
          <p:nvPr/>
        </p:nvSpPr>
        <p:spPr>
          <a:xfrm>
            <a:off x="1676400" y="1676400"/>
            <a:ext cx="3200400" cy="4419600"/>
          </a:xfrm>
          <a:prstGeom prst="verticalScroll">
            <a:avLst/>
          </a:prstGeom>
          <a:ln>
            <a:solidFill>
              <a:schemeClr val="accent1">
                <a:lumMod val="60000"/>
                <a:lumOff val="40000"/>
              </a:schemeClr>
            </a:solidFill>
          </a:ln>
        </p:spPr>
        <p:style>
          <a:lnRef idx="1">
            <a:schemeClr val="accent2"/>
          </a:lnRef>
          <a:fillRef idx="3">
            <a:schemeClr val="accent2"/>
          </a:fillRef>
          <a:effectRef idx="2">
            <a:schemeClr val="accent2"/>
          </a:effectRef>
          <a:fontRef idx="minor">
            <a:schemeClr val="lt1"/>
          </a:fontRef>
        </p:style>
        <p:txBody>
          <a:bodyPr anchor="ctr"/>
          <a:lstStyle/>
          <a:p>
            <a:pPr algn="ctr" eaLnBrk="0" hangingPunct="0">
              <a:defRPr/>
            </a:pPr>
            <a:r>
              <a:rPr lang="en-US" sz="2400" b="1">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rPr>
              <a:t>Trong chủ nghĩa tư bản mặc dù có tên chế độ dân chủ, nhà nước dân chủ nhưng vẫn không phải là nhà nước thực sự của nhân dân</a:t>
            </a:r>
          </a:p>
        </p:txBody>
      </p:sp>
    </p:spTree>
    <p:extLst>
      <p:ext uri="{BB962C8B-B14F-4D97-AF65-F5344CB8AC3E}">
        <p14:creationId xmlns:p14="http://schemas.microsoft.com/office/powerpoint/2010/main" val="93514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6" name="Picture 4" descr="Thượng Nghị viện vào đầu thế kỷ 19"/>
          <p:cNvPicPr>
            <a:picLocks noChangeAspect="1" noChangeArrowheads="1"/>
          </p:cNvPicPr>
          <p:nvPr/>
        </p:nvPicPr>
        <p:blipFill>
          <a:blip r:embed="rId2"/>
          <a:srcRect/>
          <a:stretch>
            <a:fillRect/>
          </a:stretch>
        </p:blipFill>
        <p:spPr bwMode="auto">
          <a:xfrm>
            <a:off x="6629400" y="2209801"/>
            <a:ext cx="3835400" cy="3235325"/>
          </a:xfrm>
          <a:prstGeom prst="rect">
            <a:avLst/>
          </a:prstGeom>
          <a:ln>
            <a:noFill/>
          </a:ln>
          <a:effectLst>
            <a:outerShdw blurRad="292100" dist="139700" dir="2700000" algn="tl" rotWithShape="0">
              <a:srgbClr val="333333">
                <a:alpha val="65000"/>
              </a:srgbClr>
            </a:outerShdw>
          </a:effectLst>
        </p:spPr>
      </p:pic>
      <p:pic>
        <p:nvPicPr>
          <p:cNvPr id="6" name="Picture 5" descr="121324.png"/>
          <p:cNvPicPr>
            <a:picLocks noChangeAspect="1"/>
          </p:cNvPicPr>
          <p:nvPr/>
        </p:nvPicPr>
        <p:blipFill>
          <a:blip r:embed="rId3"/>
          <a:srcRect l="1308" t="1672" r="1879" b="23073"/>
          <a:stretch>
            <a:fillRect/>
          </a:stretch>
        </p:blipFill>
        <p:spPr>
          <a:xfrm>
            <a:off x="1654176" y="2360613"/>
            <a:ext cx="4822825" cy="2933700"/>
          </a:xfrm>
          <a:prstGeom prst="rect">
            <a:avLst/>
          </a:prstGeom>
          <a:ln>
            <a:noFill/>
          </a:ln>
          <a:effectLst>
            <a:outerShdw blurRad="292100" dist="139700" dir="2700000" algn="tl" rotWithShape="0">
              <a:srgbClr val="333333">
                <a:alpha val="65000"/>
              </a:srgbClr>
            </a:outerShdw>
          </a:effectLst>
        </p:spPr>
      </p:pic>
      <p:sp>
        <p:nvSpPr>
          <p:cNvPr id="7" name="Rectangle 2"/>
          <p:cNvSpPr txBox="1">
            <a:spLocks noChangeArrowheads="1"/>
          </p:cNvSpPr>
          <p:nvPr/>
        </p:nvSpPr>
        <p:spPr>
          <a:xfrm>
            <a:off x="3448707" y="787400"/>
            <a:ext cx="7543800" cy="639763"/>
          </a:xfrm>
          <a:prstGeom prst="rect">
            <a:avLst/>
          </a:prstGeom>
        </p:spPr>
        <p:txBody>
          <a:bodyPr/>
          <a:lstStyle/>
          <a:p>
            <a:pPr>
              <a:defRPr/>
            </a:pP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Nhà</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nước</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tư</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sản</a:t>
            </a:r>
            <a:endPar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4239544483"/>
      </p:ext>
    </p:extLst>
  </p:cSld>
  <p:clrMapOvr>
    <a:masterClrMapping/>
  </p:clrMapOvr>
  <p:transition>
    <p:comb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a_Vien_Canada"/>
          <p:cNvPicPr>
            <a:picLocks noChangeAspect="1" noChangeArrowheads="1"/>
          </p:cNvPicPr>
          <p:nvPr/>
        </p:nvPicPr>
        <p:blipFill>
          <a:blip r:embed="rId3"/>
          <a:srcRect/>
          <a:stretch>
            <a:fillRect/>
          </a:stretch>
        </p:blipFill>
        <p:spPr bwMode="auto">
          <a:xfrm>
            <a:off x="1828800" y="1981200"/>
            <a:ext cx="3975100" cy="3352800"/>
          </a:xfrm>
          <a:prstGeom prst="rect">
            <a:avLst/>
          </a:prstGeom>
          <a:ln>
            <a:noFill/>
          </a:ln>
          <a:effectLst>
            <a:outerShdw blurRad="292100" dist="139700" dir="2700000" algn="tl" rotWithShape="0">
              <a:srgbClr val="333333">
                <a:alpha val="65000"/>
              </a:srgbClr>
            </a:outerShdw>
          </a:effectLst>
        </p:spPr>
      </p:pic>
      <p:pic>
        <p:nvPicPr>
          <p:cNvPr id="8" name="Picture 7" descr="kjhjkgygdtfs.jpg"/>
          <p:cNvPicPr>
            <a:picLocks noChangeAspect="1"/>
          </p:cNvPicPr>
          <p:nvPr/>
        </p:nvPicPr>
        <p:blipFill>
          <a:blip r:embed="rId4"/>
          <a:srcRect r="1525" b="17654"/>
          <a:stretch>
            <a:fillRect/>
          </a:stretch>
        </p:blipFill>
        <p:spPr>
          <a:xfrm>
            <a:off x="5943600" y="1981200"/>
            <a:ext cx="4540250" cy="3333750"/>
          </a:xfrm>
          <a:prstGeom prst="rect">
            <a:avLst/>
          </a:prstGeom>
          <a:ln>
            <a:noFill/>
          </a:ln>
          <a:effectLst>
            <a:outerShdw blurRad="292100" dist="139700" dir="2700000" algn="tl" rotWithShape="0">
              <a:srgbClr val="333333">
                <a:alpha val="65000"/>
              </a:srgbClr>
            </a:outerShdw>
          </a:effectLst>
        </p:spPr>
      </p:pic>
      <p:sp>
        <p:nvSpPr>
          <p:cNvPr id="7" name="Rectangle 2"/>
          <p:cNvSpPr txBox="1">
            <a:spLocks noChangeArrowheads="1"/>
          </p:cNvSpPr>
          <p:nvPr/>
        </p:nvSpPr>
        <p:spPr>
          <a:xfrm>
            <a:off x="3124201" y="738186"/>
            <a:ext cx="7543800" cy="639763"/>
          </a:xfrm>
          <a:prstGeom prst="rect">
            <a:avLst/>
          </a:prstGeom>
        </p:spPr>
        <p:txBody>
          <a:bodyPr/>
          <a:lstStyle/>
          <a:p>
            <a:pPr>
              <a:defRPr/>
            </a:pP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Nhà</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nước</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tư</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sản</a:t>
            </a:r>
            <a:endPar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291532368"/>
      </p:ext>
    </p:extLst>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US050.BMP"/>
          <p:cNvPicPr>
            <a:picLocks noChangeAspect="1"/>
          </p:cNvPicPr>
          <p:nvPr/>
        </p:nvPicPr>
        <p:blipFill>
          <a:blip r:embed="rId2"/>
          <a:stretch>
            <a:fillRect/>
          </a:stretch>
        </p:blipFill>
        <p:spPr>
          <a:xfrm>
            <a:off x="5992813" y="1433295"/>
            <a:ext cx="3962400" cy="2971800"/>
          </a:xfrm>
          <a:prstGeom prst="rect">
            <a:avLst/>
          </a:prstGeom>
          <a:ln>
            <a:noFill/>
          </a:ln>
          <a:effectLst>
            <a:outerShdw blurRad="292100" dist="139700" dir="2700000" algn="tl" rotWithShape="0">
              <a:srgbClr val="333333">
                <a:alpha val="65000"/>
              </a:srgbClr>
            </a:outerShdw>
          </a:effectLst>
        </p:spPr>
      </p:pic>
      <p:pic>
        <p:nvPicPr>
          <p:cNvPr id="24579" name="Picture 4" descr="washington and cabinet.jpg"/>
          <p:cNvPicPr>
            <a:picLocks noChangeAspect="1"/>
          </p:cNvPicPr>
          <p:nvPr/>
        </p:nvPicPr>
        <p:blipFill>
          <a:blip r:embed="rId3"/>
          <a:srcRect/>
          <a:stretch>
            <a:fillRect/>
          </a:stretch>
        </p:blipFill>
        <p:spPr bwMode="auto">
          <a:xfrm>
            <a:off x="1828800" y="1219201"/>
            <a:ext cx="3962400" cy="2994025"/>
          </a:xfrm>
          <a:prstGeom prst="rect">
            <a:avLst/>
          </a:prstGeom>
          <a:ln>
            <a:noFill/>
          </a:ln>
          <a:effectLst>
            <a:outerShdw blurRad="292100" dist="139700" dir="2700000" algn="tl" rotWithShape="0">
              <a:srgbClr val="333333">
                <a:alpha val="65000"/>
              </a:srgbClr>
            </a:outerShdw>
          </a:effectLst>
        </p:spPr>
      </p:pic>
      <p:pic>
        <p:nvPicPr>
          <p:cNvPr id="24580" name="Picture 5" descr="We the People- Above Mount Rushmore.jpg"/>
          <p:cNvPicPr>
            <a:picLocks noChangeAspect="1"/>
          </p:cNvPicPr>
          <p:nvPr/>
        </p:nvPicPr>
        <p:blipFill>
          <a:blip r:embed="rId4"/>
          <a:srcRect/>
          <a:stretch>
            <a:fillRect/>
          </a:stretch>
        </p:blipFill>
        <p:spPr bwMode="auto">
          <a:xfrm>
            <a:off x="1905000" y="4267200"/>
            <a:ext cx="3886200" cy="2465388"/>
          </a:xfrm>
          <a:prstGeom prst="rect">
            <a:avLst/>
          </a:prstGeom>
          <a:ln>
            <a:noFill/>
          </a:ln>
          <a:effectLst>
            <a:outerShdw blurRad="292100" dist="139700" dir="2700000" algn="tl" rotWithShape="0">
              <a:srgbClr val="333333">
                <a:alpha val="65000"/>
              </a:srgbClr>
            </a:outerShdw>
          </a:effectLst>
        </p:spPr>
      </p:pic>
      <p:sp>
        <p:nvSpPr>
          <p:cNvPr id="8" name="Rectangle 7"/>
          <p:cNvSpPr/>
          <p:nvPr/>
        </p:nvSpPr>
        <p:spPr>
          <a:xfrm>
            <a:off x="6019800" y="4724400"/>
            <a:ext cx="4267200" cy="1938992"/>
          </a:xfrm>
          <a:prstGeom prst="rect">
            <a:avLst/>
          </a:prstGeom>
          <a:noFill/>
        </p:spPr>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just">
              <a:defRPr/>
            </a:pPr>
            <a:r>
              <a:rPr lang="en-US" sz="2000" b="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ial" charset="0"/>
                <a:cs typeface="Arial" charset="0"/>
              </a:rPr>
              <a:t>Nhà nước tư sản Mỹ:</a:t>
            </a:r>
          </a:p>
          <a:p>
            <a:pPr algn="just">
              <a:buFontTx/>
              <a:buChar char="-"/>
              <a:defRPr/>
            </a:pPr>
            <a:r>
              <a:rPr lang="en-US" sz="2000" b="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ial" charset="0"/>
                <a:cs typeface="Arial" charset="0"/>
              </a:rPr>
              <a:t> G.Washington cùng nội các. </a:t>
            </a:r>
          </a:p>
          <a:p>
            <a:pPr algn="just">
              <a:buFontTx/>
              <a:buChar char="-"/>
              <a:defRPr/>
            </a:pPr>
            <a:r>
              <a:rPr lang="en-US" sz="2000" b="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ial" charset="0"/>
                <a:cs typeface="Arial" charset="0"/>
              </a:rPr>
              <a:t> Quốc hội Hoa Kỳ</a:t>
            </a:r>
          </a:p>
          <a:p>
            <a:pPr algn="just">
              <a:buFontTx/>
              <a:buChar char="-"/>
              <a:defRPr/>
            </a:pPr>
            <a:r>
              <a:rPr lang="en-US" sz="2000" b="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Arial" charset="0"/>
                <a:cs typeface="Arial" charset="0"/>
              </a:rPr>
              <a:t> Tượng Tổng thống nổi tiếng của Mỹ khắc trên vách núi Rushmore</a:t>
            </a:r>
          </a:p>
        </p:txBody>
      </p:sp>
      <p:sp>
        <p:nvSpPr>
          <p:cNvPr id="9" name="Rectangle 2"/>
          <p:cNvSpPr txBox="1">
            <a:spLocks noChangeArrowheads="1"/>
          </p:cNvSpPr>
          <p:nvPr/>
        </p:nvSpPr>
        <p:spPr>
          <a:xfrm>
            <a:off x="3543300" y="538955"/>
            <a:ext cx="7543800" cy="639763"/>
          </a:xfrm>
          <a:prstGeom prst="rect">
            <a:avLst/>
          </a:prstGeom>
        </p:spPr>
        <p:txBody>
          <a:bodyPr/>
          <a:lstStyle/>
          <a:p>
            <a:pPr>
              <a:defRPr/>
            </a:pP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Nhà</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nước</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tư</a:t>
            </a:r>
            <a:r>
              <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sz="3000" b="1" kern="0" dirty="0" err="1">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sản</a:t>
            </a:r>
            <a:endParaRPr lang="en-US" sz="3000" b="1" kern="0" dirty="0">
              <a:solidFill>
                <a:schemeClr val="tx2"/>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4141360028"/>
      </p:ext>
    </p:extLst>
  </p:cSld>
  <p:clrMapOvr>
    <a:masterClrMapping/>
  </p:clrMapOvr>
  <p:transition>
    <p:cover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2002220" y="465137"/>
            <a:ext cx="9884979"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Sau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cách</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mạng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tháng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Mười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với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ra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đời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chế</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độ</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công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hữu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về</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tư</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liệu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sản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xuất</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thì</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xã</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hội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nghĩa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đã</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hiện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p>
        </p:txBody>
      </p:sp>
      <p:pic>
        <p:nvPicPr>
          <p:cNvPr id="6" name="Picture 5" descr="October_Revolution___The_hammer_and_sickle_flag_unfurled_in_Red_Square__Moscow_1917.jpg"/>
          <p:cNvPicPr>
            <a:picLocks noChangeAspect="1"/>
          </p:cNvPicPr>
          <p:nvPr/>
        </p:nvPicPr>
        <p:blipFill>
          <a:blip r:embed="rId2"/>
          <a:stretch>
            <a:fillRect/>
          </a:stretch>
        </p:blipFill>
        <p:spPr>
          <a:xfrm>
            <a:off x="4038600" y="3479800"/>
            <a:ext cx="3962400" cy="2909888"/>
          </a:xfrm>
          <a:prstGeom prst="rect">
            <a:avLst/>
          </a:prstGeom>
          <a:ln>
            <a:noFill/>
          </a:ln>
          <a:effectLst>
            <a:outerShdw blurRad="292100" dist="139700" dir="2700000" algn="tl" rotWithShape="0">
              <a:srgbClr val="333333">
                <a:alpha val="65000"/>
              </a:srgbClr>
            </a:outerShdw>
          </a:effectLst>
        </p:spPr>
      </p:pic>
      <p:pic>
        <p:nvPicPr>
          <p:cNvPr id="8" name="Picture 7" descr="October_revolution_Vladimir_Lenin__leader_of_the_Bolsheviks.jpg"/>
          <p:cNvPicPr>
            <a:picLocks noChangeAspect="1"/>
          </p:cNvPicPr>
          <p:nvPr/>
        </p:nvPicPr>
        <p:blipFill>
          <a:blip r:embed="rId3"/>
          <a:stretch>
            <a:fillRect/>
          </a:stretch>
        </p:blipFill>
        <p:spPr>
          <a:xfrm>
            <a:off x="8142288" y="3451226"/>
            <a:ext cx="2144712" cy="2911475"/>
          </a:xfrm>
          <a:prstGeom prst="rect">
            <a:avLst/>
          </a:prstGeom>
          <a:ln>
            <a:noFill/>
          </a:ln>
          <a:effectLst>
            <a:outerShdw blurRad="292100" dist="139700" dir="2700000" algn="tl" rotWithShape="0">
              <a:srgbClr val="333333">
                <a:alpha val="65000"/>
              </a:srgbClr>
            </a:outerShdw>
          </a:effectLst>
        </p:spPr>
      </p:pic>
      <p:pic>
        <p:nvPicPr>
          <p:cNvPr id="242709" name="Picture 8" descr="Gerasimov,%20Lenin%20on%20the%20Tribune.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295400"/>
            <a:ext cx="1754188" cy="2362200"/>
          </a:xfrm>
          <a:prstGeom prst="rect">
            <a:avLst/>
          </a:prstGeom>
          <a:noFill/>
          <a:ln w="57150">
            <a:solidFill>
              <a:srgbClr val="C00000"/>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6" descr="Quang truong do.jpg"/>
          <p:cNvPicPr>
            <a:picLocks noChangeAspect="1"/>
          </p:cNvPicPr>
          <p:nvPr/>
        </p:nvPicPr>
        <p:blipFill>
          <a:blip r:embed="rId5"/>
          <a:stretch>
            <a:fillRect/>
          </a:stretch>
        </p:blipFill>
        <p:spPr>
          <a:xfrm>
            <a:off x="7239000" y="1143000"/>
            <a:ext cx="2362200" cy="2362200"/>
          </a:xfrm>
          <a:prstGeom prst="ellipse">
            <a:avLst/>
          </a:prstGeom>
          <a:ln>
            <a:noFill/>
          </a:ln>
          <a:effectLst>
            <a:softEdge rad="112500"/>
          </a:effectLst>
        </p:spPr>
      </p:pic>
    </p:spTree>
    <p:extLst>
      <p:ext uri="{BB962C8B-B14F-4D97-AF65-F5344CB8AC3E}">
        <p14:creationId xmlns:p14="http://schemas.microsoft.com/office/powerpoint/2010/main" val="3053245030"/>
      </p:ext>
    </p:extLst>
  </p:cSld>
  <p:clrMapOvr>
    <a:masterClrMapping/>
  </p:clrMapOvr>
  <p:transition>
    <p:randomBa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41" name="Picture 5" descr="bxjvn,m.d.jpg"/>
          <p:cNvPicPr>
            <a:picLocks noChangeAspect="1"/>
          </p:cNvPicPr>
          <p:nvPr/>
        </p:nvPicPr>
        <p:blipFill>
          <a:blip r:embed="rId2">
            <a:extLst>
              <a:ext uri="{28A0092B-C50C-407E-A947-70E740481C1C}">
                <a14:useLocalDpi xmlns:a14="http://schemas.microsoft.com/office/drawing/2010/main" val="0"/>
              </a:ext>
            </a:extLst>
          </a:blip>
          <a:srcRect l="3191" t="2213" r="1773" b="14603"/>
          <a:stretch>
            <a:fillRect/>
          </a:stretch>
        </p:blipFill>
        <p:spPr bwMode="auto">
          <a:xfrm>
            <a:off x="2057400" y="3124201"/>
            <a:ext cx="4648200" cy="3260725"/>
          </a:xfrm>
          <a:prstGeom prst="rect">
            <a:avLst/>
          </a:prstGeom>
          <a:noFill/>
          <a:ln w="57150">
            <a:solidFill>
              <a:srgbClr val="C00000"/>
            </a:solidFill>
            <a:miter lim="800000"/>
            <a:headEnd/>
            <a:tailEnd/>
          </a:ln>
          <a:extLst>
            <a:ext uri="{909E8E84-426E-40DD-AFC4-6F175D3DCCD1}">
              <a14:hiddenFill xmlns:a14="http://schemas.microsoft.com/office/drawing/2010/main">
                <a:solidFill>
                  <a:srgbClr val="FFFFFF"/>
                </a:solidFill>
              </a14:hiddenFill>
            </a:ext>
          </a:extLst>
        </p:spPr>
      </p:pic>
      <p:pic>
        <p:nvPicPr>
          <p:cNvPr id="244742" name="Picture 6" descr="ban do Lien Xo.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44709" y="1866901"/>
            <a:ext cx="35210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ChangeArrowheads="1"/>
          </p:cNvSpPr>
          <p:nvPr/>
        </p:nvSpPr>
        <p:spPr bwMode="auto">
          <a:xfrm>
            <a:off x="2057400" y="528199"/>
            <a:ext cx="9884979"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Sau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cách</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mạng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tháng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Mười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với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ra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đời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chế</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độ</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công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hữu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về</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tư</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liệu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sản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xuất</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thì</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xã</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hội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nghĩa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đã</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hiện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79180598"/>
      </p:ext>
    </p:extLst>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22" name="Picture 4" descr="HD_m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667000"/>
            <a:ext cx="4114800"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3" name="Picture 4" descr="cn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1700" y="2659064"/>
            <a:ext cx="37719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a:spLocks noChangeArrowheads="1"/>
          </p:cNvSpPr>
          <p:nvPr/>
        </p:nvSpPr>
        <p:spPr bwMode="auto">
          <a:xfrm>
            <a:off x="2033751" y="638558"/>
            <a:ext cx="9884979"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Sau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cách</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mạng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tháng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Mười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với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ra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đời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chế</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độ</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công</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hữu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về</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tư</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liệu</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sản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xuất</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thì</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xã</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hội</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nghĩa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đã</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hiện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46312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white">
          <a:xfrm>
            <a:off x="2117835" y="329348"/>
            <a:ext cx="899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3200" b="1">
                <a:solidFill>
                  <a:schemeClr val="tx1"/>
                </a:solidFill>
                <a:latin typeface="Verdana" panose="020B0604030504040204" pitchFamily="34" charset="0"/>
              </a:defRPr>
            </a:lvl1pPr>
            <a:lvl2pPr algn="ctr">
              <a:defRPr sz="3200" b="1">
                <a:solidFill>
                  <a:schemeClr val="tx1"/>
                </a:solidFill>
                <a:latin typeface="Verdana" panose="020B0604030504040204" pitchFamily="34" charset="0"/>
              </a:defRPr>
            </a:lvl2pPr>
            <a:lvl3pPr algn="ctr">
              <a:defRPr sz="3200" b="1">
                <a:solidFill>
                  <a:schemeClr val="tx1"/>
                </a:solidFill>
                <a:latin typeface="Verdana" panose="020B0604030504040204" pitchFamily="34" charset="0"/>
              </a:defRPr>
            </a:lvl3pPr>
            <a:lvl4pPr algn="ctr">
              <a:defRPr sz="3200" b="1">
                <a:solidFill>
                  <a:schemeClr val="tx1"/>
                </a:solidFill>
                <a:latin typeface="Verdana" panose="020B0604030504040204" pitchFamily="34" charset="0"/>
              </a:defRPr>
            </a:lvl4pPr>
            <a:lvl5pPr algn="ctr">
              <a:defRPr sz="3200" b="1">
                <a:solidFill>
                  <a:schemeClr val="tx1"/>
                </a:solidFill>
                <a:latin typeface="Verdana" panose="020B0604030504040204" pitchFamily="34" charset="0"/>
              </a:defRPr>
            </a:lvl5pPr>
            <a:lvl6pPr marL="457200" algn="ctr" fontAlgn="base">
              <a:spcBef>
                <a:spcPct val="0"/>
              </a:spcBef>
              <a:spcAft>
                <a:spcPct val="0"/>
              </a:spcAft>
              <a:defRPr sz="3200" b="1">
                <a:solidFill>
                  <a:schemeClr val="tx1"/>
                </a:solidFill>
                <a:latin typeface="Verdana" panose="020B0604030504040204" pitchFamily="34" charset="0"/>
              </a:defRPr>
            </a:lvl6pPr>
            <a:lvl7pPr marL="914400" algn="ctr" fontAlgn="base">
              <a:spcBef>
                <a:spcPct val="0"/>
              </a:spcBef>
              <a:spcAft>
                <a:spcPct val="0"/>
              </a:spcAft>
              <a:defRPr sz="3200" b="1">
                <a:solidFill>
                  <a:schemeClr val="tx1"/>
                </a:solidFill>
                <a:latin typeface="Verdana" panose="020B0604030504040204" pitchFamily="34" charset="0"/>
              </a:defRPr>
            </a:lvl7pPr>
            <a:lvl8pPr marL="1371600" algn="ctr" fontAlgn="base">
              <a:spcBef>
                <a:spcPct val="0"/>
              </a:spcBef>
              <a:spcAft>
                <a:spcPct val="0"/>
              </a:spcAft>
              <a:defRPr sz="3200" b="1">
                <a:solidFill>
                  <a:schemeClr val="tx1"/>
                </a:solidFill>
                <a:latin typeface="Verdana" panose="020B0604030504040204" pitchFamily="34" charset="0"/>
              </a:defRPr>
            </a:lvl8pPr>
            <a:lvl9pPr marL="1828800" algn="ctr" fontAlgn="base">
              <a:spcBef>
                <a:spcPct val="0"/>
              </a:spcBef>
              <a:spcAft>
                <a:spcPct val="0"/>
              </a:spcAft>
              <a:defRPr sz="3200" b="1">
                <a:solidFill>
                  <a:schemeClr val="tx1"/>
                </a:solidFill>
                <a:latin typeface="Verdana" panose="020B0604030504040204" pitchFamily="34" charset="0"/>
              </a:defRPr>
            </a:lvl9pPr>
          </a:lstStyle>
          <a:p>
            <a:pPr algn="just"/>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Quan</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niệm</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về</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dân</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chủ</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của</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chủ</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nghĩa</a:t>
            </a:r>
            <a:r>
              <a:rPr lang="en-US" sz="2000" i="1" dirty="0">
                <a:effectLst>
                  <a:outerShdw blurRad="38100" dist="38100" dir="2700000" algn="tl">
                    <a:srgbClr val="C0C0C0"/>
                  </a:outerShdw>
                </a:effectLst>
              </a:rPr>
              <a:t> </a:t>
            </a:r>
            <a:r>
              <a:rPr lang="en-US" sz="2000" i="1" dirty="0" err="1">
                <a:effectLst>
                  <a:outerShdw blurRad="38100" dist="38100" dir="2700000" algn="tl">
                    <a:srgbClr val="C0C0C0"/>
                  </a:outerShdw>
                </a:effectLst>
              </a:rPr>
              <a:t>Mác</a:t>
            </a:r>
            <a:r>
              <a:rPr lang="en-US" sz="2000" i="1" dirty="0">
                <a:effectLst>
                  <a:outerShdw blurRad="38100" dist="38100" dir="2700000" algn="tl">
                    <a:srgbClr val="C0C0C0"/>
                  </a:outerShdw>
                </a:effectLst>
              </a:rPr>
              <a:t> - </a:t>
            </a:r>
            <a:r>
              <a:rPr lang="en-US" sz="2000" i="1" dirty="0" err="1">
                <a:effectLst>
                  <a:outerShdw blurRad="38100" dist="38100" dir="2700000" algn="tl">
                    <a:srgbClr val="C0C0C0"/>
                  </a:outerShdw>
                </a:effectLst>
              </a:rPr>
              <a:t>Lênin</a:t>
            </a:r>
            <a:endParaRPr lang="en-US" sz="2000" i="1" dirty="0">
              <a:effectLst>
                <a:outerShdw blurRad="38100" dist="38100" dir="2700000" algn="tl">
                  <a:srgbClr val="C0C0C0"/>
                </a:outerShdw>
              </a:effectLst>
            </a:endParaRPr>
          </a:p>
        </p:txBody>
      </p:sp>
      <p:sp>
        <p:nvSpPr>
          <p:cNvPr id="176152" name="Text Box 24"/>
          <p:cNvSpPr txBox="1">
            <a:spLocks noChangeArrowheads="1"/>
          </p:cNvSpPr>
          <p:nvPr/>
        </p:nvSpPr>
        <p:spPr bwMode="auto">
          <a:xfrm>
            <a:off x="1752600" y="1403351"/>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Tx/>
              <a:buChar char="•"/>
            </a:pPr>
            <a:r>
              <a:rPr lang="en-US" sz="2400" i="1">
                <a:latin typeface="Verdana" panose="020B0604030504040204" pitchFamily="34" charset="0"/>
              </a:rPr>
              <a:t> Chế độ </a:t>
            </a:r>
            <a:r>
              <a:rPr lang="en-US" sz="2400">
                <a:latin typeface="Verdana" panose="020B0604030504040204" pitchFamily="34" charset="0"/>
              </a:rPr>
              <a:t>dân chủ gắn với nhà nước đều mang </a:t>
            </a:r>
            <a:r>
              <a:rPr lang="en-US" sz="2400" i="1">
                <a:latin typeface="Verdana" panose="020B0604030504040204" pitchFamily="34" charset="0"/>
              </a:rPr>
              <a:t>bản chất giai cấp thống trị xã hội</a:t>
            </a:r>
            <a:r>
              <a:rPr lang="en-US" sz="2400">
                <a:latin typeface="Verdana" panose="020B0604030504040204" pitchFamily="34" charset="0"/>
              </a:rPr>
              <a:t> </a:t>
            </a:r>
          </a:p>
        </p:txBody>
      </p:sp>
      <p:sp>
        <p:nvSpPr>
          <p:cNvPr id="176153" name="Text Box 25"/>
          <p:cNvSpPr txBox="1">
            <a:spLocks noChangeArrowheads="1"/>
          </p:cNvSpPr>
          <p:nvPr/>
        </p:nvSpPr>
        <p:spPr bwMode="auto">
          <a:xfrm>
            <a:off x="1752600" y="2622551"/>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Tx/>
              <a:buChar char="•"/>
            </a:pPr>
            <a:r>
              <a:rPr lang="en-US" sz="2400">
                <a:latin typeface="Verdana" panose="020B0604030504040204" pitchFamily="34" charset="0"/>
              </a:rPr>
              <a:t> Khi có nhà nước dân chủ, thì dân chủ còn với ý nghĩa là </a:t>
            </a:r>
            <a:r>
              <a:rPr lang="en-US" sz="2400" i="1">
                <a:latin typeface="Verdana" panose="020B0604030504040204" pitchFamily="34" charset="0"/>
              </a:rPr>
              <a:t>một hình thức nhà nước</a:t>
            </a:r>
            <a:r>
              <a:rPr lang="en-US" sz="2400">
                <a:latin typeface="Verdana" panose="020B0604030504040204" pitchFamily="34" charset="0"/>
              </a:rPr>
              <a:t> </a:t>
            </a:r>
          </a:p>
        </p:txBody>
      </p:sp>
      <p:sp>
        <p:nvSpPr>
          <p:cNvPr id="176154" name="Text Box 26"/>
          <p:cNvSpPr txBox="1">
            <a:spLocks noChangeArrowheads="1"/>
          </p:cNvSpPr>
          <p:nvPr/>
        </p:nvSpPr>
        <p:spPr bwMode="auto">
          <a:xfrm>
            <a:off x="1752600" y="3917951"/>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Tx/>
              <a:buChar char="•"/>
            </a:pPr>
            <a:r>
              <a:rPr lang="en-US" sz="2400">
                <a:latin typeface="Verdana" panose="020B0604030504040204" pitchFamily="34" charset="0"/>
              </a:rPr>
              <a:t> Tính giai cấp thống trị cũng gắn liền với và chi phối tính dân tộc, tính chất của chế độ chính trị, kinh tế, văn hoá, xã hội... ở mỗi quốc gia dân tộc cụ thể. </a:t>
            </a:r>
          </a:p>
        </p:txBody>
      </p:sp>
    </p:spTree>
    <p:extLst>
      <p:ext uri="{BB962C8B-B14F-4D97-AF65-F5344CB8AC3E}">
        <p14:creationId xmlns:p14="http://schemas.microsoft.com/office/powerpoint/2010/main" val="3933938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B47B527F-CCFC-4D44-A2EC-D2646B74368C}" type="slidenum">
              <a:rPr lang="en-US">
                <a:solidFill>
                  <a:srgbClr val="FFFFFF"/>
                </a:solidFill>
              </a:rPr>
              <a:pPr eaLnBrk="1" hangingPunct="1">
                <a:lnSpc>
                  <a:spcPct val="80000"/>
                </a:lnSpc>
              </a:pPr>
              <a:t>18</a:t>
            </a:fld>
            <a:endParaRPr lang="en-US">
              <a:solidFill>
                <a:srgbClr val="FFFFFF"/>
              </a:solidFill>
            </a:endParaRPr>
          </a:p>
        </p:txBody>
      </p:sp>
      <p:sp>
        <p:nvSpPr>
          <p:cNvPr id="192524" name="Text Box 12"/>
          <p:cNvSpPr txBox="1">
            <a:spLocks noChangeArrowheads="1"/>
          </p:cNvSpPr>
          <p:nvPr/>
        </p:nvSpPr>
        <p:spPr bwMode="auto">
          <a:xfrm>
            <a:off x="2727434" y="548476"/>
            <a:ext cx="7848600" cy="762000"/>
          </a:xfrm>
          <a:prstGeom prst="rect">
            <a:avLst/>
          </a:prstGeom>
          <a:solidFill>
            <a:srgbClr val="CE0000"/>
          </a:solidFill>
          <a:ln w="9525">
            <a:noFill/>
            <a:miter lim="800000"/>
            <a:headEnd/>
            <a:tailEnd/>
          </a:ln>
          <a:effectLst/>
        </p:spPr>
        <p:txBody>
          <a:bodyPr tIns="0" bIns="0" anchor="ctr"/>
          <a:lstStyle/>
          <a:p>
            <a:pPr algn="ctr">
              <a:defRPr/>
            </a:pPr>
            <a:r>
              <a:rPr lang="en-US" sz="2800" dirty="0">
                <a:solidFill>
                  <a:schemeClr val="bg1"/>
                </a:solidFill>
                <a:effectLst>
                  <a:outerShdw blurRad="38100" dist="38100" dir="2700000" algn="tl">
                    <a:srgbClr val="000000">
                      <a:alpha val="43137"/>
                    </a:srgbClr>
                  </a:outerShdw>
                </a:effectLst>
                <a:latin typeface=".VnArial" pitchFamily="34" charset="0"/>
              </a:rPr>
              <a:t> </a:t>
            </a:r>
            <a:r>
              <a:rPr lang="en-US" sz="280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QUAN NỊỆM VỀ DÂN CHỦ </a:t>
            </a:r>
          </a:p>
        </p:txBody>
      </p:sp>
      <p:sp>
        <p:nvSpPr>
          <p:cNvPr id="192549" name="Rectangle 37"/>
          <p:cNvSpPr>
            <a:spLocks noChangeArrowheads="1"/>
          </p:cNvSpPr>
          <p:nvPr/>
        </p:nvSpPr>
        <p:spPr bwMode="auto">
          <a:xfrm>
            <a:off x="378372" y="2057400"/>
            <a:ext cx="11366938" cy="383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ts val="4500"/>
              </a:lnSpc>
              <a:defRPr/>
            </a:pPr>
            <a:r>
              <a:rPr lang="en-US" sz="2800" i="1" dirty="0" err="1">
                <a:solidFill>
                  <a:srgbClr val="C00000"/>
                </a:solidFill>
                <a:latin typeface="Times New Roman" pitchFamily="18" charset="0"/>
                <a:cs typeface="Times New Roman" pitchFamily="18" charset="0"/>
              </a:rPr>
              <a:t>Chủ</a:t>
            </a:r>
            <a:r>
              <a:rPr lang="en-US" sz="2800" i="1" dirty="0">
                <a:solidFill>
                  <a:srgbClr val="C00000"/>
                </a:solidFill>
                <a:latin typeface="Times New Roman" pitchFamily="18" charset="0"/>
                <a:cs typeface="Times New Roman" pitchFamily="18" charset="0"/>
              </a:rPr>
              <a:t> </a:t>
            </a:r>
            <a:r>
              <a:rPr lang="en-US" sz="2800" i="1" dirty="0" err="1">
                <a:solidFill>
                  <a:srgbClr val="C00000"/>
                </a:solidFill>
                <a:latin typeface="Times New Roman" pitchFamily="18" charset="0"/>
                <a:cs typeface="Times New Roman" pitchFamily="18" charset="0"/>
              </a:rPr>
              <a:t>nghĩa</a:t>
            </a:r>
            <a:r>
              <a:rPr lang="en-US" sz="2800" i="1" dirty="0">
                <a:solidFill>
                  <a:srgbClr val="C00000"/>
                </a:solidFill>
                <a:latin typeface="Times New Roman" pitchFamily="18" charset="0"/>
                <a:cs typeface="Times New Roman" pitchFamily="18" charset="0"/>
              </a:rPr>
              <a:t> </a:t>
            </a:r>
            <a:r>
              <a:rPr lang="en-US" sz="2800" i="1" dirty="0" err="1">
                <a:solidFill>
                  <a:srgbClr val="C00000"/>
                </a:solidFill>
                <a:latin typeface="Times New Roman" pitchFamily="18" charset="0"/>
                <a:cs typeface="Times New Roman" pitchFamily="18" charset="0"/>
              </a:rPr>
              <a:t>Mác</a:t>
            </a:r>
            <a:r>
              <a:rPr lang="en-US" sz="2800" i="1" dirty="0">
                <a:solidFill>
                  <a:srgbClr val="C00000"/>
                </a:solidFill>
                <a:latin typeface="Times New Roman" pitchFamily="18" charset="0"/>
                <a:cs typeface="Times New Roman" pitchFamily="18" charset="0"/>
              </a:rPr>
              <a:t> </a:t>
            </a:r>
            <a:r>
              <a:rPr lang="en-US" sz="2800" i="1" dirty="0">
                <a:solidFill>
                  <a:srgbClr val="C00000"/>
                </a:solidFill>
                <a:latin typeface="Tw Cen MT" pitchFamily="34" charset="0"/>
              </a:rPr>
              <a:t>- </a:t>
            </a:r>
            <a:r>
              <a:rPr lang="en-US" sz="2800" i="1" dirty="0" err="1">
                <a:solidFill>
                  <a:srgbClr val="C00000"/>
                </a:solidFill>
                <a:latin typeface="Times New Roman" pitchFamily="18" charset="0"/>
                <a:cs typeface="Times New Roman" pitchFamily="18" charset="0"/>
              </a:rPr>
              <a:t>Lênin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hình</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thức</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tổ</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nhà</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nước</a:t>
            </a:r>
            <a:r>
              <a:rPr lang="en-US" sz="2800" dirty="0">
                <a:solidFill>
                  <a:srgbClr val="FF0000"/>
                </a:solidFill>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GC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hóa</a:t>
            </a:r>
            <a:r>
              <a:rPr lang="en-US" sz="2800" dirty="0">
                <a:latin typeface="Times New Roman" pitchFamily="18" charset="0"/>
                <a:cs typeface="Times New Roman" pitchFamily="18" charset="0"/>
              </a:rPr>
              <a:t>)…  </a:t>
            </a:r>
          </a:p>
          <a:p>
            <a:pPr algn="just">
              <a:lnSpc>
                <a:spcPts val="4500"/>
              </a:lnSpc>
              <a:defRPr/>
            </a:pP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Dân</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chủ</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là</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sự</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thống</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trị</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của</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đa</a:t>
            </a:r>
            <a:r>
              <a:rPr lang="en-US" sz="2800" dirty="0">
                <a:solidFill>
                  <a:srgbClr val="FF3300"/>
                </a:solidFill>
                <a:latin typeface="Times New Roman" pitchFamily="18" charset="0"/>
                <a:cs typeface="Times New Roman" pitchFamily="18" charset="0"/>
              </a:rPr>
              <a:t> </a:t>
            </a:r>
            <a:r>
              <a:rPr lang="en-US" sz="2800" dirty="0" err="1">
                <a:solidFill>
                  <a:srgbClr val="FF3300"/>
                </a:solidFill>
                <a:latin typeface="Times New Roman" pitchFamily="18" charset="0"/>
                <a:cs typeface="Times New Roman" pitchFamily="18" charset="0"/>
              </a:rPr>
              <a:t>số</a:t>
            </a:r>
            <a:r>
              <a:rPr lang="en-US" sz="2800" dirty="0">
                <a:solidFill>
                  <a:srgbClr val="FF3300"/>
                </a:solidFill>
                <a:latin typeface="Times New Roman" pitchFamily="18" charset="0"/>
                <a:cs typeface="Times New Roman" pitchFamily="18" charset="0"/>
              </a:rPr>
              <a: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Lênin</a:t>
            </a:r>
            <a:r>
              <a:rPr lang="en-US" sz="2800" dirty="0">
                <a:latin typeface="Times New Roman" pitchFamily="18" charset="0"/>
                <a:cs typeface="Times New Roman" pitchFamily="18" charset="0"/>
              </a:rPr>
              <a:t>)</a:t>
            </a:r>
          </a:p>
          <a:p>
            <a:endParaRPr lang="en-US" sz="2800" i="1" dirty="0">
              <a:solidFill>
                <a:srgbClr val="C00000"/>
              </a:solidFill>
              <a:latin typeface="Times New Roman" panose="02020603050405020304" pitchFamily="18" charset="0"/>
              <a:cs typeface="Times New Roman" panose="02020603050405020304" pitchFamily="18" charset="0"/>
            </a:endParaRPr>
          </a:p>
          <a:p>
            <a:r>
              <a:rPr lang="en-US" sz="2800" i="1" dirty="0">
                <a:solidFill>
                  <a:srgbClr val="C00000"/>
                </a:solidFill>
                <a:latin typeface="Times New Roman" panose="02020603050405020304" pitchFamily="18" charset="0"/>
                <a:cs typeface="Times New Roman" panose="02020603050405020304" pitchFamily="18" charset="0"/>
              </a:rPr>
              <a:t>- </a:t>
            </a:r>
            <a:r>
              <a:rPr lang="en-US" sz="2800" i="1" dirty="0" err="1">
                <a:solidFill>
                  <a:srgbClr val="C00000"/>
                </a:solidFill>
                <a:latin typeface="Times New Roman" panose="02020603050405020304" pitchFamily="18" charset="0"/>
                <a:cs typeface="Times New Roman" panose="02020603050405020304" pitchFamily="18" charset="0"/>
              </a:rPr>
              <a:t>Hồ</a:t>
            </a:r>
            <a:r>
              <a:rPr lang="en-US" sz="2800" i="1" dirty="0">
                <a:solidFill>
                  <a:srgbClr val="C00000"/>
                </a:solidFill>
                <a:latin typeface="Times New Roman" panose="02020603050405020304" pitchFamily="18" charset="0"/>
                <a:cs typeface="Times New Roman" panose="02020603050405020304" pitchFamily="18" charset="0"/>
              </a:rPr>
              <a:t> </a:t>
            </a:r>
            <a:r>
              <a:rPr lang="en-US" sz="2800" i="1" dirty="0" err="1">
                <a:solidFill>
                  <a:srgbClr val="C00000"/>
                </a:solidFill>
                <a:latin typeface="Times New Roman" panose="02020603050405020304" pitchFamily="18" charset="0"/>
                <a:cs typeface="Times New Roman" panose="02020603050405020304" pitchFamily="18" charset="0"/>
              </a:rPr>
              <a:t>Chí</a:t>
            </a:r>
            <a:r>
              <a:rPr lang="en-US" sz="2800" i="1" dirty="0">
                <a:solidFill>
                  <a:srgbClr val="C00000"/>
                </a:solidFill>
                <a:latin typeface="Times New Roman" panose="02020603050405020304" pitchFamily="18" charset="0"/>
                <a:cs typeface="Times New Roman" panose="02020603050405020304" pitchFamily="18" charset="0"/>
              </a:rPr>
              <a:t> Minh:</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Dân</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chủ</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dân</a:t>
            </a:r>
            <a:r>
              <a:rPr lang="en-US" sz="2800" i="1" dirty="0">
                <a:latin typeface="Times New Roman" panose="02020603050405020304" pitchFamily="18" charset="0"/>
                <a:cs typeface="Times New Roman" panose="02020603050405020304" pitchFamily="18" charset="0"/>
              </a:rPr>
              <a:t> </a:t>
            </a:r>
            <a:r>
              <a:rPr lang="en-US" sz="2800" i="1" dirty="0" err="1">
                <a:solidFill>
                  <a:srgbClr val="FF3300"/>
                </a:solidFill>
                <a:latin typeface="Times New Roman" panose="02020603050405020304" pitchFamily="18" charset="0"/>
                <a:cs typeface="Times New Roman" panose="02020603050405020304" pitchFamily="18" charset="0"/>
              </a:rPr>
              <a:t>là</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chủ</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dân</a:t>
            </a:r>
            <a:r>
              <a:rPr lang="en-US" sz="2800" i="1" dirty="0">
                <a:latin typeface="Times New Roman" panose="02020603050405020304" pitchFamily="18" charset="0"/>
                <a:cs typeface="Times New Roman" panose="02020603050405020304" pitchFamily="18" charset="0"/>
              </a:rPr>
              <a:t> </a:t>
            </a:r>
            <a:r>
              <a:rPr lang="en-US" sz="2800" i="1" dirty="0" err="1">
                <a:solidFill>
                  <a:srgbClr val="FF3300"/>
                </a:solidFill>
                <a:latin typeface="Times New Roman" panose="02020603050405020304" pitchFamily="18" charset="0"/>
                <a:cs typeface="Times New Roman" panose="02020603050405020304" pitchFamily="18" charset="0"/>
              </a:rPr>
              <a:t>làm</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chủ</a:t>
            </a:r>
            <a:endParaRPr lang="en-US" sz="2800" i="1" dirty="0">
              <a:latin typeface="Times New Roman" panose="02020603050405020304" pitchFamily="18" charset="0"/>
              <a:cs typeface="Times New Roman" panose="02020603050405020304" pitchFamily="18" charset="0"/>
            </a:endParaRPr>
          </a:p>
          <a:p>
            <a:pPr algn="just">
              <a:lnSpc>
                <a:spcPts val="4500"/>
              </a:lnSpc>
              <a:defRPr/>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73251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2524"/>
                                        </p:tgtEl>
                                        <p:attrNameLst>
                                          <p:attrName>style.visibility</p:attrName>
                                        </p:attrNameLst>
                                      </p:cBhvr>
                                      <p:to>
                                        <p:strVal val="visible"/>
                                      </p:to>
                                    </p:set>
                                    <p:animEffect transition="in" filter="box(in)">
                                      <p:cBhvr>
                                        <p:cTn id="7" dur="500"/>
                                        <p:tgtEl>
                                          <p:spTgt spid="1925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92549">
                                            <p:txEl>
                                              <p:pRg st="0" end="0"/>
                                            </p:txEl>
                                          </p:spTgt>
                                        </p:tgtEl>
                                        <p:attrNameLst>
                                          <p:attrName>style.visibility</p:attrName>
                                        </p:attrNameLst>
                                      </p:cBhvr>
                                      <p:to>
                                        <p:strVal val="visible"/>
                                      </p:to>
                                    </p:set>
                                    <p:animEffect transition="in" filter="box(in)">
                                      <p:cBhvr>
                                        <p:cTn id="12" dur="500"/>
                                        <p:tgtEl>
                                          <p:spTgt spid="19254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92549">
                                            <p:txEl>
                                              <p:pRg st="1" end="1"/>
                                            </p:txEl>
                                          </p:spTgt>
                                        </p:tgtEl>
                                        <p:attrNameLst>
                                          <p:attrName>style.visibility</p:attrName>
                                        </p:attrNameLst>
                                      </p:cBhvr>
                                      <p:to>
                                        <p:strVal val="visible"/>
                                      </p:to>
                                    </p:set>
                                    <p:animEffect transition="in" filter="box(in)">
                                      <p:cBhvr>
                                        <p:cTn id="17" dur="500"/>
                                        <p:tgtEl>
                                          <p:spTgt spid="19254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2549">
                                            <p:txEl>
                                              <p:pRg st="3" end="3"/>
                                            </p:txEl>
                                          </p:spTgt>
                                        </p:tgtEl>
                                        <p:attrNameLst>
                                          <p:attrName>style.visibility</p:attrName>
                                        </p:attrNameLst>
                                      </p:cBhvr>
                                      <p:to>
                                        <p:strVal val="visible"/>
                                      </p:to>
                                    </p:set>
                                    <p:animEffect transition="in" filter="box(in)">
                                      <p:cBhvr>
                                        <p:cTn id="22" dur="500"/>
                                        <p:tgtEl>
                                          <p:spTgt spid="19254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24"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2693276" y="495089"/>
            <a:ext cx="7162800" cy="685800"/>
          </a:xfrm>
        </p:spPr>
        <p:txBody>
          <a:bodyPr/>
          <a:lstStyle/>
          <a:p>
            <a:pPr algn="ctr" eaLnBrk="1" hangingPunct="1"/>
            <a:r>
              <a:rPr lang="en-US" altLang="en-US" sz="2800" b="1" dirty="0">
                <a:solidFill>
                  <a:srgbClr val="C00000"/>
                </a:solidFill>
                <a:latin typeface="Times New Roman" panose="02020603050405020304" pitchFamily="18" charset="0"/>
                <a:cs typeface="Times New Roman" panose="02020603050405020304" pitchFamily="18" charset="0"/>
              </a:rPr>
              <a:t>QUAN NIỆM VỀ DÂN CHỦ</a:t>
            </a:r>
            <a:endParaRPr lang="en-US" altLang="en-US" sz="2800" dirty="0">
              <a:solidFill>
                <a:srgbClr val="C00000"/>
              </a:solidFill>
              <a:latin typeface=".VnArialH" panose="020B7200000000000000" pitchFamily="34" charset="0"/>
            </a:endParaRPr>
          </a:p>
        </p:txBody>
      </p:sp>
      <p:sp>
        <p:nvSpPr>
          <p:cNvPr id="23554"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82249B19-48EB-47CB-9F46-48646F8BC891}" type="slidenum">
              <a:rPr lang="en-US">
                <a:solidFill>
                  <a:srgbClr val="FFFFFF"/>
                </a:solidFill>
              </a:rPr>
              <a:pPr eaLnBrk="1" hangingPunct="1">
                <a:lnSpc>
                  <a:spcPct val="80000"/>
                </a:lnSpc>
              </a:pPr>
              <a:t>19</a:t>
            </a:fld>
            <a:endParaRPr lang="en-US">
              <a:solidFill>
                <a:srgbClr val="FFFFFF"/>
              </a:solidFill>
            </a:endParaRPr>
          </a:p>
        </p:txBody>
      </p:sp>
      <p:sp>
        <p:nvSpPr>
          <p:cNvPr id="132099" name="Rectangle 3"/>
          <p:cNvSpPr>
            <a:spLocks noGrp="1" noChangeArrowheads="1"/>
          </p:cNvSpPr>
          <p:nvPr>
            <p:ph sz="quarter" idx="1"/>
          </p:nvPr>
        </p:nvSpPr>
        <p:spPr>
          <a:xfrm>
            <a:off x="567559" y="838200"/>
            <a:ext cx="11240813" cy="6019800"/>
          </a:xfrm>
        </p:spPr>
        <p:txBody>
          <a:bodyPr>
            <a:normAutofit/>
          </a:bodyPr>
          <a:lstStyle/>
          <a:p>
            <a:pPr marL="0" indent="0" algn="just">
              <a:lnSpc>
                <a:spcPct val="140000"/>
              </a:lnSpc>
              <a:spcBef>
                <a:spcPts val="300"/>
              </a:spcBef>
              <a:buNone/>
              <a:defRPr/>
            </a:pPr>
            <a:endParaRPr lang="en-US" altLang="en-US" b="1" i="1" dirty="0">
              <a:solidFill>
                <a:srgbClr val="FF0000"/>
              </a:solidFill>
              <a:latin typeface="Times New Roman" panose="02020603050405020304" pitchFamily="18" charset="0"/>
              <a:cs typeface="Times New Roman" panose="02020603050405020304" pitchFamily="18" charset="0"/>
            </a:endParaRPr>
          </a:p>
          <a:p>
            <a:pPr marL="0" indent="0" algn="just">
              <a:lnSpc>
                <a:spcPct val="140000"/>
              </a:lnSpc>
              <a:spcBef>
                <a:spcPts val="300"/>
              </a:spcBef>
              <a:buNone/>
              <a:defRPr/>
            </a:pPr>
            <a:r>
              <a:rPr lang="vi-VN" altLang="en-US" b="1" i="1" dirty="0">
                <a:solidFill>
                  <a:srgbClr val="FF0000"/>
                </a:solidFill>
                <a:latin typeface="Times New Roman" panose="02020603050405020304" pitchFamily="18" charset="0"/>
                <a:cs typeface="Times New Roman" panose="02020603050405020304" pitchFamily="18" charset="0"/>
              </a:rPr>
              <a:t>Dân chủ là</a:t>
            </a:r>
            <a:r>
              <a:rPr lang="en-US" altLang="en-US" b="1" i="1" dirty="0">
                <a:solidFill>
                  <a:srgbClr val="FF0000"/>
                </a:solidFill>
                <a:latin typeface="Times New Roman" panose="02020603050405020304" pitchFamily="18" charset="0"/>
                <a:cs typeface="Times New Roman" panose="02020603050405020304" pitchFamily="18" charset="0"/>
              </a:rPr>
              <a:t>:</a:t>
            </a:r>
          </a:p>
          <a:p>
            <a:pPr algn="just">
              <a:lnSpc>
                <a:spcPct val="140000"/>
              </a:lnSpc>
              <a:spcBef>
                <a:spcPts val="300"/>
              </a:spcBef>
              <a:buFontTx/>
              <a:buChar char="-"/>
              <a:defRPr/>
            </a:pPr>
            <a:r>
              <a:rPr lang="en-US" altLang="en-US" b="1" i="1" dirty="0">
                <a:solidFill>
                  <a:srgbClr val="002060"/>
                </a:solidFill>
                <a:latin typeface="Times New Roman" panose="02020603050405020304" pitchFamily="18" charset="0"/>
                <a:cs typeface="Times New Roman" panose="02020603050405020304" pitchFamily="18" charset="0"/>
              </a:rPr>
              <a:t>M</a:t>
            </a:r>
            <a:r>
              <a:rPr lang="vi-VN" altLang="en-US" b="1" i="1" dirty="0">
                <a:solidFill>
                  <a:srgbClr val="002060"/>
                </a:solidFill>
                <a:latin typeface="Times New Roman" panose="02020603050405020304" pitchFamily="18" charset="0"/>
                <a:cs typeface="Times New Roman" panose="02020603050405020304" pitchFamily="18" charset="0"/>
              </a:rPr>
              <a:t>ột giá trị xã hội phản ánh những quyền cơ bản của con người; </a:t>
            </a:r>
            <a:endParaRPr lang="en-US" altLang="en-US" b="1" i="1" dirty="0">
              <a:solidFill>
                <a:srgbClr val="002060"/>
              </a:solidFill>
              <a:latin typeface="Times New Roman" panose="02020603050405020304" pitchFamily="18" charset="0"/>
              <a:cs typeface="Times New Roman" panose="02020603050405020304" pitchFamily="18" charset="0"/>
            </a:endParaRPr>
          </a:p>
          <a:p>
            <a:pPr algn="just">
              <a:lnSpc>
                <a:spcPct val="140000"/>
              </a:lnSpc>
              <a:spcBef>
                <a:spcPts val="300"/>
              </a:spcBef>
              <a:buFontTx/>
              <a:buChar char="-"/>
              <a:defRPr/>
            </a:pPr>
            <a:r>
              <a:rPr lang="en-US" altLang="en-US" b="1" i="1" dirty="0">
                <a:solidFill>
                  <a:srgbClr val="002060"/>
                </a:solidFill>
                <a:latin typeface="Times New Roman" panose="02020603050405020304" pitchFamily="18" charset="0"/>
                <a:cs typeface="Times New Roman" panose="02020603050405020304" pitchFamily="18" charset="0"/>
              </a:rPr>
              <a:t>M</a:t>
            </a:r>
            <a:r>
              <a:rPr lang="vi-VN" altLang="en-US" b="1" i="1" dirty="0">
                <a:solidFill>
                  <a:srgbClr val="002060"/>
                </a:solidFill>
                <a:latin typeface="Times New Roman" panose="02020603050405020304" pitchFamily="18" charset="0"/>
                <a:cs typeface="Times New Roman" panose="02020603050405020304" pitchFamily="18" charset="0"/>
              </a:rPr>
              <a:t>ột phạm trù chính trị gắn với các hình thức tổ chức nhà nước của giai cấp cầm quyền; </a:t>
            </a:r>
            <a:endParaRPr lang="en-US" altLang="en-US" b="1" i="1" dirty="0">
              <a:solidFill>
                <a:srgbClr val="002060"/>
              </a:solidFill>
              <a:latin typeface="Times New Roman" panose="02020603050405020304" pitchFamily="18" charset="0"/>
              <a:cs typeface="Times New Roman" panose="02020603050405020304" pitchFamily="18" charset="0"/>
            </a:endParaRPr>
          </a:p>
          <a:p>
            <a:pPr algn="just">
              <a:lnSpc>
                <a:spcPct val="140000"/>
              </a:lnSpc>
              <a:spcBef>
                <a:spcPts val="300"/>
              </a:spcBef>
              <a:buFontTx/>
              <a:buChar char="-"/>
              <a:defRPr/>
            </a:pPr>
            <a:r>
              <a:rPr lang="en-US" altLang="en-US" b="1" i="1" dirty="0" err="1">
                <a:solidFill>
                  <a:srgbClr val="002060"/>
                </a:solidFill>
                <a:latin typeface="Times New Roman" panose="02020603050405020304" pitchFamily="18" charset="0"/>
                <a:cs typeface="Times New Roman" panose="02020603050405020304" pitchFamily="18" charset="0"/>
              </a:rPr>
              <a:t>Một</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trong</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những</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nguyên</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tắc</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hoạt</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động</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của</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các</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tổ</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chức</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chính</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trị</a:t>
            </a:r>
            <a:r>
              <a:rPr lang="en-US" altLang="en-US" b="1" i="1" dirty="0">
                <a:solidFill>
                  <a:srgbClr val="002060"/>
                </a:solidFill>
                <a:latin typeface="Times New Roman" panose="02020603050405020304" pitchFamily="18" charset="0"/>
                <a:cs typeface="Times New Roman" panose="02020603050405020304" pitchFamily="18" charset="0"/>
              </a:rPr>
              <a:t> - </a:t>
            </a:r>
            <a:r>
              <a:rPr lang="en-US" altLang="en-US" b="1" i="1" dirty="0" err="1">
                <a:solidFill>
                  <a:srgbClr val="002060"/>
                </a:solidFill>
                <a:latin typeface="Times New Roman" panose="02020603050405020304" pitchFamily="18" charset="0"/>
                <a:cs typeface="Times New Roman" panose="02020603050405020304" pitchFamily="18" charset="0"/>
              </a:rPr>
              <a:t>xã</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hội</a:t>
            </a:r>
            <a:r>
              <a:rPr lang="en-US" altLang="en-US" b="1" i="1" dirty="0">
                <a:solidFill>
                  <a:srgbClr val="002060"/>
                </a:solidFill>
                <a:latin typeface="Times New Roman" panose="02020603050405020304" pitchFamily="18" charset="0"/>
                <a:cs typeface="Times New Roman" panose="02020603050405020304" pitchFamily="18" charset="0"/>
              </a:rPr>
              <a:t> </a:t>
            </a:r>
          </a:p>
          <a:p>
            <a:pPr algn="just">
              <a:lnSpc>
                <a:spcPct val="140000"/>
              </a:lnSpc>
              <a:spcBef>
                <a:spcPts val="300"/>
              </a:spcBef>
              <a:buFontTx/>
              <a:buChar char="-"/>
              <a:defRPr/>
            </a:pPr>
            <a:r>
              <a:rPr lang="en-US" altLang="en-US" b="1" i="1" dirty="0">
                <a:solidFill>
                  <a:srgbClr val="002060"/>
                </a:solidFill>
                <a:latin typeface="Times New Roman" panose="02020603050405020304" pitchFamily="18" charset="0"/>
                <a:cs typeface="Times New Roman" panose="02020603050405020304" pitchFamily="18" charset="0"/>
              </a:rPr>
              <a:t>M</a:t>
            </a:r>
            <a:r>
              <a:rPr lang="vi-VN" altLang="en-US" b="1" i="1" dirty="0">
                <a:solidFill>
                  <a:srgbClr val="002060"/>
                </a:solidFill>
                <a:latin typeface="Times New Roman" panose="02020603050405020304" pitchFamily="18" charset="0"/>
                <a:cs typeface="Times New Roman" panose="02020603050405020304" pitchFamily="18" charset="0"/>
              </a:rPr>
              <a:t>ột phạm trù lịch sử gắn với quá trình ra đời, phát triển của lịch sử xã hội nhân loại.</a:t>
            </a:r>
            <a:endParaRPr lang="en-US" altLang="en-US" b="1" i="1" dirty="0">
              <a:solidFill>
                <a:srgbClr val="002060"/>
              </a:solidFill>
              <a:latin typeface="Times New Roman" panose="02020603050405020304" pitchFamily="18" charset="0"/>
              <a:cs typeface="Times New Roman" panose="02020603050405020304" pitchFamily="18" charset="0"/>
            </a:endParaRPr>
          </a:p>
          <a:p>
            <a:pPr>
              <a:lnSpc>
                <a:spcPct val="140000"/>
              </a:lnSpc>
              <a:spcBef>
                <a:spcPts val="600"/>
              </a:spcBef>
              <a:buFontTx/>
              <a:buChar char="-"/>
              <a:defRPr/>
            </a:pPr>
            <a:endParaRPr lang="en-US" alt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37388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additive="base">
                                        <p:cTn id="7" dur="500" fill="hold"/>
                                        <p:tgtEl>
                                          <p:spTgt spid="132098"/>
                                        </p:tgtEl>
                                        <p:attrNameLst>
                                          <p:attrName>ppt_x</p:attrName>
                                        </p:attrNameLst>
                                      </p:cBhvr>
                                      <p:tavLst>
                                        <p:tav tm="0">
                                          <p:val>
                                            <p:strVal val="0-#ppt_w/2"/>
                                          </p:val>
                                        </p:tav>
                                        <p:tav tm="100000">
                                          <p:val>
                                            <p:strVal val="#ppt_x"/>
                                          </p:val>
                                        </p:tav>
                                      </p:tavLst>
                                    </p:anim>
                                    <p:anim calcmode="lin" valueType="num">
                                      <p:cBhvr additive="base">
                                        <p:cTn id="8" dur="500" fill="hold"/>
                                        <p:tgtEl>
                                          <p:spTgt spid="1320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32099">
                                            <p:txEl>
                                              <p:pRg st="1" end="1"/>
                                            </p:txEl>
                                          </p:spTgt>
                                        </p:tgtEl>
                                        <p:attrNameLst>
                                          <p:attrName>style.visibility</p:attrName>
                                        </p:attrNameLst>
                                      </p:cBhvr>
                                      <p:to>
                                        <p:strVal val="visible"/>
                                      </p:to>
                                    </p:set>
                                    <p:anim calcmode="lin" valueType="num">
                                      <p:cBhvr additive="base">
                                        <p:cTn id="13" dur="500" fill="hold"/>
                                        <p:tgtEl>
                                          <p:spTgt spid="1320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32099">
                                            <p:txEl>
                                              <p:pRg st="2" end="2"/>
                                            </p:txEl>
                                          </p:spTgt>
                                        </p:tgtEl>
                                        <p:attrNameLst>
                                          <p:attrName>style.visibility</p:attrName>
                                        </p:attrNameLst>
                                      </p:cBhvr>
                                      <p:to>
                                        <p:strVal val="visible"/>
                                      </p:to>
                                    </p:set>
                                    <p:anim calcmode="lin" valueType="num">
                                      <p:cBhvr additive="base">
                                        <p:cTn id="19" dur="500" fill="hold"/>
                                        <p:tgtEl>
                                          <p:spTgt spid="13209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32099">
                                            <p:txEl>
                                              <p:pRg st="3" end="3"/>
                                            </p:txEl>
                                          </p:spTgt>
                                        </p:tgtEl>
                                        <p:attrNameLst>
                                          <p:attrName>style.visibility</p:attrName>
                                        </p:attrNameLst>
                                      </p:cBhvr>
                                      <p:to>
                                        <p:strVal val="visible"/>
                                      </p:to>
                                    </p:set>
                                    <p:anim calcmode="lin" valueType="num">
                                      <p:cBhvr additive="base">
                                        <p:cTn id="25" dur="500" fill="hold"/>
                                        <p:tgtEl>
                                          <p:spTgt spid="13209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0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32099">
                                            <p:txEl>
                                              <p:pRg st="4" end="4"/>
                                            </p:txEl>
                                          </p:spTgt>
                                        </p:tgtEl>
                                        <p:attrNameLst>
                                          <p:attrName>style.visibility</p:attrName>
                                        </p:attrNameLst>
                                      </p:cBhvr>
                                      <p:to>
                                        <p:strVal val="visible"/>
                                      </p:to>
                                    </p:set>
                                    <p:anim calcmode="lin" valueType="num">
                                      <p:cBhvr additive="base">
                                        <p:cTn id="31" dur="500" fill="hold"/>
                                        <p:tgtEl>
                                          <p:spTgt spid="13209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20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132099">
                                            <p:txEl>
                                              <p:pRg st="5" end="5"/>
                                            </p:txEl>
                                          </p:spTgt>
                                        </p:tgtEl>
                                        <p:attrNameLst>
                                          <p:attrName>style.visibility</p:attrName>
                                        </p:attrNameLst>
                                      </p:cBhvr>
                                      <p:to>
                                        <p:strVal val="visible"/>
                                      </p:to>
                                    </p:set>
                                    <p:anim calcmode="lin" valueType="num">
                                      <p:cBhvr additive="base">
                                        <p:cTn id="37" dur="500" fill="hold"/>
                                        <p:tgtEl>
                                          <p:spTgt spid="13209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09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utoUpdateAnimBg="0"/>
      <p:bldP spid="132099"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0C7CF6B3-87F8-4F44-9F78-43D7A594DED4}" type="slidenum">
              <a:rPr lang="en-US">
                <a:solidFill>
                  <a:srgbClr val="FFFFFF"/>
                </a:solidFill>
              </a:rPr>
              <a:pPr eaLnBrk="1" hangingPunct="1">
                <a:lnSpc>
                  <a:spcPct val="80000"/>
                </a:lnSpc>
              </a:pPr>
              <a:t>20</a:t>
            </a:fld>
            <a:endParaRPr lang="en-US">
              <a:solidFill>
                <a:srgbClr val="FFFFFF"/>
              </a:solidFill>
            </a:endParaRPr>
          </a:p>
        </p:txBody>
      </p:sp>
      <p:grpSp>
        <p:nvGrpSpPr>
          <p:cNvPr id="2" name="Group 4"/>
          <p:cNvGrpSpPr>
            <a:grpSpLocks/>
          </p:cNvGrpSpPr>
          <p:nvPr/>
        </p:nvGrpSpPr>
        <p:grpSpPr bwMode="auto">
          <a:xfrm>
            <a:off x="1905001" y="5181601"/>
            <a:ext cx="8861425" cy="398463"/>
            <a:chOff x="240" y="3495"/>
            <a:chExt cx="5582" cy="251"/>
          </a:xfrm>
        </p:grpSpPr>
        <p:sp>
          <p:nvSpPr>
            <p:cNvPr id="28716" name="Line 5"/>
            <p:cNvSpPr>
              <a:spLocks noChangeShapeType="1"/>
            </p:cNvSpPr>
            <p:nvPr/>
          </p:nvSpPr>
          <p:spPr bwMode="auto">
            <a:xfrm>
              <a:off x="288" y="3495"/>
              <a:ext cx="51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17" name="Text Box 6"/>
            <p:cNvSpPr txBox="1">
              <a:spLocks noChangeArrowheads="1"/>
            </p:cNvSpPr>
            <p:nvPr/>
          </p:nvSpPr>
          <p:spPr bwMode="auto">
            <a:xfrm>
              <a:off x="5070" y="3513"/>
              <a:ext cx="7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tương lai</a:t>
              </a:r>
            </a:p>
          </p:txBody>
        </p:sp>
        <p:sp>
          <p:nvSpPr>
            <p:cNvPr id="28718" name="Text Box 7"/>
            <p:cNvSpPr txBox="1">
              <a:spLocks noChangeArrowheads="1"/>
            </p:cNvSpPr>
            <p:nvPr/>
          </p:nvSpPr>
          <p:spPr bwMode="auto">
            <a:xfrm>
              <a:off x="240" y="3504"/>
              <a:ext cx="5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cổ đại</a:t>
              </a:r>
            </a:p>
          </p:txBody>
        </p:sp>
      </p:grpSp>
      <p:grpSp>
        <p:nvGrpSpPr>
          <p:cNvPr id="3" name="Group 8"/>
          <p:cNvGrpSpPr>
            <a:grpSpLocks/>
          </p:cNvGrpSpPr>
          <p:nvPr/>
        </p:nvGrpSpPr>
        <p:grpSpPr bwMode="auto">
          <a:xfrm>
            <a:off x="2076450" y="1828800"/>
            <a:ext cx="8682038" cy="3314700"/>
            <a:chOff x="348" y="1842"/>
            <a:chExt cx="5469" cy="1441"/>
          </a:xfrm>
        </p:grpSpPr>
        <p:grpSp>
          <p:nvGrpSpPr>
            <p:cNvPr id="28699" name="Group 9"/>
            <p:cNvGrpSpPr>
              <a:grpSpLocks/>
            </p:cNvGrpSpPr>
            <p:nvPr/>
          </p:nvGrpSpPr>
          <p:grpSpPr bwMode="auto">
            <a:xfrm>
              <a:off x="1296" y="1888"/>
              <a:ext cx="884" cy="1365"/>
              <a:chOff x="1296" y="1920"/>
              <a:chExt cx="884" cy="1365"/>
            </a:xfrm>
          </p:grpSpPr>
          <p:pic>
            <p:nvPicPr>
              <p:cNvPr id="28714" name="Picture 10" descr="Ceas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 y="1920"/>
                <a:ext cx="719"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15" name="Text Box 11"/>
              <p:cNvSpPr txBox="1">
                <a:spLocks noChangeArrowheads="1"/>
              </p:cNvSpPr>
              <p:nvPr/>
            </p:nvSpPr>
            <p:spPr bwMode="auto">
              <a:xfrm>
                <a:off x="1296" y="3004"/>
                <a:ext cx="8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Chiếm hữu</a:t>
                </a:r>
              </a:p>
              <a:p>
                <a:pPr algn="ctr" eaLnBrk="1" hangingPunct="1"/>
                <a:r>
                  <a:rPr lang="en-US">
                    <a:latin typeface="Arial" panose="020B0604020202020204" pitchFamily="34" charset="0"/>
                  </a:rPr>
                  <a:t> nô lệ</a:t>
                </a:r>
              </a:p>
            </p:txBody>
          </p:sp>
        </p:grpSp>
        <p:grpSp>
          <p:nvGrpSpPr>
            <p:cNvPr id="28700" name="Group 12"/>
            <p:cNvGrpSpPr>
              <a:grpSpLocks/>
            </p:cNvGrpSpPr>
            <p:nvPr/>
          </p:nvGrpSpPr>
          <p:grpSpPr bwMode="auto">
            <a:xfrm>
              <a:off x="348" y="1842"/>
              <a:ext cx="5469" cy="1441"/>
              <a:chOff x="348" y="1842"/>
              <a:chExt cx="5469" cy="1441"/>
            </a:xfrm>
          </p:grpSpPr>
          <p:grpSp>
            <p:nvGrpSpPr>
              <p:cNvPr id="28701" name="Group 13"/>
              <p:cNvGrpSpPr>
                <a:grpSpLocks/>
              </p:cNvGrpSpPr>
              <p:nvPr/>
            </p:nvGrpSpPr>
            <p:grpSpPr bwMode="auto">
              <a:xfrm>
                <a:off x="2140" y="1872"/>
                <a:ext cx="900" cy="1274"/>
                <a:chOff x="2140" y="1872"/>
                <a:chExt cx="900" cy="1274"/>
              </a:xfrm>
            </p:grpSpPr>
            <p:pic>
              <p:nvPicPr>
                <p:cNvPr id="28712" name="Picture 14" descr="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 y="1872"/>
                  <a:ext cx="764" cy="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13" name="Text Box 15"/>
                <p:cNvSpPr txBox="1">
                  <a:spLocks noChangeArrowheads="1"/>
                </p:cNvSpPr>
                <p:nvPr/>
              </p:nvSpPr>
              <p:spPr bwMode="auto">
                <a:xfrm>
                  <a:off x="2140" y="2985"/>
                  <a:ext cx="900"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Phong kiến</a:t>
                  </a:r>
                </a:p>
              </p:txBody>
            </p:sp>
          </p:grpSp>
          <p:grpSp>
            <p:nvGrpSpPr>
              <p:cNvPr id="28702" name="Group 16"/>
              <p:cNvGrpSpPr>
                <a:grpSpLocks/>
              </p:cNvGrpSpPr>
              <p:nvPr/>
            </p:nvGrpSpPr>
            <p:grpSpPr bwMode="auto">
              <a:xfrm>
                <a:off x="3072" y="1886"/>
                <a:ext cx="819" cy="1371"/>
                <a:chOff x="3072" y="1886"/>
                <a:chExt cx="819" cy="1371"/>
              </a:xfrm>
            </p:grpSpPr>
            <p:pic>
              <p:nvPicPr>
                <p:cNvPr id="28710" name="Picture 17" descr="tu s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2" y="1886"/>
                  <a:ext cx="741" cy="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11" name="Text Box 18"/>
                <p:cNvSpPr txBox="1">
                  <a:spLocks noChangeArrowheads="1"/>
                </p:cNvSpPr>
                <p:nvPr/>
              </p:nvSpPr>
              <p:spPr bwMode="auto">
                <a:xfrm>
                  <a:off x="3088" y="2976"/>
                  <a:ext cx="803"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 Tư bản </a:t>
                  </a:r>
                </a:p>
                <a:p>
                  <a:pPr algn="ctr" eaLnBrk="1" hangingPunct="1"/>
                  <a:r>
                    <a:rPr lang="en-US">
                      <a:latin typeface="Arial" panose="020B0604020202020204" pitchFamily="34" charset="0"/>
                    </a:rPr>
                    <a:t>chủ nghĩa</a:t>
                  </a:r>
                </a:p>
              </p:txBody>
            </p:sp>
          </p:grpSp>
          <p:grpSp>
            <p:nvGrpSpPr>
              <p:cNvPr id="28703" name="Group 19"/>
              <p:cNvGrpSpPr>
                <a:grpSpLocks/>
              </p:cNvGrpSpPr>
              <p:nvPr/>
            </p:nvGrpSpPr>
            <p:grpSpPr bwMode="auto">
              <a:xfrm>
                <a:off x="4080" y="1875"/>
                <a:ext cx="975" cy="1408"/>
                <a:chOff x="4080" y="1875"/>
                <a:chExt cx="975" cy="1408"/>
              </a:xfrm>
            </p:grpSpPr>
            <p:pic>
              <p:nvPicPr>
                <p:cNvPr id="28708" name="Picture 20" descr="worker ma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0" y="1875"/>
                  <a:ext cx="735"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9" name="Text Box 21"/>
                <p:cNvSpPr txBox="1">
                  <a:spLocks noChangeArrowheads="1"/>
                </p:cNvSpPr>
                <p:nvPr/>
              </p:nvSpPr>
              <p:spPr bwMode="auto">
                <a:xfrm>
                  <a:off x="4080" y="3002"/>
                  <a:ext cx="803"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XH xã hội</a:t>
                  </a:r>
                </a:p>
                <a:p>
                  <a:pPr algn="ctr" eaLnBrk="1" hangingPunct="1"/>
                  <a:r>
                    <a:rPr lang="en-US">
                      <a:latin typeface="Arial" panose="020B0604020202020204" pitchFamily="34" charset="0"/>
                    </a:rPr>
                    <a:t>chủ nghĩa</a:t>
                  </a:r>
                </a:p>
              </p:txBody>
            </p:sp>
          </p:grpSp>
          <p:sp>
            <p:nvSpPr>
              <p:cNvPr id="28704" name="Text Box 24"/>
              <p:cNvSpPr txBox="1">
                <a:spLocks noChangeArrowheads="1"/>
              </p:cNvSpPr>
              <p:nvPr/>
            </p:nvSpPr>
            <p:spPr bwMode="auto">
              <a:xfrm>
                <a:off x="4820" y="2803"/>
                <a:ext cx="997"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XH cộng sản</a:t>
                </a:r>
              </a:p>
              <a:p>
                <a:pPr eaLnBrk="1" hangingPunct="1"/>
                <a:r>
                  <a:rPr lang="en-US">
                    <a:latin typeface="Arial" panose="020B0604020202020204" pitchFamily="34" charset="0"/>
                  </a:rPr>
                  <a:t>chủ nghĩa</a:t>
                </a:r>
              </a:p>
            </p:txBody>
          </p:sp>
          <p:grpSp>
            <p:nvGrpSpPr>
              <p:cNvPr id="28705" name="Group 25"/>
              <p:cNvGrpSpPr>
                <a:grpSpLocks/>
              </p:cNvGrpSpPr>
              <p:nvPr/>
            </p:nvGrpSpPr>
            <p:grpSpPr bwMode="auto">
              <a:xfrm>
                <a:off x="348" y="1842"/>
                <a:ext cx="981" cy="1372"/>
                <a:chOff x="348" y="1894"/>
                <a:chExt cx="981" cy="1372"/>
              </a:xfrm>
            </p:grpSpPr>
            <p:sp>
              <p:nvSpPr>
                <p:cNvPr id="28706" name="Text Box 26"/>
                <p:cNvSpPr txBox="1">
                  <a:spLocks noChangeArrowheads="1"/>
                </p:cNvSpPr>
                <p:nvPr/>
              </p:nvSpPr>
              <p:spPr bwMode="auto">
                <a:xfrm>
                  <a:off x="348" y="2985"/>
                  <a:ext cx="9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Cộng sản </a:t>
                  </a:r>
                </a:p>
                <a:p>
                  <a:pPr algn="ctr" eaLnBrk="1" hangingPunct="1"/>
                  <a:r>
                    <a:rPr lang="en-US">
                      <a:latin typeface="Arial" panose="020B0604020202020204" pitchFamily="34" charset="0"/>
                    </a:rPr>
                    <a:t>nguyên thuỷ</a:t>
                  </a:r>
                </a:p>
              </p:txBody>
            </p:sp>
            <p:pic>
              <p:nvPicPr>
                <p:cNvPr id="28707" name="Picture 27" descr="Ancient huma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 y="1894"/>
                  <a:ext cx="814"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grpSp>
        <p:nvGrpSpPr>
          <p:cNvPr id="10" name="Group 28"/>
          <p:cNvGrpSpPr>
            <a:grpSpLocks/>
          </p:cNvGrpSpPr>
          <p:nvPr/>
        </p:nvGrpSpPr>
        <p:grpSpPr bwMode="auto">
          <a:xfrm>
            <a:off x="1981200" y="5181601"/>
            <a:ext cx="7467600" cy="1484313"/>
            <a:chOff x="336" y="3504"/>
            <a:chExt cx="4704" cy="935"/>
          </a:xfrm>
        </p:grpSpPr>
        <p:grpSp>
          <p:nvGrpSpPr>
            <p:cNvPr id="28681" name="Group 29"/>
            <p:cNvGrpSpPr>
              <a:grpSpLocks/>
            </p:cNvGrpSpPr>
            <p:nvPr/>
          </p:nvGrpSpPr>
          <p:grpSpPr bwMode="auto">
            <a:xfrm>
              <a:off x="336" y="3552"/>
              <a:ext cx="432" cy="422"/>
              <a:chOff x="336" y="3552"/>
              <a:chExt cx="432" cy="422"/>
            </a:xfrm>
          </p:grpSpPr>
          <p:sp>
            <p:nvSpPr>
              <p:cNvPr id="28697" name="Line 30"/>
              <p:cNvSpPr>
                <a:spLocks noChangeShapeType="1"/>
              </p:cNvSpPr>
              <p:nvPr/>
            </p:nvSpPr>
            <p:spPr bwMode="auto">
              <a:xfrm>
                <a:off x="768"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8" name="Text Box 31"/>
              <p:cNvSpPr txBox="1">
                <a:spLocks noChangeArrowheads="1"/>
              </p:cNvSpPr>
              <p:nvPr/>
            </p:nvSpPr>
            <p:spPr bwMode="auto">
              <a:xfrm>
                <a:off x="336" y="3762"/>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sz="1600">
                  <a:latin typeface="Arial" panose="020B0604020202020204" pitchFamily="34" charset="0"/>
                </a:endParaRPr>
              </a:p>
            </p:txBody>
          </p:sp>
        </p:grpSp>
        <p:grpSp>
          <p:nvGrpSpPr>
            <p:cNvPr id="28682" name="Group 32"/>
            <p:cNvGrpSpPr>
              <a:grpSpLocks/>
            </p:cNvGrpSpPr>
            <p:nvPr/>
          </p:nvGrpSpPr>
          <p:grpSpPr bwMode="auto">
            <a:xfrm>
              <a:off x="4704" y="3504"/>
              <a:ext cx="336" cy="470"/>
              <a:chOff x="4704" y="3504"/>
              <a:chExt cx="336" cy="470"/>
            </a:xfrm>
          </p:grpSpPr>
          <p:sp>
            <p:nvSpPr>
              <p:cNvPr id="28695" name="Text Box 33"/>
              <p:cNvSpPr txBox="1">
                <a:spLocks noChangeArrowheads="1"/>
              </p:cNvSpPr>
              <p:nvPr/>
            </p:nvSpPr>
            <p:spPr bwMode="auto">
              <a:xfrm>
                <a:off x="4704" y="3762"/>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sz="1600">
                  <a:latin typeface="Arial" panose="020B0604020202020204" pitchFamily="34" charset="0"/>
                </a:endParaRPr>
              </a:p>
            </p:txBody>
          </p:sp>
          <p:sp>
            <p:nvSpPr>
              <p:cNvPr id="28696" name="Line 34"/>
              <p:cNvSpPr>
                <a:spLocks noChangeShapeType="1"/>
              </p:cNvSpPr>
              <p:nvPr/>
            </p:nvSpPr>
            <p:spPr bwMode="auto">
              <a:xfrm>
                <a:off x="5040" y="3504"/>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8683" name="Group 35"/>
            <p:cNvGrpSpPr>
              <a:grpSpLocks/>
            </p:cNvGrpSpPr>
            <p:nvPr/>
          </p:nvGrpSpPr>
          <p:grpSpPr bwMode="auto">
            <a:xfrm>
              <a:off x="835" y="3552"/>
              <a:ext cx="1332" cy="639"/>
              <a:chOff x="835" y="3552"/>
              <a:chExt cx="1332" cy="639"/>
            </a:xfrm>
          </p:grpSpPr>
          <p:sp>
            <p:nvSpPr>
              <p:cNvPr id="28693" name="Text Box 36"/>
              <p:cNvSpPr txBox="1">
                <a:spLocks noChangeArrowheads="1"/>
              </p:cNvSpPr>
              <p:nvPr/>
            </p:nvSpPr>
            <p:spPr bwMode="auto">
              <a:xfrm>
                <a:off x="835" y="3668"/>
                <a:ext cx="133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400">
                    <a:solidFill>
                      <a:srgbClr val="7030A0"/>
                    </a:solidFill>
                    <a:latin typeface="Arial" panose="020B0604020202020204" pitchFamily="34" charset="0"/>
                  </a:rPr>
                  <a:t>Nền dân chủ </a:t>
                </a:r>
              </a:p>
              <a:p>
                <a:pPr algn="ctr" eaLnBrk="1" hangingPunct="1"/>
                <a:r>
                  <a:rPr lang="en-US" sz="2400">
                    <a:solidFill>
                      <a:srgbClr val="7030A0"/>
                    </a:solidFill>
                    <a:latin typeface="Arial" panose="020B0604020202020204" pitchFamily="34" charset="0"/>
                  </a:rPr>
                  <a:t>chủ nô</a:t>
                </a:r>
              </a:p>
            </p:txBody>
          </p:sp>
          <p:sp>
            <p:nvSpPr>
              <p:cNvPr id="28694" name="Line 37"/>
              <p:cNvSpPr>
                <a:spLocks noChangeShapeType="1"/>
              </p:cNvSpPr>
              <p:nvPr/>
            </p:nvSpPr>
            <p:spPr bwMode="auto">
              <a:xfrm>
                <a:off x="1632"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8684" name="Group 38"/>
            <p:cNvGrpSpPr>
              <a:grpSpLocks/>
            </p:cNvGrpSpPr>
            <p:nvPr/>
          </p:nvGrpSpPr>
          <p:grpSpPr bwMode="auto">
            <a:xfrm>
              <a:off x="1968" y="3504"/>
              <a:ext cx="576" cy="500"/>
              <a:chOff x="1968" y="3504"/>
              <a:chExt cx="576" cy="500"/>
            </a:xfrm>
          </p:grpSpPr>
          <p:sp>
            <p:nvSpPr>
              <p:cNvPr id="28691" name="Text Box 39"/>
              <p:cNvSpPr txBox="1">
                <a:spLocks noChangeArrowheads="1"/>
              </p:cNvSpPr>
              <p:nvPr/>
            </p:nvSpPr>
            <p:spPr bwMode="auto">
              <a:xfrm>
                <a:off x="1968" y="3792"/>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sz="1600">
                  <a:latin typeface="Arial" panose="020B0604020202020204" pitchFamily="34" charset="0"/>
                </a:endParaRPr>
              </a:p>
            </p:txBody>
          </p:sp>
          <p:sp>
            <p:nvSpPr>
              <p:cNvPr id="28692" name="Line 40"/>
              <p:cNvSpPr>
                <a:spLocks noChangeShapeType="1"/>
              </p:cNvSpPr>
              <p:nvPr/>
            </p:nvSpPr>
            <p:spPr bwMode="auto">
              <a:xfrm>
                <a:off x="2544" y="3504"/>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8685" name="Group 41"/>
            <p:cNvGrpSpPr>
              <a:grpSpLocks/>
            </p:cNvGrpSpPr>
            <p:nvPr/>
          </p:nvGrpSpPr>
          <p:grpSpPr bwMode="auto">
            <a:xfrm>
              <a:off x="2913" y="3552"/>
              <a:ext cx="1332" cy="672"/>
              <a:chOff x="2913" y="3552"/>
              <a:chExt cx="1332" cy="672"/>
            </a:xfrm>
          </p:grpSpPr>
          <p:sp>
            <p:nvSpPr>
              <p:cNvPr id="28689" name="Text Box 42"/>
              <p:cNvSpPr txBox="1">
                <a:spLocks noChangeArrowheads="1"/>
              </p:cNvSpPr>
              <p:nvPr/>
            </p:nvSpPr>
            <p:spPr bwMode="auto">
              <a:xfrm>
                <a:off x="2913" y="3701"/>
                <a:ext cx="133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400">
                    <a:solidFill>
                      <a:srgbClr val="7030A0"/>
                    </a:solidFill>
                    <a:latin typeface="Arial" panose="020B0604020202020204" pitchFamily="34" charset="0"/>
                  </a:rPr>
                  <a:t>Nền dân chủ </a:t>
                </a:r>
              </a:p>
              <a:p>
                <a:pPr algn="ctr" eaLnBrk="1" hangingPunct="1"/>
                <a:r>
                  <a:rPr lang="en-US" sz="2400">
                    <a:solidFill>
                      <a:srgbClr val="7030A0"/>
                    </a:solidFill>
                    <a:latin typeface="Arial" panose="020B0604020202020204" pitchFamily="34" charset="0"/>
                  </a:rPr>
                  <a:t>tư sản</a:t>
                </a:r>
              </a:p>
            </p:txBody>
          </p:sp>
          <p:sp>
            <p:nvSpPr>
              <p:cNvPr id="28690" name="Line 43"/>
              <p:cNvSpPr>
                <a:spLocks noChangeShapeType="1"/>
              </p:cNvSpPr>
              <p:nvPr/>
            </p:nvSpPr>
            <p:spPr bwMode="auto">
              <a:xfrm>
                <a:off x="3456"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8686" name="Group 44"/>
            <p:cNvGrpSpPr>
              <a:grpSpLocks/>
            </p:cNvGrpSpPr>
            <p:nvPr/>
          </p:nvGrpSpPr>
          <p:grpSpPr bwMode="auto">
            <a:xfrm>
              <a:off x="4023" y="3504"/>
              <a:ext cx="859" cy="935"/>
              <a:chOff x="4023" y="3504"/>
              <a:chExt cx="859" cy="935"/>
            </a:xfrm>
          </p:grpSpPr>
          <p:sp>
            <p:nvSpPr>
              <p:cNvPr id="28687" name="Text Box 45"/>
              <p:cNvSpPr txBox="1">
                <a:spLocks noChangeArrowheads="1"/>
              </p:cNvSpPr>
              <p:nvPr/>
            </p:nvSpPr>
            <p:spPr bwMode="auto">
              <a:xfrm>
                <a:off x="4023" y="3683"/>
                <a:ext cx="859"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400">
                    <a:solidFill>
                      <a:srgbClr val="7030A0"/>
                    </a:solidFill>
                    <a:latin typeface="Arial" panose="020B0604020202020204" pitchFamily="34" charset="0"/>
                  </a:rPr>
                  <a:t>Nền </a:t>
                </a:r>
              </a:p>
              <a:p>
                <a:pPr algn="ctr" eaLnBrk="1" hangingPunct="1"/>
                <a:r>
                  <a:rPr lang="en-US" sz="2400">
                    <a:solidFill>
                      <a:srgbClr val="7030A0"/>
                    </a:solidFill>
                    <a:latin typeface="Arial" panose="020B0604020202020204" pitchFamily="34" charset="0"/>
                  </a:rPr>
                  <a:t>dân chủ</a:t>
                </a:r>
              </a:p>
              <a:p>
                <a:pPr algn="ctr" eaLnBrk="1" hangingPunct="1"/>
                <a:r>
                  <a:rPr lang="en-US" sz="2400">
                    <a:solidFill>
                      <a:srgbClr val="7030A0"/>
                    </a:solidFill>
                    <a:latin typeface="Arial" panose="020B0604020202020204" pitchFamily="34" charset="0"/>
                  </a:rPr>
                  <a:t> XHCN</a:t>
                </a:r>
              </a:p>
            </p:txBody>
          </p:sp>
          <p:sp>
            <p:nvSpPr>
              <p:cNvPr id="28688" name="Line 46"/>
              <p:cNvSpPr>
                <a:spLocks noChangeShapeType="1"/>
              </p:cNvSpPr>
              <p:nvPr/>
            </p:nvSpPr>
            <p:spPr bwMode="auto">
              <a:xfrm>
                <a:off x="4272" y="3504"/>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198703" name="Text Box 47"/>
          <p:cNvSpPr txBox="1">
            <a:spLocks noChangeArrowheads="1"/>
          </p:cNvSpPr>
          <p:nvPr/>
        </p:nvSpPr>
        <p:spPr bwMode="auto">
          <a:xfrm>
            <a:off x="2057399" y="533400"/>
            <a:ext cx="9672145" cy="762000"/>
          </a:xfrm>
          <a:prstGeom prst="rect">
            <a:avLst/>
          </a:prstGeom>
          <a:solidFill>
            <a:srgbClr val="CE0000"/>
          </a:solidFill>
          <a:ln w="9525">
            <a:noFill/>
            <a:miter lim="800000"/>
            <a:headEnd/>
            <a:tailEnd/>
          </a:ln>
          <a:effectLst/>
        </p:spPr>
        <p:txBody>
          <a:bodyPr tIns="0" bIns="0" anchor="ctr"/>
          <a:lstStyle/>
          <a:p>
            <a:pPr algn="ctr">
              <a:defRPr/>
            </a:pPr>
            <a:r>
              <a:rPr lang="en-US" sz="2800" dirty="0">
                <a:solidFill>
                  <a:prstClr val="white"/>
                </a:solidFill>
                <a:latin typeface="Times New Roman" pitchFamily="18" charset="0"/>
                <a:cs typeface="Times New Roman" pitchFamily="18" charset="0"/>
              </a:rPr>
              <a:t>SỰ RA ĐỜI VÀ PHÁT TRIỂN </a:t>
            </a:r>
          </a:p>
          <a:p>
            <a:pPr algn="ctr">
              <a:defRPr/>
            </a:pPr>
            <a:r>
              <a:rPr lang="en-US" sz="2800" dirty="0">
                <a:solidFill>
                  <a:prstClr val="white"/>
                </a:solidFill>
                <a:latin typeface="Times New Roman" pitchFamily="18" charset="0"/>
                <a:cs typeface="Times New Roman" pitchFamily="18" charset="0"/>
              </a:rPr>
              <a:t>CỦA CÁC NỀN DÂN CHỦ</a:t>
            </a:r>
            <a:r>
              <a:rPr lang="en-US" sz="2400" dirty="0">
                <a:solidFill>
                  <a:schemeClr val="bg1"/>
                </a:solidFill>
                <a:latin typeface=".VnArial" pitchFamily="34" charset="0"/>
              </a:rPr>
              <a:t> </a:t>
            </a:r>
            <a:endParaRPr lang="en-US" sz="2400" dirty="0">
              <a:solidFill>
                <a:schemeClr val="bg1"/>
              </a:solidFill>
              <a:effectLst>
                <a:outerShdw blurRad="38100" dist="38100" dir="2700000" algn="tl">
                  <a:srgbClr val="000000"/>
                </a:outerShdw>
              </a:effectLst>
              <a:latin typeface="Arial" charset="0"/>
            </a:endParaRPr>
          </a:p>
        </p:txBody>
      </p:sp>
      <p:sp>
        <p:nvSpPr>
          <p:cNvPr id="13320" name="Text Box 42"/>
          <p:cNvSpPr txBox="1">
            <a:spLocks noChangeArrowheads="1"/>
          </p:cNvSpPr>
          <p:nvPr/>
        </p:nvSpPr>
        <p:spPr bwMode="auto">
          <a:xfrm>
            <a:off x="4826000" y="5486400"/>
            <a:ext cx="15509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400">
                <a:latin typeface="Arial" panose="020B0604020202020204" pitchFamily="34" charset="0"/>
              </a:rPr>
              <a:t>Nền </a:t>
            </a:r>
          </a:p>
          <a:p>
            <a:pPr algn="ctr" eaLnBrk="1" hangingPunct="1"/>
            <a:r>
              <a:rPr lang="en-US" sz="2400">
                <a:latin typeface="Arial" panose="020B0604020202020204" pitchFamily="34" charset="0"/>
              </a:rPr>
              <a:t>quân chủ</a:t>
            </a:r>
          </a:p>
          <a:p>
            <a:pPr algn="ctr" eaLnBrk="1" hangingPunct="1"/>
            <a:r>
              <a:rPr lang="en-US" sz="2400">
                <a:latin typeface="Arial" panose="020B0604020202020204" pitchFamily="34" charset="0"/>
              </a:rPr>
              <a:t>PK</a:t>
            </a:r>
          </a:p>
        </p:txBody>
      </p:sp>
    </p:spTree>
    <p:extLst>
      <p:ext uri="{BB962C8B-B14F-4D97-AF65-F5344CB8AC3E}">
        <p14:creationId xmlns:p14="http://schemas.microsoft.com/office/powerpoint/2010/main" val="30196957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10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up)">
                                      <p:cBhvr>
                                        <p:cTn id="18" dur="1000"/>
                                        <p:tgtEl>
                                          <p:spTgt spid="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3320"/>
                                        </p:tgtEl>
                                        <p:attrNameLst>
                                          <p:attrName>style.visibility</p:attrName>
                                        </p:attrNameLst>
                                      </p:cBhvr>
                                      <p:to>
                                        <p:strVal val="visible"/>
                                      </p:to>
                                    </p:set>
                                    <p:animEffect transition="in" filter="box(in)">
                                      <p:cBhvr>
                                        <p:cTn id="23" dur="500"/>
                                        <p:tgtEl>
                                          <p:spTgt spid="13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Slide Number Placeholder 7"/>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D8B36A6C-F187-4515-BFFD-78EA09A7AC03}" type="slidenum">
              <a:rPr lang="en-US">
                <a:solidFill>
                  <a:srgbClr val="FFFFFF"/>
                </a:solidFill>
              </a:rPr>
              <a:pPr eaLnBrk="1" hangingPunct="1">
                <a:lnSpc>
                  <a:spcPct val="80000"/>
                </a:lnSpc>
              </a:pPr>
              <a:t>21</a:t>
            </a:fld>
            <a:endParaRPr lang="en-US">
              <a:solidFill>
                <a:srgbClr val="FFFFFF"/>
              </a:solidFill>
            </a:endParaRPr>
          </a:p>
        </p:txBody>
      </p:sp>
      <p:pic>
        <p:nvPicPr>
          <p:cNvPr id="165891" name="Picture 3" descr="voi"/>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503613" y="2060575"/>
            <a:ext cx="5473700" cy="4076700"/>
          </a:xfrm>
          <a:noFill/>
        </p:spPr>
      </p:pic>
      <p:sp>
        <p:nvSpPr>
          <p:cNvPr id="29700" name="Text Box 4"/>
          <p:cNvSpPr txBox="1">
            <a:spLocks noChangeArrowheads="1"/>
          </p:cNvSpPr>
          <p:nvPr/>
        </p:nvSpPr>
        <p:spPr bwMode="auto">
          <a:xfrm>
            <a:off x="2209800" y="776288"/>
            <a:ext cx="739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cộng sản nguyên thủy</a:t>
            </a:r>
          </a:p>
        </p:txBody>
      </p:sp>
      <p:pic>
        <p:nvPicPr>
          <p:cNvPr id="165893" name="Picture 5" descr="Human evolve1"/>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919288" y="2060576"/>
            <a:ext cx="1636712" cy="4176713"/>
          </a:xfrm>
          <a:noFill/>
        </p:spPr>
      </p:pic>
      <p:pic>
        <p:nvPicPr>
          <p:cNvPr id="165894" name="Picture 6" descr="hunt-gath-pg1a"/>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3575050" y="2060576"/>
            <a:ext cx="7092950" cy="4098925"/>
          </a:xfrm>
          <a:noFill/>
        </p:spPr>
      </p:pic>
      <p:sp>
        <p:nvSpPr>
          <p:cNvPr id="29704" name="Text Box 9"/>
          <p:cNvSpPr txBox="1">
            <a:spLocks noChangeArrowheads="1"/>
          </p:cNvSpPr>
          <p:nvPr/>
        </p:nvSpPr>
        <p:spPr bwMode="auto">
          <a:xfrm>
            <a:off x="1847850" y="4437063"/>
            <a:ext cx="1728788" cy="1384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a:solidFill>
                  <a:schemeClr val="bg1"/>
                </a:solidFill>
                <a:latin typeface="Arial" panose="020B0604020202020204" pitchFamily="34" charset="0"/>
              </a:rPr>
              <a:t>Chưa có </a:t>
            </a:r>
            <a:r>
              <a:rPr lang="en-US" sz="2800">
                <a:solidFill>
                  <a:srgbClr val="FF0000"/>
                </a:solidFill>
                <a:latin typeface="Arial" panose="020B0604020202020204" pitchFamily="34" charset="0"/>
              </a:rPr>
              <a:t>nền</a:t>
            </a:r>
            <a:r>
              <a:rPr lang="en-US" sz="2800">
                <a:solidFill>
                  <a:schemeClr val="bg1"/>
                </a:solidFill>
                <a:latin typeface="Arial" panose="020B0604020202020204" pitchFamily="34" charset="0"/>
              </a:rPr>
              <a:t> dân chủ</a:t>
            </a:r>
          </a:p>
        </p:txBody>
      </p:sp>
    </p:spTree>
    <p:extLst>
      <p:ext uri="{BB962C8B-B14F-4D97-AF65-F5344CB8AC3E}">
        <p14:creationId xmlns:p14="http://schemas.microsoft.com/office/powerpoint/2010/main" val="3073675968"/>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165893"/>
                                        </p:tgtEl>
                                        <p:attrNameLst>
                                          <p:attrName>style.visibility</p:attrName>
                                        </p:attrNameLst>
                                      </p:cBhvr>
                                      <p:to>
                                        <p:strVal val="visible"/>
                                      </p:to>
                                    </p:set>
                                    <p:animEffect transition="in" filter="wipe(down)">
                                      <p:cBhvr>
                                        <p:cTn id="7" dur="500"/>
                                        <p:tgtEl>
                                          <p:spTgt spid="165893"/>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65891"/>
                                        </p:tgtEl>
                                        <p:attrNameLst>
                                          <p:attrName>style.visibility</p:attrName>
                                        </p:attrNameLst>
                                      </p:cBhvr>
                                      <p:to>
                                        <p:strVal val="visible"/>
                                      </p:to>
                                    </p:set>
                                    <p:animEffect transition="in" filter="box(in)">
                                      <p:cBhvr>
                                        <p:cTn id="11" dur="500"/>
                                        <p:tgtEl>
                                          <p:spTgt spid="1658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165894"/>
                                        </p:tgtEl>
                                        <p:attrNameLst>
                                          <p:attrName>style.visibility</p:attrName>
                                        </p:attrNameLst>
                                      </p:cBhvr>
                                      <p:to>
                                        <p:strVal val="visible"/>
                                      </p:to>
                                    </p:set>
                                    <p:animEffect transition="in" filter="blinds(horizontal)">
                                      <p:cBhvr>
                                        <p:cTn id="16" dur="500"/>
                                        <p:tgtEl>
                                          <p:spTgt spid="165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0722" name="Picture 6" descr="Ceasar"/>
          <p:cNvPicPr>
            <a:picLocks noGrp="1" noChangeAspect="1" noChangeArrowheads="1"/>
          </p:cNvPicPr>
          <p:nvPr>
            <p:ph sz="quarter" idx="3"/>
          </p:nvPr>
        </p:nvPicPr>
        <p:blipFill>
          <a:blip r:embed="rId2">
            <a:extLst>
              <a:ext uri="{28A0092B-C50C-407E-A947-70E740481C1C}">
                <a14:useLocalDpi xmlns:a14="http://schemas.microsoft.com/office/drawing/2010/main" val="0"/>
              </a:ext>
            </a:extLst>
          </a:blip>
          <a:srcRect/>
          <a:stretch>
            <a:fillRect/>
          </a:stretch>
        </p:blipFill>
        <p:spPr>
          <a:xfrm>
            <a:off x="1847851" y="1916113"/>
            <a:ext cx="1482725" cy="1981200"/>
          </a:xfrm>
          <a:noFill/>
        </p:spPr>
      </p:pic>
      <p:sp>
        <p:nvSpPr>
          <p:cNvPr id="10242" name="Slide Number Placeholder 7"/>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61B11E43-2CD9-449D-9C15-1B85D3965DD5}" type="slidenum">
              <a:rPr lang="en-US">
                <a:solidFill>
                  <a:srgbClr val="FFFFFF"/>
                </a:solidFill>
              </a:rPr>
              <a:pPr eaLnBrk="1" hangingPunct="1">
                <a:lnSpc>
                  <a:spcPct val="80000"/>
                </a:lnSpc>
              </a:pPr>
              <a:t>22</a:t>
            </a:fld>
            <a:endParaRPr lang="en-US">
              <a:solidFill>
                <a:srgbClr val="FFFFFF"/>
              </a:solidFill>
            </a:endParaRPr>
          </a:p>
        </p:txBody>
      </p:sp>
      <p:sp>
        <p:nvSpPr>
          <p:cNvPr id="30724" name="Text Box 5"/>
          <p:cNvSpPr txBox="1">
            <a:spLocks noChangeArrowheads="1"/>
          </p:cNvSpPr>
          <p:nvPr/>
        </p:nvSpPr>
        <p:spPr bwMode="auto">
          <a:xfrm>
            <a:off x="2286000" y="685801"/>
            <a:ext cx="7608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chiếm hữu nô lệ</a:t>
            </a:r>
          </a:p>
        </p:txBody>
      </p:sp>
      <p:sp>
        <p:nvSpPr>
          <p:cNvPr id="30726" name="Text Box 9"/>
          <p:cNvSpPr txBox="1">
            <a:spLocks noChangeArrowheads="1"/>
          </p:cNvSpPr>
          <p:nvPr/>
        </p:nvSpPr>
        <p:spPr bwMode="auto">
          <a:xfrm>
            <a:off x="1524000" y="4076700"/>
            <a:ext cx="2133600" cy="9540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dirty="0" err="1">
                <a:solidFill>
                  <a:schemeClr val="bg1"/>
                </a:solidFill>
                <a:latin typeface="Arial" panose="020B0604020202020204" pitchFamily="34" charset="0"/>
              </a:rPr>
              <a:t>Nền</a:t>
            </a:r>
            <a:r>
              <a:rPr lang="en-US" sz="2800" dirty="0">
                <a:solidFill>
                  <a:schemeClr val="bg1"/>
                </a:solidFill>
                <a:latin typeface="Arial" panose="020B0604020202020204" pitchFamily="34" charset="0"/>
              </a:rPr>
              <a:t> DC </a:t>
            </a:r>
          </a:p>
          <a:p>
            <a:pPr algn="ctr" eaLnBrk="1" hangingPunct="1"/>
            <a:r>
              <a:rPr lang="en-US" sz="2800" dirty="0" err="1">
                <a:solidFill>
                  <a:srgbClr val="FFFF00"/>
                </a:solidFill>
                <a:latin typeface="Arial" panose="020B0604020202020204" pitchFamily="34" charset="0"/>
              </a:rPr>
              <a:t>chủ</a:t>
            </a:r>
            <a:r>
              <a:rPr lang="en-US" sz="2800" dirty="0">
                <a:solidFill>
                  <a:srgbClr val="FFFF00"/>
                </a:solidFill>
                <a:latin typeface="Arial" panose="020B0604020202020204" pitchFamily="34" charset="0"/>
              </a:rPr>
              <a:t> </a:t>
            </a:r>
            <a:r>
              <a:rPr lang="en-US" sz="2800" dirty="0" err="1">
                <a:solidFill>
                  <a:srgbClr val="FFFF00"/>
                </a:solidFill>
                <a:latin typeface="Arial" panose="020B0604020202020204" pitchFamily="34" charset="0"/>
              </a:rPr>
              <a:t>nô</a:t>
            </a:r>
            <a:endParaRPr lang="en-US" sz="2800" dirty="0">
              <a:solidFill>
                <a:srgbClr val="FFFF00"/>
              </a:solidFill>
              <a:latin typeface="Arial" panose="020B0604020202020204" pitchFamily="34" charset="0"/>
            </a:endParaRPr>
          </a:p>
        </p:txBody>
      </p:sp>
      <p:pic>
        <p:nvPicPr>
          <p:cNvPr id="9" name="Picture 3" descr="Chu no"/>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649664" y="1676400"/>
            <a:ext cx="6484937" cy="4495800"/>
          </a:xfrm>
          <a:noFill/>
        </p:spPr>
      </p:pic>
    </p:spTree>
    <p:extLst>
      <p:ext uri="{BB962C8B-B14F-4D97-AF65-F5344CB8AC3E}">
        <p14:creationId xmlns:p14="http://schemas.microsoft.com/office/powerpoint/2010/main" val="899389021"/>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66916" name="Picture 4" descr="no le"/>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657600" y="1676400"/>
            <a:ext cx="6781800" cy="4356100"/>
          </a:xfrm>
          <a:noFill/>
        </p:spPr>
      </p:pic>
      <p:pic>
        <p:nvPicPr>
          <p:cNvPr id="31747" name="Picture 6" descr="Ceasa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847851" y="1916113"/>
            <a:ext cx="1482725" cy="1981200"/>
          </a:xfrm>
          <a:noFill/>
        </p:spPr>
      </p:pic>
      <p:sp>
        <p:nvSpPr>
          <p:cNvPr id="10242" name="Slide Number Placeholder 7"/>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CED1D805-40B4-4A45-B765-D2782FD63182}" type="slidenum">
              <a:rPr lang="en-US">
                <a:solidFill>
                  <a:srgbClr val="FFFFFF"/>
                </a:solidFill>
              </a:rPr>
              <a:pPr eaLnBrk="1" hangingPunct="1">
                <a:lnSpc>
                  <a:spcPct val="80000"/>
                </a:lnSpc>
              </a:pPr>
              <a:t>23</a:t>
            </a:fld>
            <a:endParaRPr lang="en-US">
              <a:solidFill>
                <a:srgbClr val="FFFFFF"/>
              </a:solidFill>
            </a:endParaRPr>
          </a:p>
        </p:txBody>
      </p:sp>
      <p:sp>
        <p:nvSpPr>
          <p:cNvPr id="31749" name="Text Box 5"/>
          <p:cNvSpPr txBox="1">
            <a:spLocks noChangeArrowheads="1"/>
          </p:cNvSpPr>
          <p:nvPr/>
        </p:nvSpPr>
        <p:spPr bwMode="auto">
          <a:xfrm>
            <a:off x="2286000" y="685801"/>
            <a:ext cx="7608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chiếm hữu nô lệ</a:t>
            </a:r>
          </a:p>
        </p:txBody>
      </p:sp>
      <p:sp>
        <p:nvSpPr>
          <p:cNvPr id="31751" name="Text Box 9"/>
          <p:cNvSpPr txBox="1">
            <a:spLocks noChangeArrowheads="1"/>
          </p:cNvSpPr>
          <p:nvPr/>
        </p:nvSpPr>
        <p:spPr bwMode="auto">
          <a:xfrm>
            <a:off x="1524000" y="4076700"/>
            <a:ext cx="2133600" cy="9540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a:solidFill>
                  <a:schemeClr val="bg1"/>
                </a:solidFill>
                <a:latin typeface="Arial" panose="020B0604020202020204" pitchFamily="34" charset="0"/>
              </a:rPr>
              <a:t>Nền DC </a:t>
            </a:r>
          </a:p>
          <a:p>
            <a:pPr algn="ctr" eaLnBrk="1" hangingPunct="1"/>
            <a:r>
              <a:rPr lang="en-US" sz="2800">
                <a:solidFill>
                  <a:srgbClr val="FFFF00"/>
                </a:solidFill>
                <a:latin typeface="Arial" panose="020B0604020202020204" pitchFamily="34" charset="0"/>
              </a:rPr>
              <a:t>chủ nô</a:t>
            </a:r>
          </a:p>
        </p:txBody>
      </p:sp>
    </p:spTree>
    <p:extLst>
      <p:ext uri="{BB962C8B-B14F-4D97-AF65-F5344CB8AC3E}">
        <p14:creationId xmlns:p14="http://schemas.microsoft.com/office/powerpoint/2010/main" val="3586666431"/>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blinds(horizontal)">
                                      <p:cBhvr>
                                        <p:cTn id="7" dur="500"/>
                                        <p:tgtEl>
                                          <p:spTgt spid="166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2770" name="Picture 5" descr="Kin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089150" y="1760539"/>
            <a:ext cx="1898650" cy="2389187"/>
          </a:xfrm>
          <a:noFill/>
        </p:spPr>
      </p:pic>
      <p:pic>
        <p:nvPicPr>
          <p:cNvPr id="167942" name="Picture 6" descr="castle"/>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151314" y="1989138"/>
            <a:ext cx="6192837" cy="4152900"/>
          </a:xfrm>
          <a:noFill/>
        </p:spPr>
      </p:pic>
      <p:pic>
        <p:nvPicPr>
          <p:cNvPr id="167944" name="Picture 8" descr="khoi nghia nong dan"/>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114801" y="1981201"/>
            <a:ext cx="6265863" cy="4181475"/>
          </a:xfrm>
          <a:solidFill>
            <a:schemeClr val="accent1"/>
          </a:solidFill>
        </p:spPr>
      </p:pic>
      <p:sp>
        <p:nvSpPr>
          <p:cNvPr id="11266" name="Slide Number Placeholder 7"/>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ECFB2B46-40B1-49A7-838A-688A879AC0E2}" type="slidenum">
              <a:rPr lang="en-US">
                <a:solidFill>
                  <a:srgbClr val="FFFFFF"/>
                </a:solidFill>
              </a:rPr>
              <a:pPr eaLnBrk="1" hangingPunct="1">
                <a:lnSpc>
                  <a:spcPct val="80000"/>
                </a:lnSpc>
              </a:pPr>
              <a:t>24</a:t>
            </a:fld>
            <a:endParaRPr lang="en-US">
              <a:solidFill>
                <a:srgbClr val="FFFFFF"/>
              </a:solidFill>
            </a:endParaRPr>
          </a:p>
        </p:txBody>
      </p:sp>
      <p:sp>
        <p:nvSpPr>
          <p:cNvPr id="32775" name="Text Box 7"/>
          <p:cNvSpPr txBox="1">
            <a:spLocks noChangeArrowheads="1"/>
          </p:cNvSpPr>
          <p:nvPr/>
        </p:nvSpPr>
        <p:spPr bwMode="auto">
          <a:xfrm>
            <a:off x="2514600" y="685801"/>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phong kiến</a:t>
            </a:r>
          </a:p>
        </p:txBody>
      </p:sp>
      <p:sp>
        <p:nvSpPr>
          <p:cNvPr id="32776" name="Rectangle 9"/>
          <p:cNvSpPr>
            <a:spLocks noChangeArrowheads="1"/>
          </p:cNvSpPr>
          <p:nvPr/>
        </p:nvSpPr>
        <p:spPr bwMode="auto">
          <a:xfrm>
            <a:off x="1905000" y="4437063"/>
            <a:ext cx="2103438" cy="18161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a:solidFill>
                  <a:schemeClr val="bg1"/>
                </a:solidFill>
              </a:rPr>
              <a:t>Nền quân chủ PK </a:t>
            </a:r>
            <a:r>
              <a:rPr lang="en-US" sz="2800">
                <a:solidFill>
                  <a:srgbClr val="FFFF00"/>
                </a:solidFill>
              </a:rPr>
              <a:t>(chuyên chế)</a:t>
            </a:r>
          </a:p>
        </p:txBody>
      </p:sp>
    </p:spTree>
    <p:extLst>
      <p:ext uri="{BB962C8B-B14F-4D97-AF65-F5344CB8AC3E}">
        <p14:creationId xmlns:p14="http://schemas.microsoft.com/office/powerpoint/2010/main" val="3840790100"/>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67942"/>
                                        </p:tgtEl>
                                        <p:attrNameLst>
                                          <p:attrName>style.visibility</p:attrName>
                                        </p:attrNameLst>
                                      </p:cBhvr>
                                      <p:to>
                                        <p:strVal val="visible"/>
                                      </p:to>
                                    </p:set>
                                    <p:animEffect transition="in" filter="blinds(horizontal)">
                                      <p:cBhvr>
                                        <p:cTn id="7" dur="500"/>
                                        <p:tgtEl>
                                          <p:spTgt spid="1679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7944"/>
                                        </p:tgtEl>
                                        <p:attrNameLst>
                                          <p:attrName>style.visibility</p:attrName>
                                        </p:attrNameLst>
                                      </p:cBhvr>
                                      <p:to>
                                        <p:strVal val="visible"/>
                                      </p:to>
                                    </p:set>
                                    <p:animEffect transition="in" filter="blinds(horizontal)">
                                      <p:cBhvr>
                                        <p:cTn id="12" dur="500"/>
                                        <p:tgtEl>
                                          <p:spTgt spid="167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794" name="Picture 5" descr="tu san"/>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241551" y="2052639"/>
            <a:ext cx="1755775" cy="2187575"/>
          </a:xfrm>
          <a:noFill/>
        </p:spPr>
      </p:pic>
      <p:pic>
        <p:nvPicPr>
          <p:cNvPr id="168968" name="Picture 8" descr="lao dong tre em"/>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079875" y="1844676"/>
            <a:ext cx="5905500" cy="4397375"/>
          </a:xfrm>
          <a:noFill/>
        </p:spPr>
      </p:pic>
      <p:pic>
        <p:nvPicPr>
          <p:cNvPr id="168967" name="Picture 7" descr="dau may"/>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224339" y="1916114"/>
            <a:ext cx="4968875" cy="4416425"/>
          </a:xfrm>
          <a:noFill/>
        </p:spPr>
      </p:pic>
      <p:sp>
        <p:nvSpPr>
          <p:cNvPr id="12290" name="Slide Number Placeholder 7"/>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3BE8899B-E4D1-4DD8-B407-0D3E045F865C}" type="slidenum">
              <a:rPr lang="en-US">
                <a:solidFill>
                  <a:srgbClr val="FFFFFF"/>
                </a:solidFill>
              </a:rPr>
              <a:pPr eaLnBrk="1" hangingPunct="1">
                <a:lnSpc>
                  <a:spcPct val="80000"/>
                </a:lnSpc>
              </a:pPr>
              <a:t>25</a:t>
            </a:fld>
            <a:endParaRPr lang="en-US">
              <a:solidFill>
                <a:srgbClr val="FFFFFF"/>
              </a:solidFill>
            </a:endParaRPr>
          </a:p>
        </p:txBody>
      </p:sp>
      <p:sp>
        <p:nvSpPr>
          <p:cNvPr id="33799" name="Text Box 6"/>
          <p:cNvSpPr txBox="1">
            <a:spLocks noChangeArrowheads="1"/>
          </p:cNvSpPr>
          <p:nvPr/>
        </p:nvSpPr>
        <p:spPr bwMode="auto">
          <a:xfrm>
            <a:off x="2819400" y="762001"/>
            <a:ext cx="723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tư bản chủ nghĩa</a:t>
            </a:r>
          </a:p>
        </p:txBody>
      </p:sp>
      <p:sp>
        <p:nvSpPr>
          <p:cNvPr id="33800" name="Rectangle 9"/>
          <p:cNvSpPr>
            <a:spLocks noChangeArrowheads="1"/>
          </p:cNvSpPr>
          <p:nvPr/>
        </p:nvSpPr>
        <p:spPr bwMode="auto">
          <a:xfrm>
            <a:off x="1752600" y="4292600"/>
            <a:ext cx="2438400" cy="9540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a:solidFill>
                  <a:schemeClr val="bg1"/>
                </a:solidFill>
              </a:rPr>
              <a:t>Nền DC</a:t>
            </a:r>
          </a:p>
          <a:p>
            <a:pPr algn="ctr" eaLnBrk="1" hangingPunct="1"/>
            <a:r>
              <a:rPr lang="en-US" sz="2800">
                <a:solidFill>
                  <a:srgbClr val="0000CC"/>
                </a:solidFill>
              </a:rPr>
              <a:t> </a:t>
            </a:r>
            <a:r>
              <a:rPr lang="en-US" sz="2800">
                <a:solidFill>
                  <a:srgbClr val="FFFF00"/>
                </a:solidFill>
              </a:rPr>
              <a:t>tư sản</a:t>
            </a:r>
          </a:p>
        </p:txBody>
      </p:sp>
    </p:spTree>
    <p:extLst>
      <p:ext uri="{BB962C8B-B14F-4D97-AF65-F5344CB8AC3E}">
        <p14:creationId xmlns:p14="http://schemas.microsoft.com/office/powerpoint/2010/main" val="1846308290"/>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68967"/>
                                        </p:tgtEl>
                                        <p:attrNameLst>
                                          <p:attrName>style.visibility</p:attrName>
                                        </p:attrNameLst>
                                      </p:cBhvr>
                                      <p:to>
                                        <p:strVal val="visible"/>
                                      </p:to>
                                    </p:set>
                                    <p:animEffect transition="in" filter="blinds(horizontal)">
                                      <p:cBhvr>
                                        <p:cTn id="7" dur="500"/>
                                        <p:tgtEl>
                                          <p:spTgt spid="1689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8968"/>
                                        </p:tgtEl>
                                        <p:attrNameLst>
                                          <p:attrName>style.visibility</p:attrName>
                                        </p:attrNameLst>
                                      </p:cBhvr>
                                      <p:to>
                                        <p:strVal val="visible"/>
                                      </p:to>
                                    </p:set>
                                    <p:animEffect transition="in" filter="blinds(horizontal)">
                                      <p:cBhvr>
                                        <p:cTn id="12" dur="500"/>
                                        <p:tgtEl>
                                          <p:spTgt spid="168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818" name="Picture 5" descr="worker man"/>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311400" y="2052639"/>
            <a:ext cx="1284288" cy="1639887"/>
          </a:xfrm>
          <a:noFill/>
        </p:spPr>
      </p:pic>
      <p:pic>
        <p:nvPicPr>
          <p:cNvPr id="169990"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852863" y="2052638"/>
            <a:ext cx="4197350" cy="3694112"/>
          </a:xfrm>
          <a:noFill/>
        </p:spPr>
      </p:pic>
      <p:pic>
        <p:nvPicPr>
          <p:cNvPr id="169992" name="Picture 8" descr="may day"/>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852863" y="1984376"/>
            <a:ext cx="6088062" cy="3681413"/>
          </a:xfrm>
          <a:noFill/>
        </p:spPr>
      </p:pic>
      <p:sp>
        <p:nvSpPr>
          <p:cNvPr id="13314" name="Slide Number Placeholder 7"/>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11187BF0-A624-49EC-AD05-9CCD92CC1E94}" type="slidenum">
              <a:rPr lang="en-US">
                <a:solidFill>
                  <a:srgbClr val="FFFFFF"/>
                </a:solidFill>
              </a:rPr>
              <a:pPr eaLnBrk="1" hangingPunct="1">
                <a:lnSpc>
                  <a:spcPct val="80000"/>
                </a:lnSpc>
              </a:pPr>
              <a:t>26</a:t>
            </a:fld>
            <a:endParaRPr lang="en-US">
              <a:solidFill>
                <a:srgbClr val="FFFFFF"/>
              </a:solidFill>
            </a:endParaRPr>
          </a:p>
        </p:txBody>
      </p:sp>
      <p:sp>
        <p:nvSpPr>
          <p:cNvPr id="34823" name="Text Box 7"/>
          <p:cNvSpPr txBox="1">
            <a:spLocks noChangeArrowheads="1"/>
          </p:cNvSpPr>
          <p:nvPr/>
        </p:nvSpPr>
        <p:spPr bwMode="auto">
          <a:xfrm>
            <a:off x="2819400" y="762001"/>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xã hội chủ nghĩa</a:t>
            </a:r>
          </a:p>
        </p:txBody>
      </p:sp>
      <p:sp>
        <p:nvSpPr>
          <p:cNvPr id="34824" name="Rectangle 9"/>
          <p:cNvSpPr>
            <a:spLocks noChangeArrowheads="1"/>
          </p:cNvSpPr>
          <p:nvPr/>
        </p:nvSpPr>
        <p:spPr bwMode="auto">
          <a:xfrm>
            <a:off x="1752600" y="4038600"/>
            <a:ext cx="2133600" cy="1384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a:solidFill>
                  <a:schemeClr val="bg1"/>
                </a:solidFill>
              </a:rPr>
              <a:t>Nền DC</a:t>
            </a:r>
          </a:p>
          <a:p>
            <a:pPr algn="ctr" eaLnBrk="1" hangingPunct="1"/>
            <a:r>
              <a:rPr lang="en-US" sz="2800">
                <a:solidFill>
                  <a:srgbClr val="FFFF00"/>
                </a:solidFill>
              </a:rPr>
              <a:t> vô sản (XHCN)</a:t>
            </a:r>
          </a:p>
        </p:txBody>
      </p:sp>
    </p:spTree>
    <p:extLst>
      <p:ext uri="{BB962C8B-B14F-4D97-AF65-F5344CB8AC3E}">
        <p14:creationId xmlns:p14="http://schemas.microsoft.com/office/powerpoint/2010/main" val="2601972642"/>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69990"/>
                                        </p:tgtEl>
                                        <p:attrNameLst>
                                          <p:attrName>style.visibility</p:attrName>
                                        </p:attrNameLst>
                                      </p:cBhvr>
                                      <p:to>
                                        <p:strVal val="visible"/>
                                      </p:to>
                                    </p:set>
                                    <p:animEffect transition="in" filter="blinds(horizontal)">
                                      <p:cBhvr>
                                        <p:cTn id="7" dur="500"/>
                                        <p:tgtEl>
                                          <p:spTgt spid="1699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9992"/>
                                        </p:tgtEl>
                                        <p:attrNameLst>
                                          <p:attrName>style.visibility</p:attrName>
                                        </p:attrNameLst>
                                      </p:cBhvr>
                                      <p:to>
                                        <p:strVal val="visible"/>
                                      </p:to>
                                    </p:set>
                                    <p:animEffect transition="in" filter="blinds(horizontal)">
                                      <p:cBhvr>
                                        <p:cTn id="12" dur="500"/>
                                        <p:tgtEl>
                                          <p:spTgt spid="169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5842" name="Picture 5" descr="Communism%20large"/>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089151" y="1760539"/>
            <a:ext cx="1852613" cy="1863725"/>
          </a:xfrm>
          <a:noFill/>
        </p:spPr>
      </p:pic>
      <p:pic>
        <p:nvPicPr>
          <p:cNvPr id="171016" name="Picture 8" descr="auto"/>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164013" y="1760539"/>
            <a:ext cx="5484812" cy="3673475"/>
          </a:xfrm>
          <a:noFill/>
        </p:spPr>
      </p:pic>
      <p:sp>
        <p:nvSpPr>
          <p:cNvPr id="35844" name="Slide Number Placeholder 6"/>
          <p:cNvSpPr>
            <a:spLocks noGrp="1"/>
          </p:cNvSpPr>
          <p:nvPr>
            <p:ph type="sldNum" sz="quarter" idx="11"/>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9F96F27-3CAD-4B32-B7E9-E607E8A1C07B}" type="slidenum">
              <a:rPr lang="en-US">
                <a:solidFill>
                  <a:schemeClr val="tx2"/>
                </a:solidFill>
              </a:rPr>
              <a:pPr eaLnBrk="1" hangingPunct="1"/>
              <a:t>27</a:t>
            </a:fld>
            <a:endParaRPr lang="en-US">
              <a:solidFill>
                <a:schemeClr val="tx2"/>
              </a:solidFill>
            </a:endParaRPr>
          </a:p>
        </p:txBody>
      </p:sp>
      <p:sp>
        <p:nvSpPr>
          <p:cNvPr id="35846" name="Text Box 6"/>
          <p:cNvSpPr txBox="1">
            <a:spLocks noChangeArrowheads="1"/>
          </p:cNvSpPr>
          <p:nvPr/>
        </p:nvSpPr>
        <p:spPr bwMode="auto">
          <a:xfrm>
            <a:off x="2895600" y="762001"/>
            <a:ext cx="693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800">
                <a:latin typeface="Arial" panose="020B0604020202020204" pitchFamily="34" charset="0"/>
              </a:rPr>
              <a:t>Chế độ xã hội cộng sản chủ nghĩa</a:t>
            </a:r>
          </a:p>
        </p:txBody>
      </p:sp>
      <p:sp>
        <p:nvSpPr>
          <p:cNvPr id="35847" name="Rectangle 7"/>
          <p:cNvSpPr>
            <a:spLocks noChangeArrowheads="1"/>
          </p:cNvSpPr>
          <p:nvPr/>
        </p:nvSpPr>
        <p:spPr bwMode="auto">
          <a:xfrm>
            <a:off x="2208214" y="3963988"/>
            <a:ext cx="1800225" cy="267765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800">
                <a:solidFill>
                  <a:srgbClr val="FFFF00"/>
                </a:solidFill>
              </a:rPr>
              <a:t>Nền</a:t>
            </a:r>
            <a:r>
              <a:rPr lang="en-US" sz="2800">
                <a:solidFill>
                  <a:srgbClr val="0000CC"/>
                </a:solidFill>
              </a:rPr>
              <a:t> </a:t>
            </a:r>
            <a:r>
              <a:rPr lang="en-US" sz="2800">
                <a:solidFill>
                  <a:schemeClr val="bg1"/>
                </a:solidFill>
              </a:rPr>
              <a:t>DC mất đi vì GC, NN không còn</a:t>
            </a:r>
          </a:p>
        </p:txBody>
      </p:sp>
    </p:spTree>
    <p:extLst>
      <p:ext uri="{BB962C8B-B14F-4D97-AF65-F5344CB8AC3E}">
        <p14:creationId xmlns:p14="http://schemas.microsoft.com/office/powerpoint/2010/main" val="2787908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71016"/>
                                        </p:tgtEl>
                                        <p:attrNameLst>
                                          <p:attrName>style.visibility</p:attrName>
                                        </p:attrNameLst>
                                      </p:cBhvr>
                                      <p:to>
                                        <p:strVal val="visible"/>
                                      </p:to>
                                    </p:set>
                                    <p:animEffect transition="in" filter="blinds(horizontal)">
                                      <p:cBhvr>
                                        <p:cTn id="7" dur="500"/>
                                        <p:tgtEl>
                                          <p:spTgt spid="171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41E95B27-1589-4FD8-A500-CE15A6A7EE56}" type="slidenum">
              <a:rPr lang="en-US">
                <a:solidFill>
                  <a:srgbClr val="FFFFFF"/>
                </a:solidFill>
              </a:rPr>
              <a:pPr eaLnBrk="1" hangingPunct="1">
                <a:lnSpc>
                  <a:spcPct val="80000"/>
                </a:lnSpc>
              </a:pPr>
              <a:t>28</a:t>
            </a:fld>
            <a:endParaRPr lang="en-US">
              <a:solidFill>
                <a:srgbClr val="FFFFFF"/>
              </a:solidFill>
            </a:endParaRPr>
          </a:p>
        </p:txBody>
      </p:sp>
      <p:sp>
        <p:nvSpPr>
          <p:cNvPr id="36867" name="Line 4"/>
          <p:cNvSpPr>
            <a:spLocks noChangeShapeType="1"/>
          </p:cNvSpPr>
          <p:nvPr/>
        </p:nvSpPr>
        <p:spPr bwMode="auto">
          <a:xfrm>
            <a:off x="1981200" y="5548313"/>
            <a:ext cx="822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68" name="Text Box 5"/>
          <p:cNvSpPr txBox="1">
            <a:spLocks noChangeArrowheads="1"/>
          </p:cNvSpPr>
          <p:nvPr/>
        </p:nvSpPr>
        <p:spPr bwMode="auto">
          <a:xfrm>
            <a:off x="9572625" y="5576888"/>
            <a:ext cx="11945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tương lai</a:t>
            </a:r>
          </a:p>
        </p:txBody>
      </p:sp>
      <p:sp>
        <p:nvSpPr>
          <p:cNvPr id="36869" name="Text Box 6"/>
          <p:cNvSpPr txBox="1">
            <a:spLocks noChangeArrowheads="1"/>
          </p:cNvSpPr>
          <p:nvPr/>
        </p:nvSpPr>
        <p:spPr bwMode="auto">
          <a:xfrm>
            <a:off x="1905001" y="5562600"/>
            <a:ext cx="8515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cổ đại</a:t>
            </a:r>
          </a:p>
        </p:txBody>
      </p:sp>
      <p:grpSp>
        <p:nvGrpSpPr>
          <p:cNvPr id="36870" name="Group 7"/>
          <p:cNvGrpSpPr>
            <a:grpSpLocks/>
          </p:cNvGrpSpPr>
          <p:nvPr/>
        </p:nvGrpSpPr>
        <p:grpSpPr bwMode="auto">
          <a:xfrm>
            <a:off x="2076451" y="2924175"/>
            <a:ext cx="8266113" cy="2446338"/>
            <a:chOff x="348" y="1842"/>
            <a:chExt cx="5207" cy="1541"/>
          </a:xfrm>
        </p:grpSpPr>
        <p:grpSp>
          <p:nvGrpSpPr>
            <p:cNvPr id="36892" name="Group 8"/>
            <p:cNvGrpSpPr>
              <a:grpSpLocks/>
            </p:cNvGrpSpPr>
            <p:nvPr/>
          </p:nvGrpSpPr>
          <p:grpSpPr bwMode="auto">
            <a:xfrm>
              <a:off x="1296" y="1888"/>
              <a:ext cx="884" cy="1491"/>
              <a:chOff x="1296" y="1920"/>
              <a:chExt cx="884" cy="1491"/>
            </a:xfrm>
          </p:grpSpPr>
          <p:pic>
            <p:nvPicPr>
              <p:cNvPr id="36908" name="Picture 9" descr="Ceas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 y="1920"/>
                <a:ext cx="719"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9" name="Text Box 10"/>
              <p:cNvSpPr txBox="1">
                <a:spLocks noChangeArrowheads="1"/>
              </p:cNvSpPr>
              <p:nvPr/>
            </p:nvSpPr>
            <p:spPr bwMode="auto">
              <a:xfrm>
                <a:off x="1296" y="3004"/>
                <a:ext cx="88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Chiếm hữu</a:t>
                </a:r>
              </a:p>
              <a:p>
                <a:pPr algn="ctr" eaLnBrk="1" hangingPunct="1"/>
                <a:r>
                  <a:rPr lang="en-US">
                    <a:latin typeface="Arial" panose="020B0604020202020204" pitchFamily="34" charset="0"/>
                  </a:rPr>
                  <a:t> nô lệ</a:t>
                </a:r>
              </a:p>
            </p:txBody>
          </p:sp>
        </p:grpSp>
        <p:grpSp>
          <p:nvGrpSpPr>
            <p:cNvPr id="36893" name="Group 11"/>
            <p:cNvGrpSpPr>
              <a:grpSpLocks/>
            </p:cNvGrpSpPr>
            <p:nvPr/>
          </p:nvGrpSpPr>
          <p:grpSpPr bwMode="auto">
            <a:xfrm>
              <a:off x="2208" y="1872"/>
              <a:ext cx="948" cy="1385"/>
              <a:chOff x="2208" y="1872"/>
              <a:chExt cx="948" cy="1385"/>
            </a:xfrm>
          </p:grpSpPr>
          <p:pic>
            <p:nvPicPr>
              <p:cNvPr id="36906" name="Picture 12" descr="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 y="1872"/>
                <a:ext cx="764" cy="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7" name="Text Box 13"/>
              <p:cNvSpPr txBox="1">
                <a:spLocks noChangeArrowheads="1"/>
              </p:cNvSpPr>
              <p:nvPr/>
            </p:nvSpPr>
            <p:spPr bwMode="auto">
              <a:xfrm>
                <a:off x="2256" y="3024"/>
                <a:ext cx="90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Phong kiến</a:t>
                </a:r>
              </a:p>
            </p:txBody>
          </p:sp>
        </p:grpSp>
        <p:grpSp>
          <p:nvGrpSpPr>
            <p:cNvPr id="36894" name="Group 14"/>
            <p:cNvGrpSpPr>
              <a:grpSpLocks/>
            </p:cNvGrpSpPr>
            <p:nvPr/>
          </p:nvGrpSpPr>
          <p:grpSpPr bwMode="auto">
            <a:xfrm>
              <a:off x="3072" y="1886"/>
              <a:ext cx="819" cy="1497"/>
              <a:chOff x="3072" y="1886"/>
              <a:chExt cx="819" cy="1497"/>
            </a:xfrm>
          </p:grpSpPr>
          <p:pic>
            <p:nvPicPr>
              <p:cNvPr id="36904" name="Picture 15" descr="tu s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2" y="1886"/>
                <a:ext cx="741" cy="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5" name="Text Box 16"/>
              <p:cNvSpPr txBox="1">
                <a:spLocks noChangeArrowheads="1"/>
              </p:cNvSpPr>
              <p:nvPr/>
            </p:nvSpPr>
            <p:spPr bwMode="auto">
              <a:xfrm>
                <a:off x="3088" y="2976"/>
                <a:ext cx="80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Tư bản</a:t>
                </a:r>
              </a:p>
              <a:p>
                <a:pPr algn="ctr" eaLnBrk="1" hangingPunct="1"/>
                <a:r>
                  <a:rPr lang="en-US">
                    <a:latin typeface="Arial" panose="020B0604020202020204" pitchFamily="34" charset="0"/>
                  </a:rPr>
                  <a:t>chủ nghĩa</a:t>
                </a:r>
              </a:p>
            </p:txBody>
          </p:sp>
        </p:grpSp>
        <p:grpSp>
          <p:nvGrpSpPr>
            <p:cNvPr id="36895" name="Group 17"/>
            <p:cNvGrpSpPr>
              <a:grpSpLocks/>
            </p:cNvGrpSpPr>
            <p:nvPr/>
          </p:nvGrpSpPr>
          <p:grpSpPr bwMode="auto">
            <a:xfrm>
              <a:off x="3904" y="1872"/>
              <a:ext cx="803" cy="1511"/>
              <a:chOff x="3904" y="1872"/>
              <a:chExt cx="803" cy="1511"/>
            </a:xfrm>
          </p:grpSpPr>
          <p:pic>
            <p:nvPicPr>
              <p:cNvPr id="36902" name="Picture 18" descr="worker ma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6" y="1872"/>
                <a:ext cx="735"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3" name="Text Box 19"/>
              <p:cNvSpPr txBox="1">
                <a:spLocks noChangeArrowheads="1"/>
              </p:cNvSpPr>
              <p:nvPr/>
            </p:nvSpPr>
            <p:spPr bwMode="auto">
              <a:xfrm>
                <a:off x="3904" y="2976"/>
                <a:ext cx="80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Xã hội </a:t>
                </a:r>
              </a:p>
              <a:p>
                <a:pPr algn="ctr" eaLnBrk="1" hangingPunct="1"/>
                <a:r>
                  <a:rPr lang="en-US">
                    <a:latin typeface="Arial" panose="020B0604020202020204" pitchFamily="34" charset="0"/>
                  </a:rPr>
                  <a:t>chủ nghĩa</a:t>
                </a:r>
              </a:p>
            </p:txBody>
          </p:sp>
        </p:grpSp>
        <p:grpSp>
          <p:nvGrpSpPr>
            <p:cNvPr id="36896" name="Group 20"/>
            <p:cNvGrpSpPr>
              <a:grpSpLocks/>
            </p:cNvGrpSpPr>
            <p:nvPr/>
          </p:nvGrpSpPr>
          <p:grpSpPr bwMode="auto">
            <a:xfrm>
              <a:off x="4752" y="1872"/>
              <a:ext cx="803" cy="1511"/>
              <a:chOff x="4752" y="1872"/>
              <a:chExt cx="803" cy="1511"/>
            </a:xfrm>
          </p:grpSpPr>
          <p:pic>
            <p:nvPicPr>
              <p:cNvPr id="36900" name="Picture 21" descr="Communis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 y="1872"/>
                <a:ext cx="672"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01" name="Text Box 22"/>
              <p:cNvSpPr txBox="1">
                <a:spLocks noChangeArrowheads="1"/>
              </p:cNvSpPr>
              <p:nvPr/>
            </p:nvSpPr>
            <p:spPr bwMode="auto">
              <a:xfrm>
                <a:off x="4752" y="2976"/>
                <a:ext cx="80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atin typeface="Arial" panose="020B0604020202020204" pitchFamily="34" charset="0"/>
                  </a:rPr>
                  <a:t>Cộng sản</a:t>
                </a:r>
              </a:p>
              <a:p>
                <a:pPr eaLnBrk="1" hangingPunct="1"/>
                <a:r>
                  <a:rPr lang="en-US">
                    <a:latin typeface="Arial" panose="020B0604020202020204" pitchFamily="34" charset="0"/>
                  </a:rPr>
                  <a:t>chủ nghĩa</a:t>
                </a:r>
              </a:p>
            </p:txBody>
          </p:sp>
        </p:grpSp>
        <p:grpSp>
          <p:nvGrpSpPr>
            <p:cNvPr id="36897" name="Group 23"/>
            <p:cNvGrpSpPr>
              <a:grpSpLocks/>
            </p:cNvGrpSpPr>
            <p:nvPr/>
          </p:nvGrpSpPr>
          <p:grpSpPr bwMode="auto">
            <a:xfrm>
              <a:off x="348" y="1842"/>
              <a:ext cx="981" cy="1498"/>
              <a:chOff x="348" y="1894"/>
              <a:chExt cx="981" cy="1498"/>
            </a:xfrm>
          </p:grpSpPr>
          <p:sp>
            <p:nvSpPr>
              <p:cNvPr id="36898" name="Text Box 24"/>
              <p:cNvSpPr txBox="1">
                <a:spLocks noChangeArrowheads="1"/>
              </p:cNvSpPr>
              <p:nvPr/>
            </p:nvSpPr>
            <p:spPr bwMode="auto">
              <a:xfrm>
                <a:off x="348" y="2985"/>
                <a:ext cx="98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a:latin typeface="Arial" panose="020B0604020202020204" pitchFamily="34" charset="0"/>
                  </a:rPr>
                  <a:t>Cộng sản </a:t>
                </a:r>
              </a:p>
              <a:p>
                <a:pPr algn="ctr" eaLnBrk="1" hangingPunct="1"/>
                <a:r>
                  <a:rPr lang="en-US">
                    <a:latin typeface="Arial" panose="020B0604020202020204" pitchFamily="34" charset="0"/>
                  </a:rPr>
                  <a:t>nguyên thuỷ</a:t>
                </a:r>
              </a:p>
            </p:txBody>
          </p:sp>
          <p:pic>
            <p:nvPicPr>
              <p:cNvPr id="36899" name="Picture 25" descr="Ancient huma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1894"/>
                <a:ext cx="814"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6871" name="Group 26"/>
          <p:cNvGrpSpPr>
            <a:grpSpLocks/>
          </p:cNvGrpSpPr>
          <p:nvPr/>
        </p:nvGrpSpPr>
        <p:grpSpPr bwMode="auto">
          <a:xfrm>
            <a:off x="2133600" y="5562600"/>
            <a:ext cx="1227138" cy="1041400"/>
            <a:chOff x="336" y="3552"/>
            <a:chExt cx="773" cy="656"/>
          </a:xfrm>
        </p:grpSpPr>
        <p:sp>
          <p:nvSpPr>
            <p:cNvPr id="36890" name="Line 27"/>
            <p:cNvSpPr>
              <a:spLocks noChangeShapeType="1"/>
            </p:cNvSpPr>
            <p:nvPr/>
          </p:nvSpPr>
          <p:spPr bwMode="auto">
            <a:xfrm>
              <a:off x="768"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91" name="Text Box 28"/>
            <p:cNvSpPr txBox="1">
              <a:spLocks noChangeArrowheads="1"/>
            </p:cNvSpPr>
            <p:nvPr/>
          </p:nvSpPr>
          <p:spPr bwMode="auto">
            <a:xfrm>
              <a:off x="336" y="3762"/>
              <a:ext cx="77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000">
                  <a:latin typeface="Arial" panose="020B0604020202020204" pitchFamily="34" charset="0"/>
                </a:rPr>
                <a:t>Chưa có</a:t>
              </a:r>
            </a:p>
            <a:p>
              <a:pPr eaLnBrk="1" hangingPunct="1"/>
              <a:r>
                <a:rPr lang="en-US" sz="2000">
                  <a:latin typeface="Arial" panose="020B0604020202020204" pitchFamily="34" charset="0"/>
                </a:rPr>
                <a:t>Nền DC </a:t>
              </a:r>
            </a:p>
          </p:txBody>
        </p:sp>
      </p:grpSp>
      <p:grpSp>
        <p:nvGrpSpPr>
          <p:cNvPr id="36872" name="Group 29"/>
          <p:cNvGrpSpPr>
            <a:grpSpLocks/>
          </p:cNvGrpSpPr>
          <p:nvPr/>
        </p:nvGrpSpPr>
        <p:grpSpPr bwMode="auto">
          <a:xfrm>
            <a:off x="9144001" y="5562601"/>
            <a:ext cx="1725613" cy="1425575"/>
            <a:chOff x="4704" y="3504"/>
            <a:chExt cx="1087" cy="898"/>
          </a:xfrm>
        </p:grpSpPr>
        <p:sp>
          <p:nvSpPr>
            <p:cNvPr id="36888" name="Text Box 30"/>
            <p:cNvSpPr txBox="1">
              <a:spLocks noChangeArrowheads="1"/>
            </p:cNvSpPr>
            <p:nvPr/>
          </p:nvSpPr>
          <p:spPr bwMode="auto">
            <a:xfrm>
              <a:off x="4704" y="3762"/>
              <a:ext cx="1087"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000">
                  <a:solidFill>
                    <a:srgbClr val="7030A0"/>
                  </a:solidFill>
                  <a:latin typeface="Arial" panose="020B0604020202020204" pitchFamily="34" charset="0"/>
                </a:rPr>
                <a:t>Không còn</a:t>
              </a:r>
            </a:p>
            <a:p>
              <a:pPr eaLnBrk="1" hangingPunct="1"/>
              <a:r>
                <a:rPr lang="en-US" sz="2000">
                  <a:solidFill>
                    <a:srgbClr val="7030A0"/>
                  </a:solidFill>
                  <a:latin typeface="Arial" panose="020B0604020202020204" pitchFamily="34" charset="0"/>
                </a:rPr>
                <a:t>Nền dân chủ</a:t>
              </a:r>
            </a:p>
            <a:p>
              <a:pPr eaLnBrk="1" hangingPunct="1"/>
              <a:r>
                <a:rPr lang="en-US" sz="2000">
                  <a:latin typeface="Arial" panose="020B0604020202020204" pitchFamily="34" charset="0"/>
                </a:rPr>
                <a:t> </a:t>
              </a:r>
            </a:p>
          </p:txBody>
        </p:sp>
        <p:sp>
          <p:nvSpPr>
            <p:cNvPr id="36889" name="Line 31"/>
            <p:cNvSpPr>
              <a:spLocks noChangeShapeType="1"/>
            </p:cNvSpPr>
            <p:nvPr/>
          </p:nvSpPr>
          <p:spPr bwMode="auto">
            <a:xfrm>
              <a:off x="5040" y="3504"/>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6873" name="Group 32"/>
          <p:cNvGrpSpPr>
            <a:grpSpLocks/>
          </p:cNvGrpSpPr>
          <p:nvPr/>
        </p:nvGrpSpPr>
        <p:grpSpPr bwMode="auto">
          <a:xfrm>
            <a:off x="3657600" y="5562601"/>
            <a:ext cx="1112838" cy="1065213"/>
            <a:chOff x="1340" y="3552"/>
            <a:chExt cx="701" cy="671"/>
          </a:xfrm>
        </p:grpSpPr>
        <p:sp>
          <p:nvSpPr>
            <p:cNvPr id="36886" name="Text Box 33"/>
            <p:cNvSpPr txBox="1">
              <a:spLocks noChangeArrowheads="1"/>
            </p:cNvSpPr>
            <p:nvPr/>
          </p:nvSpPr>
          <p:spPr bwMode="auto">
            <a:xfrm>
              <a:off x="1340" y="3777"/>
              <a:ext cx="70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000">
                  <a:solidFill>
                    <a:srgbClr val="FF0000"/>
                  </a:solidFill>
                  <a:latin typeface="Arial" panose="020B0604020202020204" pitchFamily="34" charset="0"/>
                </a:rPr>
                <a:t>Nền DC</a:t>
              </a:r>
            </a:p>
            <a:p>
              <a:pPr eaLnBrk="1" hangingPunct="1"/>
              <a:r>
                <a:rPr lang="en-US" sz="2000">
                  <a:solidFill>
                    <a:srgbClr val="FF0000"/>
                  </a:solidFill>
                  <a:latin typeface="Arial" panose="020B0604020202020204" pitchFamily="34" charset="0"/>
                </a:rPr>
                <a:t> chủ nô</a:t>
              </a:r>
            </a:p>
          </p:txBody>
        </p:sp>
        <p:sp>
          <p:nvSpPr>
            <p:cNvPr id="36887" name="Line 34"/>
            <p:cNvSpPr>
              <a:spLocks noChangeShapeType="1"/>
            </p:cNvSpPr>
            <p:nvPr/>
          </p:nvSpPr>
          <p:spPr bwMode="auto">
            <a:xfrm>
              <a:off x="1632"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6874" name="Group 35"/>
          <p:cNvGrpSpPr>
            <a:grpSpLocks/>
          </p:cNvGrpSpPr>
          <p:nvPr/>
        </p:nvGrpSpPr>
        <p:grpSpPr bwMode="auto">
          <a:xfrm>
            <a:off x="4800601" y="5562601"/>
            <a:ext cx="1325563" cy="1012825"/>
            <a:chOff x="2016" y="3552"/>
            <a:chExt cx="835" cy="638"/>
          </a:xfrm>
        </p:grpSpPr>
        <p:sp>
          <p:nvSpPr>
            <p:cNvPr id="36884" name="Text Box 36"/>
            <p:cNvSpPr txBox="1">
              <a:spLocks noChangeArrowheads="1"/>
            </p:cNvSpPr>
            <p:nvPr/>
          </p:nvSpPr>
          <p:spPr bwMode="auto">
            <a:xfrm>
              <a:off x="2016" y="3744"/>
              <a:ext cx="83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2000">
                  <a:latin typeface="Arial" panose="020B0604020202020204" pitchFamily="34" charset="0"/>
                </a:rPr>
                <a:t>Nền </a:t>
              </a:r>
            </a:p>
            <a:p>
              <a:pPr algn="ctr" eaLnBrk="1" hangingPunct="1"/>
              <a:r>
                <a:rPr lang="en-US" sz="2000">
                  <a:latin typeface="Arial" panose="020B0604020202020204" pitchFamily="34" charset="0"/>
                </a:rPr>
                <a:t>quân chủ</a:t>
              </a:r>
            </a:p>
          </p:txBody>
        </p:sp>
        <p:sp>
          <p:nvSpPr>
            <p:cNvPr id="36885" name="Line 37"/>
            <p:cNvSpPr>
              <a:spLocks noChangeShapeType="1"/>
            </p:cNvSpPr>
            <p:nvPr/>
          </p:nvSpPr>
          <p:spPr bwMode="auto">
            <a:xfrm>
              <a:off x="2448"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6875" name="Group 38"/>
          <p:cNvGrpSpPr>
            <a:grpSpLocks/>
          </p:cNvGrpSpPr>
          <p:nvPr/>
        </p:nvGrpSpPr>
        <p:grpSpPr bwMode="auto">
          <a:xfrm>
            <a:off x="6553200" y="5562601"/>
            <a:ext cx="1112838" cy="1089025"/>
            <a:chOff x="3116" y="3552"/>
            <a:chExt cx="701" cy="686"/>
          </a:xfrm>
        </p:grpSpPr>
        <p:sp>
          <p:nvSpPr>
            <p:cNvPr id="36882" name="Text Box 39"/>
            <p:cNvSpPr txBox="1">
              <a:spLocks noChangeArrowheads="1"/>
            </p:cNvSpPr>
            <p:nvPr/>
          </p:nvSpPr>
          <p:spPr bwMode="auto">
            <a:xfrm>
              <a:off x="3116" y="3792"/>
              <a:ext cx="70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000">
                  <a:solidFill>
                    <a:srgbClr val="FF0000"/>
                  </a:solidFill>
                  <a:latin typeface="Arial" panose="020B0604020202020204" pitchFamily="34" charset="0"/>
                </a:rPr>
                <a:t>Nền DC</a:t>
              </a:r>
            </a:p>
            <a:p>
              <a:pPr eaLnBrk="1" hangingPunct="1"/>
              <a:r>
                <a:rPr lang="en-US" sz="2000">
                  <a:solidFill>
                    <a:srgbClr val="FF0000"/>
                  </a:solidFill>
                  <a:latin typeface="Arial" panose="020B0604020202020204" pitchFamily="34" charset="0"/>
                </a:rPr>
                <a:t> tư sản</a:t>
              </a:r>
            </a:p>
          </p:txBody>
        </p:sp>
        <p:sp>
          <p:nvSpPr>
            <p:cNvPr id="36883" name="Line 40"/>
            <p:cNvSpPr>
              <a:spLocks noChangeShapeType="1"/>
            </p:cNvSpPr>
            <p:nvPr/>
          </p:nvSpPr>
          <p:spPr bwMode="auto">
            <a:xfrm>
              <a:off x="3456" y="3552"/>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6876" name="Group 41"/>
          <p:cNvGrpSpPr>
            <a:grpSpLocks/>
          </p:cNvGrpSpPr>
          <p:nvPr/>
        </p:nvGrpSpPr>
        <p:grpSpPr bwMode="auto">
          <a:xfrm>
            <a:off x="7899400" y="5562601"/>
            <a:ext cx="1112838" cy="1065213"/>
            <a:chOff x="4016" y="3504"/>
            <a:chExt cx="701" cy="671"/>
          </a:xfrm>
        </p:grpSpPr>
        <p:sp>
          <p:nvSpPr>
            <p:cNvPr id="36880" name="Text Box 42"/>
            <p:cNvSpPr txBox="1">
              <a:spLocks noChangeArrowheads="1"/>
            </p:cNvSpPr>
            <p:nvPr/>
          </p:nvSpPr>
          <p:spPr bwMode="auto">
            <a:xfrm>
              <a:off x="4016" y="3729"/>
              <a:ext cx="70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sz="2000">
                  <a:solidFill>
                    <a:srgbClr val="FF0000"/>
                  </a:solidFill>
                  <a:latin typeface="Arial" panose="020B0604020202020204" pitchFamily="34" charset="0"/>
                </a:rPr>
                <a:t>Nền DC</a:t>
              </a:r>
            </a:p>
            <a:p>
              <a:pPr eaLnBrk="1" hangingPunct="1"/>
              <a:r>
                <a:rPr lang="en-US" sz="2000">
                  <a:solidFill>
                    <a:srgbClr val="FF0000"/>
                  </a:solidFill>
                  <a:latin typeface="Arial" panose="020B0604020202020204" pitchFamily="34" charset="0"/>
                </a:rPr>
                <a:t> XHCN</a:t>
              </a:r>
            </a:p>
          </p:txBody>
        </p:sp>
        <p:sp>
          <p:nvSpPr>
            <p:cNvPr id="36881" name="Line 43"/>
            <p:cNvSpPr>
              <a:spLocks noChangeShapeType="1"/>
            </p:cNvSpPr>
            <p:nvPr/>
          </p:nvSpPr>
          <p:spPr bwMode="auto">
            <a:xfrm>
              <a:off x="4272" y="3504"/>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99724" name="Text Box 44"/>
          <p:cNvSpPr txBox="1">
            <a:spLocks noChangeArrowheads="1"/>
          </p:cNvSpPr>
          <p:nvPr/>
        </p:nvSpPr>
        <p:spPr bwMode="auto">
          <a:xfrm>
            <a:off x="472967" y="1447800"/>
            <a:ext cx="11366936"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a:r>
              <a:rPr lang="en-US" sz="2400" dirty="0" err="1">
                <a:solidFill>
                  <a:srgbClr val="FF3300"/>
                </a:solidFill>
                <a:latin typeface="Arial" panose="020B0604020202020204" pitchFamily="34" charset="0"/>
              </a:rPr>
              <a:t>Lênin</a:t>
            </a:r>
            <a:r>
              <a:rPr lang="en-US" sz="2400" dirty="0">
                <a:solidFill>
                  <a:srgbClr val="FF3300"/>
                </a:solidFill>
                <a:latin typeface="Arial" panose="020B0604020202020204" pitchFamily="34" charset="0"/>
              </a:rPr>
              <a:t> : </a:t>
            </a:r>
            <a:r>
              <a:rPr lang="en-US" sz="2400" i="1" dirty="0">
                <a:solidFill>
                  <a:srgbClr val="FF3300"/>
                </a:solidFill>
                <a:latin typeface="Arial" panose="020B0604020202020204" pitchFamily="34" charset="0"/>
              </a:rPr>
              <a:t>Con </a:t>
            </a:r>
            <a:r>
              <a:rPr lang="en-US" sz="2400" i="1" dirty="0" err="1">
                <a:solidFill>
                  <a:srgbClr val="FF3300"/>
                </a:solidFill>
                <a:latin typeface="Arial" panose="020B0604020202020204" pitchFamily="34" charset="0"/>
              </a:rPr>
              <a:t>đường</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biện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chứng</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của</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quá</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trình</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phát</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triển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dân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chủ</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là</a:t>
            </a:r>
            <a:r>
              <a:rPr lang="en-US" sz="2400" i="1" dirty="0">
                <a:solidFill>
                  <a:srgbClr val="FF3300"/>
                </a:solidFill>
                <a:latin typeface="Arial" panose="020B0604020202020204" pitchFamily="34" charset="0"/>
              </a:rPr>
              <a:t> “ </a:t>
            </a:r>
            <a:r>
              <a:rPr lang="en-US" sz="2400" i="1" dirty="0" err="1">
                <a:solidFill>
                  <a:srgbClr val="FF3300"/>
                </a:solidFill>
                <a:latin typeface="Arial" panose="020B0604020202020204" pitchFamily="34" charset="0"/>
              </a:rPr>
              <a:t>Từ</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chuyên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chế</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đến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dân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chủ</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tư</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sản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từ</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dân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chủ</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tư</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sản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đến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dân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chủ</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vô</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sản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từ</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dân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chủ</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vô</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sản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đến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không</a:t>
            </a:r>
            <a:r>
              <a:rPr lang="en-US" sz="2400" i="1" dirty="0">
                <a:solidFill>
                  <a:srgbClr val="FF3300"/>
                </a:solidFill>
                <a:latin typeface="Arial" panose="020B0604020202020204" pitchFamily="34" charset="0"/>
              </a:rPr>
              <a:t> </a:t>
            </a:r>
            <a:r>
              <a:rPr lang="en-US" sz="2800" i="1" dirty="0" err="1">
                <a:solidFill>
                  <a:srgbClr val="FF3300"/>
                </a:solidFill>
                <a:latin typeface="Times New Roman" panose="02020603050405020304" pitchFamily="18" charset="0"/>
                <a:cs typeface="Times New Roman" panose="02020603050405020304" pitchFamily="18" charset="0"/>
              </a:rPr>
              <a:t>còn</a:t>
            </a:r>
            <a:r>
              <a:rPr lang="en-US" sz="2800" i="1" dirty="0">
                <a:solidFill>
                  <a:srgbClr val="FF3300"/>
                </a:solidFill>
                <a:latin typeface="Times New Roman" panose="02020603050405020304" pitchFamily="18" charset="0"/>
                <a:cs typeface="Times New Roman" panose="02020603050405020304" pitchFamily="18" charset="0"/>
              </a:rPr>
              <a:t> </a:t>
            </a:r>
            <a:r>
              <a:rPr lang="en-US" sz="2400" i="1" dirty="0" err="1">
                <a:solidFill>
                  <a:srgbClr val="FF3300"/>
                </a:solidFill>
                <a:latin typeface="Arial" panose="020B0604020202020204" pitchFamily="34" charset="0"/>
              </a:rPr>
              <a:t>dân</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chủ</a:t>
            </a:r>
            <a:r>
              <a:rPr lang="en-US" sz="2400" i="1" dirty="0">
                <a:solidFill>
                  <a:srgbClr val="FF3300"/>
                </a:solidFill>
                <a:latin typeface="Arial" panose="020B0604020202020204" pitchFamily="34" charset="0"/>
              </a:rPr>
              <a:t> </a:t>
            </a:r>
            <a:r>
              <a:rPr lang="en-US" sz="2400" i="1" dirty="0" err="1">
                <a:solidFill>
                  <a:srgbClr val="FF3300"/>
                </a:solidFill>
                <a:latin typeface="Arial" panose="020B0604020202020204" pitchFamily="34" charset="0"/>
              </a:rPr>
              <a:t>nữa</a:t>
            </a:r>
            <a:r>
              <a:rPr lang="en-US" sz="2400" i="1" dirty="0">
                <a:solidFill>
                  <a:srgbClr val="FF3300"/>
                </a:solidFill>
                <a:latin typeface="Arial" panose="020B0604020202020204" pitchFamily="34" charset="0"/>
              </a:rPr>
              <a:t>”</a:t>
            </a:r>
            <a:r>
              <a:rPr lang="en-US" sz="2400" i="1" dirty="0">
                <a:solidFill>
                  <a:srgbClr val="000099"/>
                </a:solidFill>
                <a:latin typeface="Arial" panose="020B0604020202020204" pitchFamily="34" charset="0"/>
              </a:rPr>
              <a:t> </a:t>
            </a:r>
          </a:p>
        </p:txBody>
      </p:sp>
      <p:sp>
        <p:nvSpPr>
          <p:cNvPr id="199725" name="Text Box 45"/>
          <p:cNvSpPr txBox="1">
            <a:spLocks noChangeArrowheads="1"/>
          </p:cNvSpPr>
          <p:nvPr/>
        </p:nvSpPr>
        <p:spPr bwMode="auto">
          <a:xfrm>
            <a:off x="2756516" y="457200"/>
            <a:ext cx="7911484" cy="914400"/>
          </a:xfrm>
          <a:prstGeom prst="rect">
            <a:avLst/>
          </a:prstGeom>
          <a:solidFill>
            <a:srgbClr val="CE0000"/>
          </a:solidFill>
          <a:ln w="9525">
            <a:noFill/>
            <a:miter lim="800000"/>
            <a:headEnd/>
            <a:tailEnd/>
          </a:ln>
          <a:effectLst/>
        </p:spPr>
        <p:txBody>
          <a:bodyPr tIns="0" bIns="0" anchor="ctr"/>
          <a:lstStyle/>
          <a:p>
            <a:pPr algn="ctr">
              <a:defRPr/>
            </a:pPr>
            <a:r>
              <a:rPr lang="en-US" sz="2800" dirty="0">
                <a:solidFill>
                  <a:prstClr val="white"/>
                </a:solidFill>
                <a:latin typeface="Times New Roman" pitchFamily="18" charset="0"/>
                <a:cs typeface="Times New Roman" pitchFamily="18" charset="0"/>
              </a:rPr>
              <a:t>SỰ RA ĐỜI CÁC NỀN DÂN CHỦ</a:t>
            </a:r>
            <a:endParaRPr lang="en-US" sz="2800" dirty="0">
              <a:effectLst>
                <a:outerShdw blurRad="38100" dist="38100" dir="2700000" algn="tl">
                  <a:srgbClr val="FFFFFF"/>
                </a:outerShdw>
              </a:effectLst>
              <a:latin typeface="Arial" charset="0"/>
            </a:endParaRPr>
          </a:p>
        </p:txBody>
      </p:sp>
    </p:spTree>
    <p:extLst>
      <p:ext uri="{BB962C8B-B14F-4D97-AF65-F5344CB8AC3E}">
        <p14:creationId xmlns:p14="http://schemas.microsoft.com/office/powerpoint/2010/main" val="33232081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199724"/>
                                        </p:tgtEl>
                                        <p:attrNameLst>
                                          <p:attrName>style.visibility</p:attrName>
                                        </p:attrNameLst>
                                      </p:cBhvr>
                                      <p:to>
                                        <p:strVal val="visible"/>
                                      </p:to>
                                    </p:set>
                                    <p:animEffect transition="in" filter="dissolve">
                                      <p:cBhvr>
                                        <p:cTn id="7" dur="75"/>
                                        <p:tgtEl>
                                          <p:spTgt spid="199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2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A355DB9-D251-4320-B7DB-A9F05C2FFADA}" type="slidenum">
              <a:rPr lang="en-US">
                <a:solidFill>
                  <a:schemeClr val="tx2"/>
                </a:solidFill>
              </a:rPr>
              <a:pPr eaLnBrk="1" hangingPunct="1"/>
              <a:t>29</a:t>
            </a:fld>
            <a:endParaRPr lang="en-US">
              <a:solidFill>
                <a:schemeClr val="tx2"/>
              </a:solidFill>
            </a:endParaRPr>
          </a:p>
        </p:txBody>
      </p:sp>
      <p:sp>
        <p:nvSpPr>
          <p:cNvPr id="264194" name="Text Box 2"/>
          <p:cNvSpPr txBox="1">
            <a:spLocks noChangeArrowheads="1"/>
          </p:cNvSpPr>
          <p:nvPr/>
        </p:nvSpPr>
        <p:spPr bwMode="auto">
          <a:xfrm>
            <a:off x="268013" y="2031124"/>
            <a:ext cx="11540359" cy="2749471"/>
          </a:xfrm>
          <a:prstGeom prst="rect">
            <a:avLst/>
          </a:prstGeom>
          <a:noFill/>
          <a:ln w="9525">
            <a:noFill/>
            <a:miter lim="800000"/>
            <a:headEnd/>
            <a:tailEnd/>
          </a:ln>
          <a:effectLst/>
        </p:spPr>
        <p:txBody>
          <a:bodyPr wrap="square">
            <a:spAutoFit/>
          </a:bodyPr>
          <a:lstStyle/>
          <a:p>
            <a:pPr algn="just">
              <a:lnSpc>
                <a:spcPts val="4000"/>
              </a:lnSpc>
              <a:spcBef>
                <a:spcPct val="25000"/>
              </a:spcBef>
              <a:defRPr/>
            </a:pPr>
            <a:r>
              <a:rPr lang="en-US" sz="2800" dirty="0">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là</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giá</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trị</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xã</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hội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thành</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quả</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đấu</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tranh</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loại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nhằm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khẳng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quyền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dân</a:t>
            </a:r>
            <a:r>
              <a:rPr lang="en-US" sz="2800" dirty="0">
                <a:latin typeface="Times New Roman" panose="02020603050405020304" pitchFamily="18" charset="0"/>
                <a:cs typeface="Times New Roman" panose="02020603050405020304" pitchFamily="18" charset="0"/>
              </a:rPr>
              <a:t>.</a:t>
            </a:r>
          </a:p>
          <a:p>
            <a:pPr algn="just">
              <a:lnSpc>
                <a:spcPts val="4000"/>
              </a:lnSpc>
              <a:spcBef>
                <a:spcPct val="25000"/>
              </a:spcBef>
              <a:buFontTx/>
              <a:buChar char="-"/>
              <a:defRPr/>
            </a:pP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là</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hình</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thức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tổ</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chức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mà</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đặc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trưng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cơ</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bản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là</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thừa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nhận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lực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chính</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trị</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tự</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do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bình</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đẳng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công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thực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hiện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nguyên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tắc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thiểu</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số</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phục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tùng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số</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p>
        </p:txBody>
      </p:sp>
      <p:sp>
        <p:nvSpPr>
          <p:cNvPr id="264196" name="Text Box 4"/>
          <p:cNvSpPr txBox="1">
            <a:spLocks noChangeArrowheads="1"/>
          </p:cNvSpPr>
          <p:nvPr/>
        </p:nvSpPr>
        <p:spPr bwMode="auto">
          <a:xfrm>
            <a:off x="1981200" y="6858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3200" dirty="0">
                <a:solidFill>
                  <a:srgbClr val="FF0000"/>
                </a:solidFill>
                <a:latin typeface="Times New Roman" panose="02020603050405020304" pitchFamily="18" charset="0"/>
                <a:cs typeface="Times New Roman" panose="02020603050405020304" pitchFamily="18" charset="0"/>
              </a:rPr>
              <a:t>KẾT LUẬN</a:t>
            </a:r>
          </a:p>
        </p:txBody>
      </p:sp>
    </p:spTree>
    <p:extLst>
      <p:ext uri="{BB962C8B-B14F-4D97-AF65-F5344CB8AC3E}">
        <p14:creationId xmlns:p14="http://schemas.microsoft.com/office/powerpoint/2010/main" val="12856534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4196"/>
                                        </p:tgtEl>
                                        <p:attrNameLst>
                                          <p:attrName>style.visibility</p:attrName>
                                        </p:attrNameLst>
                                      </p:cBhvr>
                                      <p:to>
                                        <p:strVal val="visible"/>
                                      </p:to>
                                    </p:set>
                                    <p:animEffect transition="in" filter="box(in)">
                                      <p:cBhvr>
                                        <p:cTn id="7" dur="500"/>
                                        <p:tgtEl>
                                          <p:spTgt spid="264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64194">
                                            <p:txEl>
                                              <p:pRg st="0" end="0"/>
                                            </p:txEl>
                                          </p:spTgt>
                                        </p:tgtEl>
                                        <p:attrNameLst>
                                          <p:attrName>style.visibility</p:attrName>
                                        </p:attrNameLst>
                                      </p:cBhvr>
                                      <p:to>
                                        <p:strVal val="visible"/>
                                      </p:to>
                                    </p:set>
                                    <p:animEffect transition="in" filter="box(in)">
                                      <p:cBhvr>
                                        <p:cTn id="12" dur="500"/>
                                        <p:tgtEl>
                                          <p:spTgt spid="26419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64194">
                                            <p:txEl>
                                              <p:pRg st="1" end="1"/>
                                            </p:txEl>
                                          </p:spTgt>
                                        </p:tgtEl>
                                        <p:attrNameLst>
                                          <p:attrName>style.visibility</p:attrName>
                                        </p:attrNameLst>
                                      </p:cBhvr>
                                      <p:to>
                                        <p:strVal val="visible"/>
                                      </p:to>
                                    </p:set>
                                    <p:animEffect transition="in" filter="box(in)">
                                      <p:cBhvr>
                                        <p:cTn id="17" dur="500"/>
                                        <p:tgtEl>
                                          <p:spTgt spid="2641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584F878-D34B-44CF-ACF7-3BCD770B0179}" type="slidenum">
              <a:rPr lang="en-US">
                <a:solidFill>
                  <a:schemeClr val="tx2"/>
                </a:solidFill>
              </a:rPr>
              <a:pPr eaLnBrk="1" hangingPunct="1"/>
              <a:t>30</a:t>
            </a:fld>
            <a:endParaRPr lang="en-US">
              <a:solidFill>
                <a:schemeClr val="tx2"/>
              </a:solidFill>
            </a:endParaRPr>
          </a:p>
        </p:txBody>
      </p:sp>
      <p:sp>
        <p:nvSpPr>
          <p:cNvPr id="263171" name="Text Box 3"/>
          <p:cNvSpPr txBox="1">
            <a:spLocks noChangeArrowheads="1"/>
          </p:cNvSpPr>
          <p:nvPr/>
        </p:nvSpPr>
        <p:spPr bwMode="auto">
          <a:xfrm>
            <a:off x="428296" y="1524000"/>
            <a:ext cx="11335407" cy="2677656"/>
          </a:xfrm>
          <a:prstGeom prst="rect">
            <a:avLst/>
          </a:prstGeom>
          <a:noFill/>
          <a:ln w="9525">
            <a:noFill/>
            <a:miter lim="800000"/>
            <a:headEnd/>
            <a:tailEnd/>
          </a:ln>
          <a:effectLst/>
        </p:spPr>
        <p:txBody>
          <a:bodyPr wrap="square">
            <a:spAutoFit/>
          </a:bodyPr>
          <a:lstStyle/>
          <a:p>
            <a:pPr algn="just">
              <a:lnSpc>
                <a:spcPct val="150000"/>
              </a:lnSpc>
              <a:spcBef>
                <a:spcPct val="25000"/>
              </a:spcBef>
              <a:defRPr/>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phạm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trù</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Trong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các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xã</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hội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có</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giai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cấp</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đối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kháng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lực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thuộc</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về</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giai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cấp</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thống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trị</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nên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mang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bản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chất</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giai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cấp</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thống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trị</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không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có</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nền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nói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chung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nô</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tư</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sản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XHCN).</a:t>
            </a:r>
            <a:endParaRPr lang="en-US" sz="2800" dirty="0">
              <a:latin typeface="Times New Roman" panose="02020603050405020304" pitchFamily="18" charset="0"/>
              <a:cs typeface="Times New Roman" panose="02020603050405020304" pitchFamily="18" charset="0"/>
            </a:endParaRPr>
          </a:p>
        </p:txBody>
      </p:sp>
      <p:pic>
        <p:nvPicPr>
          <p:cNvPr id="38916" name="Picture 4" descr="bee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4840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177" name="Text Box 9"/>
          <p:cNvSpPr txBox="1">
            <a:spLocks noChangeArrowheads="1"/>
          </p:cNvSpPr>
          <p:nvPr/>
        </p:nvSpPr>
        <p:spPr bwMode="auto">
          <a:xfrm>
            <a:off x="428295" y="4201656"/>
            <a:ext cx="1133540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eaLnBrk="1" hangingPunct="1">
              <a:lnSpc>
                <a:spcPct val="150000"/>
              </a:lnSpc>
              <a:spcBef>
                <a:spcPct val="25000"/>
              </a:spcBef>
            </a:pP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Trình</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độ</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thực</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hiện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dân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chủ</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cao</a:t>
            </a:r>
            <a:r>
              <a:rPr lang="en-US" sz="2800" b="0" dirty="0">
                <a:latin typeface="Times New Roman" panose="02020603050405020304" pitchFamily="18" charset="0"/>
                <a:cs typeface="Times New Roman" panose="02020603050405020304" pitchFamily="18" charset="0"/>
              </a:rPr>
              <a:t> hay </a:t>
            </a:r>
            <a:r>
              <a:rPr lang="en-US" sz="2800" b="0" dirty="0" err="1">
                <a:latin typeface="Times New Roman" panose="02020603050405020304" pitchFamily="18" charset="0"/>
                <a:cs typeface="Times New Roman" panose="02020603050405020304" pitchFamily="18" charset="0"/>
              </a:rPr>
              <a:t>thấp</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của</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mỗi</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chế</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độ</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phụ</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thuộc</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vào</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mức</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độ</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khả</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năng</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tham</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gia</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của</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quần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chúng</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nhân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dân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vào</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công</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việc</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của</a:t>
            </a:r>
            <a:r>
              <a:rPr lang="en-US" sz="2800" b="0" dirty="0">
                <a:latin typeface="Times New Roman" panose="02020603050405020304" pitchFamily="18" charset="0"/>
                <a:cs typeface="Times New Roman" panose="02020603050405020304" pitchFamily="18" charset="0"/>
              </a:rPr>
              <a:t> NN </a:t>
            </a:r>
            <a:r>
              <a:rPr lang="en-US" sz="2800" b="0" dirty="0" err="1">
                <a:latin typeface="Times New Roman" panose="02020603050405020304" pitchFamily="18" charset="0"/>
                <a:cs typeface="Times New Roman" panose="02020603050405020304" pitchFamily="18" charset="0"/>
              </a:rPr>
              <a:t>và</a:t>
            </a:r>
            <a:r>
              <a:rPr lang="en-US" sz="2800" b="0" dirty="0">
                <a:latin typeface="Times New Roman" panose="02020603050405020304" pitchFamily="18" charset="0"/>
                <a:cs typeface="Times New Roman" panose="02020603050405020304" pitchFamily="18" charset="0"/>
              </a:rPr>
              <a:t> XH.</a:t>
            </a:r>
          </a:p>
        </p:txBody>
      </p:sp>
      <p:sp>
        <p:nvSpPr>
          <p:cNvPr id="6" name="Text Box 4"/>
          <p:cNvSpPr txBox="1">
            <a:spLocks noChangeArrowheads="1"/>
          </p:cNvSpPr>
          <p:nvPr/>
        </p:nvSpPr>
        <p:spPr bwMode="auto">
          <a:xfrm>
            <a:off x="1981200" y="6858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US" sz="3200" dirty="0">
                <a:solidFill>
                  <a:srgbClr val="FF0000"/>
                </a:solidFill>
                <a:latin typeface="Times New Roman" panose="02020603050405020304" pitchFamily="18" charset="0"/>
                <a:cs typeface="Times New Roman" panose="02020603050405020304" pitchFamily="18" charset="0"/>
              </a:rPr>
              <a:t>KẾT LUẬN</a:t>
            </a:r>
          </a:p>
        </p:txBody>
      </p:sp>
    </p:spTree>
    <p:extLst>
      <p:ext uri="{BB962C8B-B14F-4D97-AF65-F5344CB8AC3E}">
        <p14:creationId xmlns:p14="http://schemas.microsoft.com/office/powerpoint/2010/main" val="1236661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3171"/>
                                        </p:tgtEl>
                                        <p:attrNameLst>
                                          <p:attrName>style.visibility</p:attrName>
                                        </p:attrNameLst>
                                      </p:cBhvr>
                                      <p:to>
                                        <p:strVal val="visible"/>
                                      </p:to>
                                    </p:set>
                                    <p:animEffect transition="in" filter="box(in)">
                                      <p:cBhvr>
                                        <p:cTn id="7" dur="500"/>
                                        <p:tgtEl>
                                          <p:spTgt spid="263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63177"/>
                                        </p:tgtEl>
                                        <p:attrNameLst>
                                          <p:attrName>style.visibility</p:attrName>
                                        </p:attrNameLst>
                                      </p:cBhvr>
                                      <p:to>
                                        <p:strVal val="visible"/>
                                      </p:to>
                                    </p:set>
                                    <p:animEffect transition="in" filter="box(in)">
                                      <p:cBhvr>
                                        <p:cTn id="12" dur="500"/>
                                        <p:tgtEl>
                                          <p:spTgt spid="26317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p:bldP spid="263177"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15F8EFF-F66D-4827-893A-681BD7C10543}" type="slidenum">
              <a:rPr lang="en-US" altLang="en-US">
                <a:solidFill>
                  <a:schemeClr val="tx2"/>
                </a:solidFill>
              </a:rPr>
              <a:pPr eaLnBrk="1" hangingPunct="1"/>
              <a:t>31</a:t>
            </a:fld>
            <a:endParaRPr lang="en-US" altLang="en-US">
              <a:solidFill>
                <a:schemeClr val="tx2"/>
              </a:solidFill>
            </a:endParaRPr>
          </a:p>
        </p:txBody>
      </p:sp>
      <p:sp>
        <p:nvSpPr>
          <p:cNvPr id="178179" name="Text Box 3"/>
          <p:cNvSpPr txBox="1">
            <a:spLocks noChangeArrowheads="1"/>
          </p:cNvSpPr>
          <p:nvPr/>
        </p:nvSpPr>
        <p:spPr bwMode="auto">
          <a:xfrm>
            <a:off x="388883" y="1516697"/>
            <a:ext cx="11414234" cy="4201150"/>
          </a:xfrm>
          <a:prstGeom prst="rect">
            <a:avLst/>
          </a:prstGeom>
          <a:noFill/>
          <a:ln w="9525">
            <a:noFill/>
            <a:miter lim="800000"/>
            <a:headEnd/>
            <a:tailEnd/>
          </a:ln>
          <a:effectLst/>
        </p:spPr>
        <p:txBody>
          <a:bodyPr wrap="square">
            <a:spAutoFit/>
          </a:bodyPr>
          <a:lstStyle/>
          <a:p>
            <a:pPr algn="just">
              <a:lnSpc>
                <a:spcPct val="150000"/>
              </a:lnSpc>
              <a:spcBef>
                <a:spcPts val="600"/>
              </a:spcBef>
              <a:defRPr/>
            </a:pP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Sự</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ra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đời</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a:t>
            </a:r>
          </a:p>
          <a:p>
            <a:pPr algn="just">
              <a:lnSpc>
                <a:spcPct val="150000"/>
              </a:lnSpc>
              <a:spcBef>
                <a:spcPts val="600"/>
              </a:spcBef>
              <a:buFont typeface="Arial" pitchFamily="34" charset="0"/>
              <a:buChar char="•"/>
              <a:defRPr/>
            </a:pPr>
            <a:r>
              <a:rPr lang="en-US" sz="2800" i="1" dirty="0">
                <a:solidFill>
                  <a:srgbClr val="6600CC"/>
                </a:solidFill>
                <a:latin typeface="Times New Roman" panose="02020603050405020304" pitchFamily="18" charset="0"/>
                <a:cs typeface="Times New Roman" panose="02020603050405020304" pitchFamily="18" charset="0"/>
              </a:rPr>
              <a:t> </a:t>
            </a:r>
            <a:r>
              <a:rPr lang="en-US" sz="2800" i="1" dirty="0" err="1">
                <a:solidFill>
                  <a:srgbClr val="6600CC"/>
                </a:solidFill>
                <a:latin typeface="Times New Roman" panose="02020603050405020304" pitchFamily="18" charset="0"/>
                <a:cs typeface="Times New Roman" panose="02020603050405020304" pitchFamily="18" charset="0"/>
              </a:rPr>
              <a:t>Giai</a:t>
            </a:r>
            <a:r>
              <a:rPr lang="en-US" sz="2800" i="1" dirty="0">
                <a:solidFill>
                  <a:srgbClr val="6600CC"/>
                </a:solidFill>
                <a:latin typeface="Times New Roman" panose="02020603050405020304" pitchFamily="18" charset="0"/>
                <a:cs typeface="Times New Roman" panose="02020603050405020304" pitchFamily="18" charset="0"/>
              </a:rPr>
              <a:t> </a:t>
            </a:r>
            <a:r>
              <a:rPr lang="en-US" sz="2800" i="1" dirty="0" err="1">
                <a:solidFill>
                  <a:srgbClr val="6600CC"/>
                </a:solidFill>
                <a:latin typeface="Times New Roman" panose="02020603050405020304" pitchFamily="18" charset="0"/>
                <a:cs typeface="Times New Roman" panose="02020603050405020304" pitchFamily="18" charset="0"/>
              </a:rPr>
              <a:t>đoạn</a:t>
            </a:r>
            <a:r>
              <a:rPr lang="en-US" sz="2800" i="1" dirty="0">
                <a:solidFill>
                  <a:srgbClr val="6600CC"/>
                </a:solidFill>
                <a:latin typeface="Times New Roman" panose="02020603050405020304" pitchFamily="18" charset="0"/>
                <a:cs typeface="Times New Roman" panose="02020603050405020304" pitchFamily="18" charset="0"/>
              </a:rPr>
              <a:t> 1:</a:t>
            </a:r>
            <a:r>
              <a:rPr lang="en-US" sz="2800" dirty="0">
                <a:latin typeface="Times New Roman" panose="02020603050405020304" pitchFamily="18" charset="0"/>
                <a:cs typeface="Times New Roman" panose="02020603050405020304" pitchFamily="18" charset="0"/>
              </a:rPr>
              <a:t> GCCN </a:t>
            </a:r>
            <a:r>
              <a:rPr lang="en-US" sz="2800" dirty="0" err="1">
                <a:latin typeface="Times New Roman" panose="02020603050405020304" pitchFamily="18" charset="0"/>
                <a:cs typeface="Times New Roman" panose="02020603050405020304" pitchFamily="18" charset="0"/>
              </a:rPr>
              <a:t>làm</a:t>
            </a:r>
            <a:r>
              <a:rPr lang="en-US" sz="2800" dirty="0">
                <a:latin typeface="Times New Roman" panose="02020603050405020304" pitchFamily="18" charset="0"/>
                <a:cs typeface="Times New Roman" panose="02020603050405020304" pitchFamily="18" charset="0"/>
              </a:rPr>
              <a:t> CM </a:t>
            </a:r>
            <a:r>
              <a:rPr lang="en-US" sz="2800" dirty="0" err="1">
                <a:latin typeface="Times New Roman" panose="02020603050405020304" pitchFamily="18" charset="0"/>
                <a:cs typeface="Times New Roman" panose="02020603050405020304" pitchFamily="18" charset="0"/>
              </a:rPr>
              <a:t>giành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lấy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chủ</a:t>
            </a:r>
            <a:endParaRPr lang="en-US" sz="2800" dirty="0">
              <a:latin typeface="Times New Roman" panose="02020603050405020304" pitchFamily="18" charset="0"/>
              <a:cs typeface="Times New Roman" panose="02020603050405020304" pitchFamily="18" charset="0"/>
            </a:endParaRPr>
          </a:p>
          <a:p>
            <a:pPr algn="just">
              <a:lnSpc>
                <a:spcPct val="150000"/>
              </a:lnSpc>
              <a:spcBef>
                <a:spcPts val="600"/>
              </a:spcBef>
              <a:buFont typeface="Arial" pitchFamily="34" charset="0"/>
              <a:buChar char="•"/>
              <a:defRPr/>
            </a:pPr>
            <a:r>
              <a:rPr lang="en-US" sz="2800" i="1" dirty="0">
                <a:solidFill>
                  <a:srgbClr val="6600CC"/>
                </a:solidFill>
                <a:latin typeface="Times New Roman" panose="02020603050405020304" pitchFamily="18" charset="0"/>
                <a:cs typeface="Times New Roman" panose="02020603050405020304" pitchFamily="18" charset="0"/>
              </a:rPr>
              <a:t> </a:t>
            </a:r>
            <a:r>
              <a:rPr lang="en-US" sz="2800" i="1" dirty="0" err="1">
                <a:solidFill>
                  <a:srgbClr val="6600CC"/>
                </a:solidFill>
                <a:latin typeface="Times New Roman" panose="02020603050405020304" pitchFamily="18" charset="0"/>
                <a:cs typeface="Times New Roman" panose="02020603050405020304" pitchFamily="18" charset="0"/>
              </a:rPr>
              <a:t>Giai</a:t>
            </a:r>
            <a:r>
              <a:rPr lang="en-US" sz="2800" i="1" dirty="0">
                <a:solidFill>
                  <a:srgbClr val="6600CC"/>
                </a:solidFill>
                <a:latin typeface="Times New Roman" panose="02020603050405020304" pitchFamily="18" charset="0"/>
                <a:cs typeface="Times New Roman" panose="02020603050405020304" pitchFamily="18" charset="0"/>
              </a:rPr>
              <a:t> </a:t>
            </a:r>
            <a:r>
              <a:rPr lang="en-US" sz="2800" i="1" dirty="0" err="1">
                <a:solidFill>
                  <a:srgbClr val="6600CC"/>
                </a:solidFill>
                <a:latin typeface="Times New Roman" panose="02020603050405020304" pitchFamily="18" charset="0"/>
                <a:cs typeface="Times New Roman" panose="02020603050405020304" pitchFamily="18" charset="0"/>
              </a:rPr>
              <a:t>đoạn</a:t>
            </a:r>
            <a:r>
              <a:rPr lang="en-US" sz="2800" i="1" dirty="0">
                <a:solidFill>
                  <a:srgbClr val="6600CC"/>
                </a:solidFill>
                <a:latin typeface="Times New Roman" panose="02020603050405020304" pitchFamily="18" charset="0"/>
                <a:cs typeface="Times New Roman" panose="02020603050405020304" pitchFamily="18" charset="0"/>
              </a:rPr>
              <a:t> 2: </a:t>
            </a:r>
            <a:r>
              <a:rPr lang="en-US" sz="2800" dirty="0">
                <a:latin typeface="Times New Roman" panose="02020603050405020304" pitchFamily="18" charset="0"/>
                <a:cs typeface="Times New Roman" panose="02020603050405020304" pitchFamily="18" charset="0"/>
              </a:rPr>
              <a:t>GCCN </a:t>
            </a:r>
            <a:r>
              <a:rPr lang="en-US" sz="2800" dirty="0" err="1">
                <a:latin typeface="Times New Roman" panose="02020603050405020304" pitchFamily="18" charset="0"/>
                <a:cs typeface="Times New Roman" panose="02020603050405020304" pitchFamily="18" charset="0"/>
              </a:rPr>
              <a:t>dùng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tổ</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chức</a:t>
            </a:r>
            <a:r>
              <a:rPr lang="en-US" sz="2800" dirty="0">
                <a:latin typeface="Times New Roman" panose="02020603050405020304" pitchFamily="18" charset="0"/>
                <a:cs typeface="Times New Roman" panose="02020603050405020304" pitchFamily="18" charset="0"/>
              </a:rPr>
              <a:t> NN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GCCN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ND </a:t>
            </a:r>
            <a:r>
              <a:rPr lang="en-US" sz="2800" dirty="0" err="1">
                <a:latin typeface="Times New Roman" panose="02020603050405020304" pitchFamily="18" charset="0"/>
                <a:cs typeface="Times New Roman" panose="02020603050405020304" pitchFamily="18" charset="0"/>
              </a:rPr>
              <a:t>lao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 NN XHCN</a:t>
            </a:r>
          </a:p>
          <a:p>
            <a:pPr algn="just">
              <a:lnSpc>
                <a:spcPct val="150000"/>
              </a:lnSpc>
              <a:spcBef>
                <a:spcPts val="600"/>
              </a:spcBef>
              <a:buFont typeface="Arial" pitchFamily="34" charset="0"/>
              <a:buChar char="•"/>
              <a:defRPr/>
            </a:pP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ra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đời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từ</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sau</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thắng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lợi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cách</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mạng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tháng</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Mười</a:t>
            </a:r>
            <a:r>
              <a:rPr 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Nga (1917)</a:t>
            </a:r>
          </a:p>
        </p:txBody>
      </p:sp>
      <p:pic>
        <p:nvPicPr>
          <p:cNvPr id="39940" name="Picture 5" descr="bee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4840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806262" y="536027"/>
            <a:ext cx="5804338" cy="701859"/>
          </a:xfrm>
          <a:prstGeom prst="rect">
            <a:avLst/>
          </a:prstGeom>
          <a:noFill/>
        </p:spPr>
        <p:txBody>
          <a:bodyPr wrap="square" rtlCol="0">
            <a:spAutoFit/>
          </a:bodyPr>
          <a:lstStyle/>
          <a:p>
            <a:pPr algn="just">
              <a:lnSpc>
                <a:spcPct val="150000"/>
              </a:lnSpc>
              <a:spcBef>
                <a:spcPts val="600"/>
              </a:spcBef>
              <a:defRPr/>
            </a:pPr>
            <a:r>
              <a:rPr lang="en-US" sz="3000" b="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4.1.2. Dân chủ XHCN</a:t>
            </a:r>
            <a:endParaRPr lang="en-US" sz="3000" b="1"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020497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9">
                                            <p:txEl>
                                              <p:pRg st="1" end="1"/>
                                            </p:txEl>
                                          </p:spTgt>
                                        </p:tgtEl>
                                        <p:attrNameLst>
                                          <p:attrName>style.visibility</p:attrName>
                                        </p:attrNameLst>
                                      </p:cBhvr>
                                      <p:to>
                                        <p:strVal val="visible"/>
                                      </p:to>
                                    </p:set>
                                    <p:animEffect transition="in" filter="box(in)">
                                      <p:cBhvr>
                                        <p:cTn id="7" dur="500"/>
                                        <p:tgtEl>
                                          <p:spTgt spid="1781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78179">
                                            <p:txEl>
                                              <p:pRg st="0" end="0"/>
                                            </p:txEl>
                                          </p:spTgt>
                                        </p:tgtEl>
                                        <p:attrNameLst>
                                          <p:attrName>style.visibility</p:attrName>
                                        </p:attrNameLst>
                                      </p:cBhvr>
                                      <p:to>
                                        <p:strVal val="visible"/>
                                      </p:to>
                                    </p:set>
                                    <p:animEffect transition="in" filter="box(in)">
                                      <p:cBhvr>
                                        <p:cTn id="12" dur="500"/>
                                        <p:tgtEl>
                                          <p:spTgt spid="17817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8179">
                                            <p:txEl>
                                              <p:pRg st="2" end="2"/>
                                            </p:txEl>
                                          </p:spTgt>
                                        </p:tgtEl>
                                        <p:attrNameLst>
                                          <p:attrName>style.visibility</p:attrName>
                                        </p:attrNameLst>
                                      </p:cBhvr>
                                      <p:to>
                                        <p:strVal val="visible"/>
                                      </p:to>
                                    </p:set>
                                    <p:animEffect transition="in" filter="box(in)">
                                      <p:cBhvr>
                                        <p:cTn id="17" dur="500"/>
                                        <p:tgtEl>
                                          <p:spTgt spid="1781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78179">
                                            <p:txEl>
                                              <p:pRg st="3" end="3"/>
                                            </p:txEl>
                                          </p:spTgt>
                                        </p:tgtEl>
                                        <p:attrNameLst>
                                          <p:attrName>style.visibility</p:attrName>
                                        </p:attrNameLst>
                                      </p:cBhvr>
                                      <p:to>
                                        <p:strVal val="visible"/>
                                      </p:to>
                                    </p:set>
                                    <p:animEffect transition="in" filter="box(in)">
                                      <p:cBhvr>
                                        <p:cTn id="22" dur="500"/>
                                        <p:tgtEl>
                                          <p:spTgt spid="1781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A906464-2EDE-4A58-8C48-FD9F848D2A4D}" type="slidenum">
              <a:rPr lang="en-US" altLang="en-US">
                <a:solidFill>
                  <a:schemeClr val="tx2"/>
                </a:solidFill>
              </a:rPr>
              <a:pPr eaLnBrk="1" hangingPunct="1"/>
              <a:t>32</a:t>
            </a:fld>
            <a:endParaRPr lang="en-US" altLang="en-US">
              <a:solidFill>
                <a:schemeClr val="tx2"/>
              </a:solidFill>
            </a:endParaRPr>
          </a:p>
        </p:txBody>
      </p:sp>
      <p:sp>
        <p:nvSpPr>
          <p:cNvPr id="178178" name="Text Box 2"/>
          <p:cNvSpPr txBox="1">
            <a:spLocks noChangeArrowheads="1"/>
          </p:cNvSpPr>
          <p:nvPr/>
        </p:nvSpPr>
        <p:spPr bwMode="auto">
          <a:xfrm>
            <a:off x="362606" y="1489842"/>
            <a:ext cx="11445766" cy="3554819"/>
          </a:xfrm>
          <a:prstGeom prst="rect">
            <a:avLst/>
          </a:prstGeom>
          <a:noFill/>
          <a:ln w="9525">
            <a:noFill/>
            <a:miter lim="800000"/>
            <a:headEnd/>
            <a:tailEnd/>
          </a:ln>
          <a:effectLst/>
        </p:spPr>
        <p:txBody>
          <a:bodyPr wrap="square">
            <a:spAutoFit/>
          </a:bodyPr>
          <a:lstStyle/>
          <a:p>
            <a:pPr algn="just">
              <a:lnSpc>
                <a:spcPct val="150000"/>
              </a:lnSpc>
              <a:spcBef>
                <a:spcPts val="600"/>
              </a:spcBef>
              <a:defRPr/>
            </a:pP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Bản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chất</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nền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a:t>
            </a:r>
          </a:p>
          <a:p>
            <a:pPr marL="457200" indent="-457200" algn="just">
              <a:lnSpc>
                <a:spcPct val="150000"/>
              </a:lnSpc>
              <a:spcBef>
                <a:spcPts val="600"/>
              </a:spcBef>
              <a:buFont typeface="Wingdings" pitchFamily="2" charset="2"/>
              <a:buChar char="§"/>
              <a:defRPr/>
            </a:pPr>
            <a:r>
              <a:rPr lang="en-US" sz="2800" i="1" dirty="0" err="1">
                <a:solidFill>
                  <a:srgbClr val="002060"/>
                </a:solidFill>
                <a:latin typeface="Times New Roman" pitchFamily="18" charset="0"/>
                <a:cs typeface="Times New Roman" pitchFamily="18" charset="0"/>
              </a:rPr>
              <a:t>Là</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thủ</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tiêu</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tình</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trạng</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áp</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bức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giai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cấp</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dân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tộc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giải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phóng</a:t>
            </a:r>
            <a:r>
              <a:rPr lang="en-US" sz="2800" i="1" dirty="0">
                <a:solidFill>
                  <a:srgbClr val="002060"/>
                </a:solidFill>
                <a:latin typeface="Times New Roman" pitchFamily="18" charset="0"/>
                <a:cs typeface="Times New Roman" pitchFamily="18" charset="0"/>
              </a:rPr>
              <a:t> con </a:t>
            </a:r>
            <a:r>
              <a:rPr lang="en-US" sz="2800" i="1" dirty="0" err="1">
                <a:solidFill>
                  <a:srgbClr val="002060"/>
                </a:solidFill>
                <a:latin typeface="Times New Roman" pitchFamily="18" charset="0"/>
                <a:cs typeface="Times New Roman" pitchFamily="18" charset="0"/>
              </a:rPr>
              <a:t>người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một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cách</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triệt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để</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toàn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diện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thực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hiện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quyền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tự</a:t>
            </a:r>
            <a:r>
              <a:rPr lang="en-US" sz="2800" i="1" dirty="0">
                <a:solidFill>
                  <a:srgbClr val="002060"/>
                </a:solidFill>
                <a:latin typeface="Times New Roman" pitchFamily="18" charset="0"/>
                <a:cs typeface="Times New Roman" pitchFamily="18" charset="0"/>
              </a:rPr>
              <a:t> do, </a:t>
            </a:r>
            <a:r>
              <a:rPr lang="en-US" sz="2800" i="1" dirty="0" err="1">
                <a:solidFill>
                  <a:srgbClr val="002060"/>
                </a:solidFill>
                <a:latin typeface="Times New Roman" pitchFamily="18" charset="0"/>
                <a:cs typeface="Times New Roman" pitchFamily="18" charset="0"/>
              </a:rPr>
              <a:t>bình</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đẳng</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của</a:t>
            </a:r>
            <a:r>
              <a:rPr lang="en-US" sz="2800" i="1" dirty="0">
                <a:solidFill>
                  <a:srgbClr val="002060"/>
                </a:solidFill>
                <a:latin typeface="Times New Roman" pitchFamily="18" charset="0"/>
                <a:cs typeface="Times New Roman" pitchFamily="18" charset="0"/>
              </a:rPr>
              <a:t> con </a:t>
            </a:r>
            <a:r>
              <a:rPr lang="en-US" sz="2800" i="1" dirty="0" err="1">
                <a:solidFill>
                  <a:srgbClr val="002060"/>
                </a:solidFill>
                <a:latin typeface="Times New Roman" pitchFamily="18" charset="0"/>
                <a:cs typeface="Times New Roman" pitchFamily="18" charset="0"/>
              </a:rPr>
              <a:t>người</a:t>
            </a:r>
            <a:r>
              <a:rPr lang="en-US" sz="2800" i="1" dirty="0">
                <a:solidFill>
                  <a:srgbClr val="002060"/>
                </a:solidFill>
                <a:latin typeface="Times New Roman" pitchFamily="18" charset="0"/>
                <a:cs typeface="Times New Roman" pitchFamily="18" charset="0"/>
              </a:rPr>
              <a:t>.</a:t>
            </a:r>
          </a:p>
          <a:p>
            <a:pPr marL="457200" indent="-457200" algn="just">
              <a:lnSpc>
                <a:spcPct val="150000"/>
              </a:lnSpc>
              <a:spcBef>
                <a:spcPts val="600"/>
              </a:spcBef>
              <a:buFont typeface="Wingdings" pitchFamily="2" charset="2"/>
              <a:buChar char="§"/>
              <a:defRPr/>
            </a:pPr>
            <a:r>
              <a:rPr lang="en-US" sz="2800" i="1" dirty="0" err="1">
                <a:solidFill>
                  <a:srgbClr val="002060"/>
                </a:solidFill>
                <a:latin typeface="Times New Roman" pitchFamily="18" charset="0"/>
                <a:cs typeface="Times New Roman" pitchFamily="18" charset="0"/>
              </a:rPr>
              <a:t>Đảm</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bảo</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quyền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lực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thực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sự</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thuộc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về</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nhân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dân</a:t>
            </a:r>
            <a:endParaRPr lang="en-US" sz="2800" i="1" dirty="0">
              <a:solidFill>
                <a:srgbClr val="002060"/>
              </a:solidFill>
              <a:latin typeface="Times New Roman" pitchFamily="18" charset="0"/>
              <a:cs typeface="Times New Roman" pitchFamily="18" charset="0"/>
            </a:endParaRPr>
          </a:p>
          <a:p>
            <a:pPr marL="457200" indent="-457200" algn="just">
              <a:lnSpc>
                <a:spcPct val="150000"/>
              </a:lnSpc>
              <a:spcBef>
                <a:spcPts val="600"/>
              </a:spcBef>
              <a:buFont typeface="Wingdings" pitchFamily="2" charset="2"/>
              <a:buChar char="§"/>
              <a:defRPr/>
            </a:pPr>
            <a:r>
              <a:rPr lang="en-US" sz="2800" i="1" dirty="0" err="1">
                <a:solidFill>
                  <a:srgbClr val="002060"/>
                </a:solidFill>
                <a:latin typeface="Times New Roman" pitchFamily="18" charset="0"/>
                <a:cs typeface="Times New Roman" pitchFamily="18" charset="0"/>
              </a:rPr>
              <a:t>Bản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chất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dân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chủ</a:t>
            </a:r>
            <a:r>
              <a:rPr lang="en-US" sz="2800" i="1" dirty="0">
                <a:solidFill>
                  <a:srgbClr val="002060"/>
                </a:solidFill>
                <a:latin typeface="Times New Roman" pitchFamily="18" charset="0"/>
                <a:cs typeface="Times New Roman" pitchFamily="18" charset="0"/>
              </a:rPr>
              <a:t> XHCN </a:t>
            </a:r>
            <a:r>
              <a:rPr lang="en-US" sz="2800" i="1" dirty="0" err="1">
                <a:solidFill>
                  <a:srgbClr val="002060"/>
                </a:solidFill>
                <a:latin typeface="Times New Roman" pitchFamily="18" charset="0"/>
                <a:cs typeface="Times New Roman" pitchFamily="18" charset="0"/>
              </a:rPr>
              <a:t>thể</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hiện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trên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các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khía</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cạnh</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sau</a:t>
            </a:r>
            <a:r>
              <a:rPr lang="en-US" sz="2800" i="1" dirty="0">
                <a:solidFill>
                  <a:srgbClr val="002060"/>
                </a:solidFill>
                <a:latin typeface="Times New Roman" pitchFamily="18" charset="0"/>
                <a:cs typeface="Times New Roman" pitchFamily="18" charset="0"/>
              </a:rPr>
              <a:t>: </a:t>
            </a:r>
          </a:p>
        </p:txBody>
      </p:sp>
    </p:spTree>
    <p:extLst>
      <p:ext uri="{BB962C8B-B14F-4D97-AF65-F5344CB8AC3E}">
        <p14:creationId xmlns:p14="http://schemas.microsoft.com/office/powerpoint/2010/main" val="238396080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8178">
                                            <p:txEl>
                                              <p:pRg st="1" end="1"/>
                                            </p:txEl>
                                          </p:spTgt>
                                        </p:tgtEl>
                                        <p:attrNameLst>
                                          <p:attrName>style.visibility</p:attrName>
                                        </p:attrNameLst>
                                      </p:cBhvr>
                                      <p:to>
                                        <p:strVal val="visible"/>
                                      </p:to>
                                    </p:set>
                                    <p:animEffect transition="in" filter="box(in)">
                                      <p:cBhvr>
                                        <p:cTn id="12" dur="500"/>
                                        <p:tgtEl>
                                          <p:spTgt spid="1781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8178">
                                            <p:txEl>
                                              <p:pRg st="2" end="2"/>
                                            </p:txEl>
                                          </p:spTgt>
                                        </p:tgtEl>
                                        <p:attrNameLst>
                                          <p:attrName>style.visibility</p:attrName>
                                        </p:attrNameLst>
                                      </p:cBhvr>
                                      <p:to>
                                        <p:strVal val="visible"/>
                                      </p:to>
                                    </p:set>
                                    <p:animEffect transition="in" filter="box(in)">
                                      <p:cBhvr>
                                        <p:cTn id="17" dur="500"/>
                                        <p:tgtEl>
                                          <p:spTgt spid="1781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78178">
                                            <p:txEl>
                                              <p:pRg st="3" end="3"/>
                                            </p:txEl>
                                          </p:spTgt>
                                        </p:tgtEl>
                                        <p:attrNameLst>
                                          <p:attrName>style.visibility</p:attrName>
                                        </p:attrNameLst>
                                      </p:cBhvr>
                                      <p:to>
                                        <p:strVal val="visible"/>
                                      </p:to>
                                    </p:set>
                                    <p:animEffect transition="in" filter="box(in)">
                                      <p:cBhvr>
                                        <p:cTn id="22" dur="500"/>
                                        <p:tgtEl>
                                          <p:spTgt spid="1781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9CAA8366-4E82-40F7-855F-6AE5A297ACE3}" type="slidenum">
              <a:rPr lang="en-US">
                <a:solidFill>
                  <a:srgbClr val="FFFFFF"/>
                </a:solidFill>
              </a:rPr>
              <a:pPr eaLnBrk="1" hangingPunct="1">
                <a:lnSpc>
                  <a:spcPct val="80000"/>
                </a:lnSpc>
              </a:pPr>
              <a:t>33</a:t>
            </a:fld>
            <a:endParaRPr lang="en-US">
              <a:solidFill>
                <a:srgbClr val="FFFFFF"/>
              </a:solidFill>
            </a:endParaRPr>
          </a:p>
        </p:txBody>
      </p:sp>
      <p:sp>
        <p:nvSpPr>
          <p:cNvPr id="176132" name="Text Box 4"/>
          <p:cNvSpPr txBox="1">
            <a:spLocks noChangeArrowheads="1"/>
          </p:cNvSpPr>
          <p:nvPr/>
        </p:nvSpPr>
        <p:spPr bwMode="auto">
          <a:xfrm>
            <a:off x="2062656" y="447456"/>
            <a:ext cx="9903371"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itchFamily="34" charset="0"/>
                <a:cs typeface="Arial" charset="0"/>
              </a:defRPr>
            </a:lvl1pPr>
            <a:lvl2pPr marL="742950" indent="-285750" eaLnBrk="0" hangingPunct="0">
              <a:defRPr b="1">
                <a:solidFill>
                  <a:schemeClr val="tx1"/>
                </a:solidFill>
                <a:latin typeface="Verdana" pitchFamily="34" charset="0"/>
                <a:cs typeface="Arial" charset="0"/>
              </a:defRPr>
            </a:lvl2pPr>
            <a:lvl3pPr marL="1143000" indent="-228600" eaLnBrk="0" hangingPunct="0">
              <a:defRPr b="1">
                <a:solidFill>
                  <a:schemeClr val="tx1"/>
                </a:solidFill>
                <a:latin typeface="Verdana" pitchFamily="34" charset="0"/>
                <a:cs typeface="Arial" charset="0"/>
              </a:defRPr>
            </a:lvl3pPr>
            <a:lvl4pPr marL="1600200" indent="-228600" eaLnBrk="0" hangingPunct="0">
              <a:defRPr b="1">
                <a:solidFill>
                  <a:schemeClr val="tx1"/>
                </a:solidFill>
                <a:latin typeface="Verdana" pitchFamily="34" charset="0"/>
                <a:cs typeface="Arial" charset="0"/>
              </a:defRPr>
            </a:lvl4pPr>
            <a:lvl5pPr marL="2057400" indent="-228600" eaLnBrk="0" hangingPunct="0">
              <a:defRPr b="1">
                <a:solidFill>
                  <a:schemeClr val="tx1"/>
                </a:solidFill>
                <a:latin typeface="Verdana" pitchFamily="34" charset="0"/>
                <a:cs typeface="Arial" charset="0"/>
              </a:defRPr>
            </a:lvl5pPr>
            <a:lvl6pPr marL="2514600" indent="-228600" eaLnBrk="0" fontAlgn="base" hangingPunct="0">
              <a:spcBef>
                <a:spcPct val="0"/>
              </a:spcBef>
              <a:spcAft>
                <a:spcPct val="0"/>
              </a:spcAft>
              <a:defRPr b="1">
                <a:solidFill>
                  <a:schemeClr val="tx1"/>
                </a:solidFill>
                <a:latin typeface="Verdana" pitchFamily="34" charset="0"/>
                <a:cs typeface="Arial" charset="0"/>
              </a:defRPr>
            </a:lvl6pPr>
            <a:lvl7pPr marL="2971800" indent="-228600" eaLnBrk="0" fontAlgn="base" hangingPunct="0">
              <a:spcBef>
                <a:spcPct val="0"/>
              </a:spcBef>
              <a:spcAft>
                <a:spcPct val="0"/>
              </a:spcAft>
              <a:defRPr b="1">
                <a:solidFill>
                  <a:schemeClr val="tx1"/>
                </a:solidFill>
                <a:latin typeface="Verdana" pitchFamily="34" charset="0"/>
                <a:cs typeface="Arial" charset="0"/>
              </a:defRPr>
            </a:lvl7pPr>
            <a:lvl8pPr marL="3429000" indent="-228600" eaLnBrk="0" fontAlgn="base" hangingPunct="0">
              <a:spcBef>
                <a:spcPct val="0"/>
              </a:spcBef>
              <a:spcAft>
                <a:spcPct val="0"/>
              </a:spcAft>
              <a:defRPr b="1">
                <a:solidFill>
                  <a:schemeClr val="tx1"/>
                </a:solidFill>
                <a:latin typeface="Verdana" pitchFamily="34" charset="0"/>
                <a:cs typeface="Arial" charset="0"/>
              </a:defRPr>
            </a:lvl8pPr>
            <a:lvl9pPr marL="3886200" indent="-228600" eaLnBrk="0" fontAlgn="base" hangingPunct="0">
              <a:spcBef>
                <a:spcPct val="0"/>
              </a:spcBef>
              <a:spcAft>
                <a:spcPct val="0"/>
              </a:spcAft>
              <a:defRPr b="1">
                <a:solidFill>
                  <a:schemeClr val="tx1"/>
                </a:solidFill>
                <a:latin typeface="Verdana" pitchFamily="34" charset="0"/>
                <a:cs typeface="Arial" charset="0"/>
              </a:defRPr>
            </a:lvl9pPr>
          </a:lstStyle>
          <a:p>
            <a:pPr marL="457200" indent="-457200" eaLnBrk="1" hangingPunct="1">
              <a:lnSpc>
                <a:spcPts val="4000"/>
              </a:lnSpc>
              <a:buFont typeface="Wingdings" panose="05000000000000000000" pitchFamily="2" charset="2"/>
              <a:buChar char="ü"/>
              <a:defRPr/>
            </a:pPr>
            <a:r>
              <a:rPr lang="en-US" altLang="en-US" sz="2800" i="1" dirty="0" err="1">
                <a:solidFill>
                  <a:srgbClr val="7030A0"/>
                </a:solidFill>
                <a:latin typeface="Times New Roman" panose="02020603050405020304" pitchFamily="18" charset="0"/>
                <a:cs typeface="Times New Roman" panose="02020603050405020304" pitchFamily="18" charset="0"/>
              </a:rPr>
              <a:t>Bản</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chất</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chính</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trị</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dirty="0">
                <a:solidFill>
                  <a:schemeClr val="folHlink"/>
                </a:solidFill>
                <a:latin typeface="Arial" charset="0"/>
              </a:rPr>
              <a:t> </a:t>
            </a:r>
          </a:p>
          <a:p>
            <a:pPr marL="342900" indent="-342900" eaLnBrk="1" hangingPunct="1">
              <a:lnSpc>
                <a:spcPts val="4000"/>
              </a:lnSpc>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Mang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bản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chất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chất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giai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cấp</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công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nhân</a:t>
            </a:r>
            <a:r>
              <a:rPr lang="en-US" altLang="en-US" sz="2600" dirty="0">
                <a:solidFill>
                  <a:srgbClr val="002060"/>
                </a:solidFill>
                <a:latin typeface="Times New Roman" panose="02020603050405020304" pitchFamily="18" charset="0"/>
                <a:cs typeface="Times New Roman" panose="02020603050405020304" pitchFamily="18" charset="0"/>
              </a:rPr>
              <a:t> </a:t>
            </a:r>
          </a:p>
          <a:p>
            <a:pPr marL="342900" indent="-342900" eaLnBrk="1" hangingPunct="1">
              <a:lnSpc>
                <a:spcPts val="4000"/>
              </a:lnSpc>
              <a:buFont typeface="Wingdings" panose="05000000000000000000" pitchFamily="2" charset="2"/>
              <a:buChar char="§"/>
              <a:defRPr/>
            </a:pPr>
            <a:r>
              <a:rPr lang="en-US" altLang="en-US" sz="2600" dirty="0">
                <a:solidFill>
                  <a:srgbClr val="002060"/>
                </a:solidFill>
                <a:latin typeface="Times New Roman" panose="02020603050405020304" pitchFamily="18" charset="0"/>
                <a:cs typeface="Times New Roman" panose="02020603050405020304" pitchFamily="18" charset="0"/>
              </a:rPr>
              <a:t>Do </a:t>
            </a:r>
            <a:r>
              <a:rPr lang="en-US" altLang="en-US" sz="2600" dirty="0" err="1">
                <a:solidFill>
                  <a:srgbClr val="002060"/>
                </a:solidFill>
                <a:latin typeface="Times New Roman" panose="02020603050405020304" pitchFamily="18" charset="0"/>
                <a:cs typeface="Times New Roman" panose="02020603050405020304" pitchFamily="18" charset="0"/>
              </a:rPr>
              <a:t>Đảng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Cộng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sản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lãnh</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đạo</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Bản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chất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nhất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nguyên</a:t>
            </a:r>
            <a:r>
              <a:rPr lang="en-US" altLang="en-US" sz="2600" dirty="0">
                <a:solidFill>
                  <a:srgbClr val="002060"/>
                </a:solidFill>
                <a:latin typeface="Times New Roman" panose="02020603050405020304" pitchFamily="18" charset="0"/>
                <a:cs typeface="Times New Roman" panose="02020603050405020304" pitchFamily="18" charset="0"/>
              </a:rPr>
              <a:t>)</a:t>
            </a:r>
          </a:p>
          <a:p>
            <a:pPr marL="342900" indent="-342900" eaLnBrk="1" hangingPunct="1">
              <a:lnSpc>
                <a:spcPts val="4000"/>
              </a:lnSpc>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Thừa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nhận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chủ</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thể</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quyền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lực</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của</a:t>
            </a:r>
            <a:r>
              <a:rPr lang="en-US" altLang="en-US" sz="2600" dirty="0">
                <a:solidFill>
                  <a:srgbClr val="002060"/>
                </a:solidFill>
                <a:latin typeface="Times New Roman" panose="02020603050405020304" pitchFamily="18" charset="0"/>
                <a:cs typeface="Times New Roman" panose="02020603050405020304" pitchFamily="18" charset="0"/>
              </a:rPr>
              <a:t> NN </a:t>
            </a:r>
            <a:r>
              <a:rPr lang="en-US" altLang="en-US" sz="2600" dirty="0" err="1">
                <a:solidFill>
                  <a:srgbClr val="002060"/>
                </a:solidFill>
                <a:latin typeface="Times New Roman" panose="02020603050405020304" pitchFamily="18" charset="0"/>
                <a:cs typeface="Times New Roman" panose="02020603050405020304" pitchFamily="18" charset="0"/>
              </a:rPr>
              <a:t>là</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nhân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dân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nhân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dân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xây</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dựng</a:t>
            </a:r>
            <a:r>
              <a:rPr lang="en-US" altLang="en-US" sz="2600" dirty="0">
                <a:solidFill>
                  <a:srgbClr val="002060"/>
                </a:solidFill>
                <a:latin typeface="Times New Roman" panose="02020603050405020304" pitchFamily="18" charset="0"/>
                <a:cs typeface="Times New Roman" panose="02020603050405020304" pitchFamily="18" charset="0"/>
              </a:rPr>
              <a:t> NN)</a:t>
            </a:r>
            <a:endParaRPr lang="en-US" altLang="en-US" sz="2600" b="0" dirty="0">
              <a:solidFill>
                <a:srgbClr val="002060"/>
              </a:solidFill>
              <a:latin typeface="Times New Roman" panose="02020603050405020304" pitchFamily="18" charset="0"/>
              <a:cs typeface="Times New Roman" panose="02020603050405020304" pitchFamily="18" charset="0"/>
            </a:endParaRPr>
          </a:p>
        </p:txBody>
      </p:sp>
      <p:sp>
        <p:nvSpPr>
          <p:cNvPr id="176133" name="Text Box 5"/>
          <p:cNvSpPr txBox="1">
            <a:spLocks noChangeArrowheads="1"/>
          </p:cNvSpPr>
          <p:nvPr/>
        </p:nvSpPr>
        <p:spPr bwMode="auto">
          <a:xfrm>
            <a:off x="2062656" y="2971800"/>
            <a:ext cx="8720137"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eaLnBrk="1" hangingPunct="1">
              <a:buFont typeface="Wingdings" panose="05000000000000000000" pitchFamily="2" charset="2"/>
              <a:buChar char="ü"/>
            </a:pPr>
            <a:r>
              <a:rPr lang="en-US" altLang="en-US" sz="2800" dirty="0">
                <a:solidFill>
                  <a:srgbClr val="0000CC"/>
                </a:solidFill>
                <a:latin typeface="Arial" panose="020B0604020202020204" pitchFamily="34" charset="0"/>
              </a:rPr>
              <a:t> </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Bản</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chất</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kinh</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tế</a:t>
            </a:r>
            <a:r>
              <a:rPr lang="en-US" altLang="en-US" sz="2800" i="1" dirty="0">
                <a:solidFill>
                  <a:srgbClr val="7030A0"/>
                </a:solidFill>
                <a:latin typeface="Times New Roman" panose="02020603050405020304" pitchFamily="18" charset="0"/>
                <a:cs typeface="Times New Roman" panose="02020603050405020304" pitchFamily="18" charset="0"/>
              </a:rPr>
              <a:t>: </a:t>
            </a:r>
          </a:p>
          <a:p>
            <a:pPr eaLnBrk="1" hangingPunct="1">
              <a:spcBef>
                <a:spcPts val="600"/>
              </a:spcBef>
              <a:buFont typeface="Wingdings" panose="05000000000000000000" pitchFamily="2" charset="2"/>
              <a:buChar char="§"/>
            </a:pPr>
            <a:r>
              <a:rPr lang="en-US" altLang="en-US" sz="2600" dirty="0" err="1">
                <a:solidFill>
                  <a:srgbClr val="002060"/>
                </a:solidFill>
                <a:latin typeface="Times New Roman" panose="02020603050405020304" pitchFamily="18" charset="0"/>
                <a:cs typeface="Times New Roman" panose="02020603050405020304" pitchFamily="18" charset="0"/>
              </a:rPr>
              <a:t>Sở</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hữu</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xã</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hội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về</a:t>
            </a:r>
            <a:r>
              <a:rPr lang="en-US" altLang="en-US" sz="2600" dirty="0">
                <a:solidFill>
                  <a:srgbClr val="002060"/>
                </a:solidFill>
                <a:latin typeface="Times New Roman" panose="02020603050405020304" pitchFamily="18" charset="0"/>
                <a:cs typeface="Times New Roman" panose="02020603050405020304" pitchFamily="18" charset="0"/>
              </a:rPr>
              <a:t> TLSX </a:t>
            </a:r>
            <a:r>
              <a:rPr lang="en-US" altLang="en-US" sz="2600" dirty="0" err="1">
                <a:solidFill>
                  <a:srgbClr val="002060"/>
                </a:solidFill>
                <a:latin typeface="Times New Roman" panose="02020603050405020304" pitchFamily="18" charset="0"/>
                <a:cs typeface="Times New Roman" panose="02020603050405020304" pitchFamily="18" charset="0"/>
              </a:rPr>
              <a:t>chủ</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yếu</a:t>
            </a:r>
            <a:r>
              <a:rPr lang="en-US" altLang="en-US" sz="2600" dirty="0">
                <a:solidFill>
                  <a:srgbClr val="002060"/>
                </a:solidFill>
                <a:latin typeface="Times New Roman" panose="02020603050405020304" pitchFamily="18" charset="0"/>
                <a:cs typeface="Times New Roman" panose="02020603050405020304" pitchFamily="18" charset="0"/>
              </a:rPr>
              <a:t> </a:t>
            </a:r>
          </a:p>
          <a:p>
            <a:pPr eaLnBrk="1" hangingPunct="1">
              <a:spcBef>
                <a:spcPts val="600"/>
              </a:spcBef>
              <a:buFont typeface="Wingdings" panose="05000000000000000000" pitchFamily="2" charset="2"/>
              <a:buChar char="§"/>
            </a:pPr>
            <a:r>
              <a:rPr lang="en-US" altLang="en-US" sz="2600" dirty="0" err="1">
                <a:solidFill>
                  <a:srgbClr val="002060"/>
                </a:solidFill>
                <a:latin typeface="Times New Roman" panose="02020603050405020304" pitchFamily="18" charset="0"/>
                <a:cs typeface="Times New Roman" panose="02020603050405020304" pitchFamily="18" charset="0"/>
              </a:rPr>
              <a:t>Chủ</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thể</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phát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triển</a:t>
            </a:r>
            <a:r>
              <a:rPr lang="en-US" altLang="en-US" sz="2600" dirty="0">
                <a:solidFill>
                  <a:srgbClr val="002060"/>
                </a:solidFill>
                <a:latin typeface="Times New Roman" panose="02020603050405020304" pitchFamily="18" charset="0"/>
                <a:cs typeface="Times New Roman" panose="02020603050405020304" pitchFamily="18" charset="0"/>
              </a:rPr>
              <a:t> LLSX </a:t>
            </a:r>
            <a:r>
              <a:rPr lang="en-US" altLang="en-US" sz="2600" dirty="0" err="1">
                <a:solidFill>
                  <a:srgbClr val="002060"/>
                </a:solidFill>
                <a:latin typeface="Times New Roman" panose="02020603050405020304" pitchFamily="18" charset="0"/>
                <a:cs typeface="Times New Roman" panose="02020603050405020304" pitchFamily="18" charset="0"/>
              </a:rPr>
              <a:t>và</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thụ</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hưởng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lợi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ích</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là</a:t>
            </a:r>
            <a:r>
              <a:rPr lang="en-US" altLang="en-US" sz="2600" dirty="0">
                <a:solidFill>
                  <a:srgbClr val="002060"/>
                </a:solidFill>
                <a:latin typeface="Times New Roman" panose="02020603050405020304" pitchFamily="18" charset="0"/>
                <a:cs typeface="Times New Roman" panose="02020603050405020304" pitchFamily="18" charset="0"/>
              </a:rPr>
              <a:t> ND</a:t>
            </a:r>
          </a:p>
        </p:txBody>
      </p:sp>
      <p:sp>
        <p:nvSpPr>
          <p:cNvPr id="176134" name="Text Box 6"/>
          <p:cNvSpPr txBox="1">
            <a:spLocks noChangeArrowheads="1"/>
          </p:cNvSpPr>
          <p:nvPr/>
        </p:nvSpPr>
        <p:spPr bwMode="auto">
          <a:xfrm>
            <a:off x="2062656" y="4449763"/>
            <a:ext cx="9761482"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itchFamily="34" charset="0"/>
                <a:cs typeface="Arial" charset="0"/>
              </a:defRPr>
            </a:lvl1pPr>
            <a:lvl2pPr marL="742950" indent="-285750" eaLnBrk="0" hangingPunct="0">
              <a:defRPr b="1">
                <a:solidFill>
                  <a:schemeClr val="tx1"/>
                </a:solidFill>
                <a:latin typeface="Verdana" pitchFamily="34" charset="0"/>
                <a:cs typeface="Arial" charset="0"/>
              </a:defRPr>
            </a:lvl2pPr>
            <a:lvl3pPr marL="1143000" indent="-228600" eaLnBrk="0" hangingPunct="0">
              <a:defRPr b="1">
                <a:solidFill>
                  <a:schemeClr val="tx1"/>
                </a:solidFill>
                <a:latin typeface="Verdana" pitchFamily="34" charset="0"/>
                <a:cs typeface="Arial" charset="0"/>
              </a:defRPr>
            </a:lvl3pPr>
            <a:lvl4pPr marL="1600200" indent="-228600" eaLnBrk="0" hangingPunct="0">
              <a:defRPr b="1">
                <a:solidFill>
                  <a:schemeClr val="tx1"/>
                </a:solidFill>
                <a:latin typeface="Verdana" pitchFamily="34" charset="0"/>
                <a:cs typeface="Arial" charset="0"/>
              </a:defRPr>
            </a:lvl4pPr>
            <a:lvl5pPr marL="2057400" indent="-228600" eaLnBrk="0" hangingPunct="0">
              <a:defRPr b="1">
                <a:solidFill>
                  <a:schemeClr val="tx1"/>
                </a:solidFill>
                <a:latin typeface="Verdana" pitchFamily="34" charset="0"/>
                <a:cs typeface="Arial" charset="0"/>
              </a:defRPr>
            </a:lvl5pPr>
            <a:lvl6pPr marL="2514600" indent="-228600" eaLnBrk="0" fontAlgn="base" hangingPunct="0">
              <a:spcBef>
                <a:spcPct val="0"/>
              </a:spcBef>
              <a:spcAft>
                <a:spcPct val="0"/>
              </a:spcAft>
              <a:defRPr b="1">
                <a:solidFill>
                  <a:schemeClr val="tx1"/>
                </a:solidFill>
                <a:latin typeface="Verdana" pitchFamily="34" charset="0"/>
                <a:cs typeface="Arial" charset="0"/>
              </a:defRPr>
            </a:lvl6pPr>
            <a:lvl7pPr marL="2971800" indent="-228600" eaLnBrk="0" fontAlgn="base" hangingPunct="0">
              <a:spcBef>
                <a:spcPct val="0"/>
              </a:spcBef>
              <a:spcAft>
                <a:spcPct val="0"/>
              </a:spcAft>
              <a:defRPr b="1">
                <a:solidFill>
                  <a:schemeClr val="tx1"/>
                </a:solidFill>
                <a:latin typeface="Verdana" pitchFamily="34" charset="0"/>
                <a:cs typeface="Arial" charset="0"/>
              </a:defRPr>
            </a:lvl7pPr>
            <a:lvl8pPr marL="3429000" indent="-228600" eaLnBrk="0" fontAlgn="base" hangingPunct="0">
              <a:spcBef>
                <a:spcPct val="0"/>
              </a:spcBef>
              <a:spcAft>
                <a:spcPct val="0"/>
              </a:spcAft>
              <a:defRPr b="1">
                <a:solidFill>
                  <a:schemeClr val="tx1"/>
                </a:solidFill>
                <a:latin typeface="Verdana" pitchFamily="34" charset="0"/>
                <a:cs typeface="Arial" charset="0"/>
              </a:defRPr>
            </a:lvl8pPr>
            <a:lvl9pPr marL="3886200" indent="-228600" eaLnBrk="0" fontAlgn="base" hangingPunct="0">
              <a:spcBef>
                <a:spcPct val="0"/>
              </a:spcBef>
              <a:spcAft>
                <a:spcPct val="0"/>
              </a:spcAft>
              <a:defRPr b="1">
                <a:solidFill>
                  <a:schemeClr val="tx1"/>
                </a:solidFill>
                <a:latin typeface="Verdana" pitchFamily="34" charset="0"/>
                <a:cs typeface="Arial" charset="0"/>
              </a:defRPr>
            </a:lvl9pPr>
          </a:lstStyle>
          <a:p>
            <a:pPr marL="457200" indent="-457200" algn="just" eaLnBrk="1" hangingPunct="1">
              <a:buFont typeface="Wingdings" panose="05000000000000000000" pitchFamily="2" charset="2"/>
              <a:buChar char="ü"/>
              <a:defRPr/>
            </a:pPr>
            <a:r>
              <a:rPr lang="en-US" altLang="en-US" sz="2800" i="1" dirty="0" err="1">
                <a:solidFill>
                  <a:srgbClr val="7030A0"/>
                </a:solidFill>
                <a:latin typeface="Times New Roman" panose="02020603050405020304" pitchFamily="18" charset="0"/>
                <a:cs typeface="Times New Roman" panose="02020603050405020304" pitchFamily="18" charset="0"/>
              </a:rPr>
              <a:t>Bản</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chất</a:t>
            </a:r>
            <a:r>
              <a:rPr lang="en-US" altLang="en-US" sz="2800" i="1" dirty="0">
                <a:solidFill>
                  <a:srgbClr val="7030A0"/>
                </a:solidFill>
                <a:latin typeface="Times New Roman" panose="02020603050405020304" pitchFamily="18" charset="0"/>
                <a:cs typeface="Times New Roman" panose="02020603050405020304" pitchFamily="18" charset="0"/>
              </a:rPr>
              <a:t> TT - VHXH: </a:t>
            </a: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Hệ</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tư</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tưởng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chủ</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đạo</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trong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xã</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hội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là</a:t>
            </a:r>
            <a:r>
              <a:rPr lang="en-US" altLang="en-US" sz="2600" dirty="0">
                <a:solidFill>
                  <a:srgbClr val="002060"/>
                </a:solidFill>
                <a:latin typeface="Times New Roman" panose="02020603050405020304" pitchFamily="18" charset="0"/>
                <a:cs typeface="Times New Roman" panose="02020603050405020304" pitchFamily="18" charset="0"/>
              </a:rPr>
              <a:t> CN </a:t>
            </a:r>
            <a:r>
              <a:rPr lang="en-US" altLang="en-US" sz="2600" dirty="0" err="1">
                <a:solidFill>
                  <a:srgbClr val="002060"/>
                </a:solidFill>
                <a:latin typeface="Times New Roman" panose="02020603050405020304" pitchFamily="18" charset="0"/>
                <a:cs typeface="Times New Roman" panose="02020603050405020304" pitchFamily="18" charset="0"/>
              </a:rPr>
              <a:t>Mác</a:t>
            </a:r>
            <a:r>
              <a:rPr lang="en-US" altLang="en-US" sz="2600" dirty="0">
                <a:solidFill>
                  <a:srgbClr val="002060"/>
                </a:solidFill>
                <a:latin typeface="Times New Roman" panose="02020603050405020304" pitchFamily="18" charset="0"/>
                <a:cs typeface="Times New Roman" panose="02020603050405020304" pitchFamily="18" charset="0"/>
              </a:rPr>
              <a:t> – </a:t>
            </a:r>
            <a:r>
              <a:rPr lang="en-US" altLang="en-US" sz="2600" dirty="0" err="1">
                <a:solidFill>
                  <a:srgbClr val="002060"/>
                </a:solidFill>
                <a:latin typeface="Times New Roman" panose="02020603050405020304" pitchFamily="18" charset="0"/>
                <a:cs typeface="Times New Roman" panose="02020603050405020304" pitchFamily="18" charset="0"/>
              </a:rPr>
              <a:t>Lênin</a:t>
            </a:r>
            <a:endParaRPr lang="en-US" altLang="en-US" sz="2600" dirty="0">
              <a:solidFill>
                <a:srgbClr val="002060"/>
              </a:solidFill>
              <a:latin typeface="Times New Roman" panose="02020603050405020304" pitchFamily="18" charset="0"/>
              <a:cs typeface="Times New Roman" panose="02020603050405020304" pitchFamily="18" charset="0"/>
            </a:endParaRP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Kế</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thừa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những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giá</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trị</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của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các</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nền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văn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hóa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trước</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đó</a:t>
            </a:r>
            <a:r>
              <a:rPr lang="en-US" altLang="en-US" sz="2600" dirty="0">
                <a:solidFill>
                  <a:srgbClr val="002060"/>
                </a:solidFill>
                <a:latin typeface="Times New Roman" panose="02020603050405020304" pitchFamily="18" charset="0"/>
                <a:cs typeface="Times New Roman" panose="02020603050405020304" pitchFamily="18" charset="0"/>
              </a:rPr>
              <a:t> </a:t>
            </a: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Thực</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hiện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giải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phóng</a:t>
            </a:r>
            <a:r>
              <a:rPr lang="en-US" altLang="en-US" sz="2600" dirty="0">
                <a:solidFill>
                  <a:srgbClr val="002060"/>
                </a:solidFill>
                <a:latin typeface="Times New Roman" panose="02020603050405020304" pitchFamily="18" charset="0"/>
                <a:cs typeface="Times New Roman" panose="02020603050405020304" pitchFamily="18" charset="0"/>
              </a:rPr>
              <a:t> con </a:t>
            </a:r>
            <a:r>
              <a:rPr lang="en-US" altLang="en-US" sz="2600" dirty="0" err="1">
                <a:solidFill>
                  <a:srgbClr val="002060"/>
                </a:solidFill>
                <a:latin typeface="Times New Roman" panose="02020603050405020304" pitchFamily="18" charset="0"/>
                <a:cs typeface="Times New Roman" panose="02020603050405020304" pitchFamily="18" charset="0"/>
              </a:rPr>
              <a:t>người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triệt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để</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và</a:t>
            </a:r>
            <a:r>
              <a:rPr lang="en-US" altLang="en-US" sz="2600" dirty="0">
                <a:solidFill>
                  <a:srgbClr val="002060"/>
                </a:solidFill>
                <a:latin typeface="Times New Roman" panose="02020603050405020304" pitchFamily="18" charset="0"/>
                <a:cs typeface="Times New Roman" panose="02020603050405020304" pitchFamily="18" charset="0"/>
              </a:rPr>
              <a:t> PT </a:t>
            </a:r>
            <a:r>
              <a:rPr lang="en-US" altLang="en-US" sz="2600" dirty="0" err="1">
                <a:solidFill>
                  <a:srgbClr val="002060"/>
                </a:solidFill>
                <a:latin typeface="Times New Roman" panose="02020603050405020304" pitchFamily="18" charset="0"/>
                <a:cs typeface="Times New Roman" panose="02020603050405020304" pitchFamily="18" charset="0"/>
              </a:rPr>
              <a:t>toàn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diện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cá</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nhân</a:t>
            </a:r>
            <a:endParaRPr lang="en-US" altLang="en-US"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996805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6132">
                                            <p:txEl>
                                              <p:pRg st="0" end="0"/>
                                            </p:txEl>
                                          </p:spTgt>
                                        </p:tgtEl>
                                        <p:attrNameLst>
                                          <p:attrName>style.visibility</p:attrName>
                                        </p:attrNameLst>
                                      </p:cBhvr>
                                      <p:to>
                                        <p:strVal val="visible"/>
                                      </p:to>
                                    </p:set>
                                    <p:anim calcmode="lin" valueType="num">
                                      <p:cBhvr additive="base">
                                        <p:cTn id="7" dur="500" fill="hold"/>
                                        <p:tgtEl>
                                          <p:spTgt spid="1761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61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176132">
                                            <p:txEl>
                                              <p:pRg st="1" end="1"/>
                                            </p:txEl>
                                          </p:spTgt>
                                        </p:tgtEl>
                                        <p:attrNameLst>
                                          <p:attrName>style.visibility</p:attrName>
                                        </p:attrNameLst>
                                      </p:cBhvr>
                                      <p:to>
                                        <p:strVal val="visible"/>
                                      </p:to>
                                    </p:set>
                                    <p:animEffect transition="in" filter="box(in)">
                                      <p:cBhvr>
                                        <p:cTn id="13" dur="500"/>
                                        <p:tgtEl>
                                          <p:spTgt spid="176132">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176132">
                                            <p:txEl>
                                              <p:pRg st="2" end="2"/>
                                            </p:txEl>
                                          </p:spTgt>
                                        </p:tgtEl>
                                        <p:attrNameLst>
                                          <p:attrName>style.visibility</p:attrName>
                                        </p:attrNameLst>
                                      </p:cBhvr>
                                      <p:to>
                                        <p:strVal val="visible"/>
                                      </p:to>
                                    </p:set>
                                    <p:animEffect transition="in" filter="box(in)">
                                      <p:cBhvr>
                                        <p:cTn id="18" dur="500"/>
                                        <p:tgtEl>
                                          <p:spTgt spid="176132">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176132">
                                            <p:txEl>
                                              <p:pRg st="3" end="3"/>
                                            </p:txEl>
                                          </p:spTgt>
                                        </p:tgtEl>
                                        <p:attrNameLst>
                                          <p:attrName>style.visibility</p:attrName>
                                        </p:attrNameLst>
                                      </p:cBhvr>
                                      <p:to>
                                        <p:strVal val="visible"/>
                                      </p:to>
                                    </p:set>
                                    <p:animEffect transition="in" filter="box(in)">
                                      <p:cBhvr>
                                        <p:cTn id="23" dur="500"/>
                                        <p:tgtEl>
                                          <p:spTgt spid="176132">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176133">
                                            <p:txEl>
                                              <p:pRg st="0" end="0"/>
                                            </p:txEl>
                                          </p:spTgt>
                                        </p:tgtEl>
                                        <p:attrNameLst>
                                          <p:attrName>style.visibility</p:attrName>
                                        </p:attrNameLst>
                                      </p:cBhvr>
                                      <p:to>
                                        <p:strVal val="visible"/>
                                      </p:to>
                                    </p:set>
                                    <p:animEffect transition="in" filter="box(in)">
                                      <p:cBhvr>
                                        <p:cTn id="28" dur="500"/>
                                        <p:tgtEl>
                                          <p:spTgt spid="176133">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176133">
                                            <p:txEl>
                                              <p:pRg st="1" end="1"/>
                                            </p:txEl>
                                          </p:spTgt>
                                        </p:tgtEl>
                                        <p:attrNameLst>
                                          <p:attrName>style.visibility</p:attrName>
                                        </p:attrNameLst>
                                      </p:cBhvr>
                                      <p:to>
                                        <p:strVal val="visible"/>
                                      </p:to>
                                    </p:set>
                                    <p:animEffect transition="in" filter="box(in)">
                                      <p:cBhvr>
                                        <p:cTn id="33" dur="500"/>
                                        <p:tgtEl>
                                          <p:spTgt spid="176133">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nodeType="clickEffect">
                                  <p:stCondLst>
                                    <p:cond delay="0"/>
                                  </p:stCondLst>
                                  <p:childTnLst>
                                    <p:set>
                                      <p:cBhvr>
                                        <p:cTn id="37" dur="1" fill="hold">
                                          <p:stCondLst>
                                            <p:cond delay="0"/>
                                          </p:stCondLst>
                                        </p:cTn>
                                        <p:tgtEl>
                                          <p:spTgt spid="176133">
                                            <p:txEl>
                                              <p:pRg st="2" end="2"/>
                                            </p:txEl>
                                          </p:spTgt>
                                        </p:tgtEl>
                                        <p:attrNameLst>
                                          <p:attrName>style.visibility</p:attrName>
                                        </p:attrNameLst>
                                      </p:cBhvr>
                                      <p:to>
                                        <p:strVal val="visible"/>
                                      </p:to>
                                    </p:set>
                                    <p:animEffect transition="in" filter="box(in)">
                                      <p:cBhvr>
                                        <p:cTn id="38" dur="500"/>
                                        <p:tgtEl>
                                          <p:spTgt spid="176133">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176134">
                                            <p:txEl>
                                              <p:pRg st="0" end="0"/>
                                            </p:txEl>
                                          </p:spTgt>
                                        </p:tgtEl>
                                        <p:attrNameLst>
                                          <p:attrName>style.visibility</p:attrName>
                                        </p:attrNameLst>
                                      </p:cBhvr>
                                      <p:to>
                                        <p:strVal val="visible"/>
                                      </p:to>
                                    </p:set>
                                    <p:animEffect transition="in" filter="box(in)">
                                      <p:cBhvr>
                                        <p:cTn id="43" dur="500"/>
                                        <p:tgtEl>
                                          <p:spTgt spid="176134">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nodeType="clickEffect">
                                  <p:stCondLst>
                                    <p:cond delay="0"/>
                                  </p:stCondLst>
                                  <p:childTnLst>
                                    <p:set>
                                      <p:cBhvr>
                                        <p:cTn id="47" dur="1" fill="hold">
                                          <p:stCondLst>
                                            <p:cond delay="0"/>
                                          </p:stCondLst>
                                        </p:cTn>
                                        <p:tgtEl>
                                          <p:spTgt spid="176134">
                                            <p:txEl>
                                              <p:pRg st="1" end="1"/>
                                            </p:txEl>
                                          </p:spTgt>
                                        </p:tgtEl>
                                        <p:attrNameLst>
                                          <p:attrName>style.visibility</p:attrName>
                                        </p:attrNameLst>
                                      </p:cBhvr>
                                      <p:to>
                                        <p:strVal val="visible"/>
                                      </p:to>
                                    </p:set>
                                    <p:animEffect transition="in" filter="box(in)">
                                      <p:cBhvr>
                                        <p:cTn id="48" dur="500"/>
                                        <p:tgtEl>
                                          <p:spTgt spid="176134">
                                            <p:txEl>
                                              <p:pRg st="1" end="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176134">
                                            <p:txEl>
                                              <p:pRg st="2" end="2"/>
                                            </p:txEl>
                                          </p:spTgt>
                                        </p:tgtEl>
                                        <p:attrNameLst>
                                          <p:attrName>style.visibility</p:attrName>
                                        </p:attrNameLst>
                                      </p:cBhvr>
                                      <p:to>
                                        <p:strVal val="visible"/>
                                      </p:to>
                                    </p:set>
                                    <p:animEffect transition="in" filter="box(in)">
                                      <p:cBhvr>
                                        <p:cTn id="53" dur="500"/>
                                        <p:tgtEl>
                                          <p:spTgt spid="176134">
                                            <p:txEl>
                                              <p:pRg st="2" end="2"/>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nodeType="clickEffect">
                                  <p:stCondLst>
                                    <p:cond delay="0"/>
                                  </p:stCondLst>
                                  <p:childTnLst>
                                    <p:set>
                                      <p:cBhvr>
                                        <p:cTn id="57" dur="1" fill="hold">
                                          <p:stCondLst>
                                            <p:cond delay="0"/>
                                          </p:stCondLst>
                                        </p:cTn>
                                        <p:tgtEl>
                                          <p:spTgt spid="176134">
                                            <p:txEl>
                                              <p:pRg st="3" end="3"/>
                                            </p:txEl>
                                          </p:spTgt>
                                        </p:tgtEl>
                                        <p:attrNameLst>
                                          <p:attrName>style.visibility</p:attrName>
                                        </p:attrNameLst>
                                      </p:cBhvr>
                                      <p:to>
                                        <p:strVal val="visible"/>
                                      </p:to>
                                    </p:set>
                                    <p:animEffect transition="in" filter="box(in)">
                                      <p:cBhvr>
                                        <p:cTn id="58" dur="500"/>
                                        <p:tgtEl>
                                          <p:spTgt spid="1761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3BB5A6D-C4B8-4594-A89E-B8A090C87A5F}" type="slidenum">
              <a:rPr lang="en-US" altLang="en-US">
                <a:solidFill>
                  <a:schemeClr val="tx2"/>
                </a:solidFill>
              </a:rPr>
              <a:pPr eaLnBrk="1" hangingPunct="1"/>
              <a:t>34</a:t>
            </a:fld>
            <a:endParaRPr lang="en-US" altLang="en-US">
              <a:solidFill>
                <a:schemeClr val="tx2"/>
              </a:solidFill>
            </a:endParaRPr>
          </a:p>
        </p:txBody>
      </p:sp>
      <p:sp>
        <p:nvSpPr>
          <p:cNvPr id="178178" name="Text Box 2"/>
          <p:cNvSpPr txBox="1">
            <a:spLocks noChangeArrowheads="1"/>
          </p:cNvSpPr>
          <p:nvPr/>
        </p:nvSpPr>
        <p:spPr bwMode="auto">
          <a:xfrm>
            <a:off x="567559" y="1600200"/>
            <a:ext cx="11083159" cy="3323987"/>
          </a:xfrm>
          <a:prstGeom prst="rect">
            <a:avLst/>
          </a:prstGeom>
          <a:noFill/>
          <a:ln w="9525">
            <a:noFill/>
            <a:miter lim="800000"/>
            <a:headEnd/>
            <a:tailEnd/>
          </a:ln>
          <a:effectLst/>
        </p:spPr>
        <p:txBody>
          <a:bodyPr wrap="square">
            <a:spAutoFit/>
          </a:bodyPr>
          <a:lstStyle/>
          <a:p>
            <a:pPr algn="just">
              <a:lnSpc>
                <a:spcPct val="150000"/>
              </a:lnSpc>
              <a:spcBef>
                <a:spcPts val="600"/>
              </a:spcBef>
              <a:defRPr/>
            </a:pP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Dân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chủ</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 : </a:t>
            </a:r>
            <a:r>
              <a:rPr lang="en-US" sz="2800" i="1" dirty="0">
                <a:solidFill>
                  <a:srgbClr val="002060"/>
                </a:solidFill>
                <a:latin typeface="Times New Roman" pitchFamily="18" charset="0"/>
                <a:cs typeface="Times New Roman" pitchFamily="18" charset="0"/>
              </a:rPr>
              <a:t>N</a:t>
            </a:r>
            <a:r>
              <a:rPr lang="vi-VN" sz="2800" i="1" dirty="0">
                <a:solidFill>
                  <a:srgbClr val="002060"/>
                </a:solidFill>
                <a:latin typeface="Times New Roman" pitchFamily="18" charset="0"/>
                <a:cs typeface="Times New Roman" pitchFamily="18" charset="0"/>
              </a:rPr>
              <a:t>ền dân chủ cao hơn về chất so với nền dân chủ tư sản, là nền dân chủ mà ở đó, mọi quyền lực thuộc về nhân dân, dân là chủ và dân làm chủ; dân chủ và pháp luật nằm trong sự thống nhất biện chứng; được thực hiện bằng nhà nước pháp quyền xã hội chủ nghĩa, đặt dưới sự lãnh đạo của Đảng Cộng sản.</a:t>
            </a:r>
            <a:endParaRPr lang="en-US" sz="2800" i="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177485902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304ADDD-00C6-48A9-B5FD-C625DB0DF058}" type="slidenum">
              <a:rPr lang="en-US" altLang="en-US">
                <a:solidFill>
                  <a:schemeClr val="tx2"/>
                </a:solidFill>
              </a:rPr>
              <a:pPr eaLnBrk="1" hangingPunct="1"/>
              <a:t>35</a:t>
            </a:fld>
            <a:endParaRPr lang="en-US" altLang="en-US">
              <a:solidFill>
                <a:schemeClr val="tx2"/>
              </a:solidFill>
            </a:endParaRPr>
          </a:p>
        </p:txBody>
      </p:sp>
      <p:sp>
        <p:nvSpPr>
          <p:cNvPr id="2" name="TextBox 1"/>
          <p:cNvSpPr txBox="1"/>
          <p:nvPr/>
        </p:nvSpPr>
        <p:spPr>
          <a:xfrm>
            <a:off x="2462760" y="522835"/>
            <a:ext cx="7220607" cy="1015663"/>
          </a:xfrm>
          <a:prstGeom prst="rect">
            <a:avLst/>
          </a:prstGeom>
          <a:noFill/>
        </p:spPr>
        <p:txBody>
          <a:bodyPr wrap="squar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4.</a:t>
            </a:r>
            <a:r>
              <a:rPr lang="vi-VN" sz="3000" b="1" dirty="0">
                <a:solidFill>
                  <a:srgbClr val="FF0000"/>
                </a:solidFill>
                <a:latin typeface="Times New Roman" panose="02020603050405020304" pitchFamily="18" charset="0"/>
                <a:cs typeface="Times New Roman" panose="02020603050405020304" pitchFamily="18" charset="0"/>
              </a:rPr>
              <a:t>2. Nhà nước xã hội chủ nghĩa</a:t>
            </a:r>
            <a:endParaRPr lang="en-US" sz="3000" dirty="0">
              <a:solidFill>
                <a:srgbClr val="FF0000"/>
              </a:solidFill>
              <a:latin typeface="Times New Roman" panose="02020603050405020304" pitchFamily="18" charset="0"/>
              <a:cs typeface="Times New Roman" panose="02020603050405020304" pitchFamily="18" charset="0"/>
            </a:endParaRPr>
          </a:p>
          <a:p>
            <a:endParaRPr lang="en-US" sz="3000" dirty="0">
              <a:solidFill>
                <a:srgbClr val="FF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851337" y="2389803"/>
            <a:ext cx="10799379" cy="1477328"/>
          </a:xfrm>
          <a:prstGeom prst="rect">
            <a:avLst/>
          </a:prstGeom>
          <a:noFill/>
        </p:spPr>
        <p:txBody>
          <a:bodyPr wrap="square" rtlCol="0">
            <a:spAutoFit/>
          </a:bodyPr>
          <a:lstStyle/>
          <a:p>
            <a:pPr algn="just"/>
            <a:r>
              <a:rPr lang="en-US" sz="3000" dirty="0">
                <a:latin typeface="+mj-lt"/>
              </a:rPr>
              <a:t>N</a:t>
            </a:r>
            <a:r>
              <a:rPr lang="vi-VN" sz="3000" dirty="0">
                <a:latin typeface="+mj-lt"/>
              </a:rPr>
              <a:t>hà nước xã hội chủ nghĩa ra đời là kết quả của cuộc cách mạng do giai cấp vô sản và nhân dân lao động tiến hành dưới sự lãnh đạo của Đảng Cộng sản.</a:t>
            </a:r>
            <a:endParaRPr lang="en-US" sz="3000" dirty="0">
              <a:latin typeface="+mj-lt"/>
            </a:endParaRPr>
          </a:p>
        </p:txBody>
      </p:sp>
      <p:sp>
        <p:nvSpPr>
          <p:cNvPr id="4" name="TextBox 3"/>
          <p:cNvSpPr txBox="1"/>
          <p:nvPr/>
        </p:nvSpPr>
        <p:spPr>
          <a:xfrm>
            <a:off x="851338" y="1538498"/>
            <a:ext cx="8639504" cy="553998"/>
          </a:xfrm>
          <a:prstGeom prst="rect">
            <a:avLst/>
          </a:prstGeom>
          <a:noFill/>
        </p:spPr>
        <p:txBody>
          <a:bodyPr wrap="square" rtlCol="0">
            <a:spAutoFit/>
          </a:bodyPr>
          <a:lstStyle/>
          <a:p>
            <a:r>
              <a:rPr lang="en-US" sz="3000" b="1" i="1" dirty="0">
                <a:solidFill>
                  <a:srgbClr val="FF0000"/>
                </a:solidFill>
                <a:latin typeface="+mj-lt"/>
              </a:rPr>
              <a:t>4.2.1. </a:t>
            </a:r>
            <a:r>
              <a:rPr lang="vi-VN" sz="3000" b="1" i="1" dirty="0">
                <a:solidFill>
                  <a:srgbClr val="FF0000"/>
                </a:solidFill>
                <a:latin typeface="+mj-lt"/>
              </a:rPr>
              <a:t>Sự ra đời của nhà nước xã hội chủ nghĩa</a:t>
            </a:r>
            <a:endParaRPr lang="en-US" sz="3000" b="1" dirty="0">
              <a:solidFill>
                <a:srgbClr val="FF0000"/>
              </a:solidFill>
              <a:latin typeface="+mj-lt"/>
            </a:endParaRPr>
          </a:p>
        </p:txBody>
      </p:sp>
    </p:spTree>
    <p:extLst>
      <p:ext uri="{BB962C8B-B14F-4D97-AF65-F5344CB8AC3E}">
        <p14:creationId xmlns:p14="http://schemas.microsoft.com/office/powerpoint/2010/main" val="791217988"/>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304ADDD-00C6-48A9-B5FD-C625DB0DF058}" type="slidenum">
              <a:rPr lang="en-US" altLang="en-US">
                <a:solidFill>
                  <a:schemeClr val="tx2"/>
                </a:solidFill>
              </a:rPr>
              <a:pPr eaLnBrk="1" hangingPunct="1"/>
              <a:t>36</a:t>
            </a:fld>
            <a:endParaRPr lang="en-US" altLang="en-US">
              <a:solidFill>
                <a:schemeClr val="tx2"/>
              </a:solidFill>
            </a:endParaRPr>
          </a:p>
        </p:txBody>
      </p:sp>
      <p:sp>
        <p:nvSpPr>
          <p:cNvPr id="178178" name="Text Box 2"/>
          <p:cNvSpPr txBox="1">
            <a:spLocks noChangeArrowheads="1"/>
          </p:cNvSpPr>
          <p:nvPr/>
        </p:nvSpPr>
        <p:spPr bwMode="auto">
          <a:xfrm>
            <a:off x="365946" y="1538498"/>
            <a:ext cx="11414234" cy="4160113"/>
          </a:xfrm>
          <a:prstGeom prst="rect">
            <a:avLst/>
          </a:prstGeom>
          <a:noFill/>
          <a:ln w="9525">
            <a:noFill/>
            <a:miter lim="800000"/>
            <a:headEnd/>
            <a:tailEnd/>
          </a:ln>
          <a:effectLst/>
        </p:spPr>
        <p:txBody>
          <a:bodyPr wrap="square">
            <a:spAutoFit/>
          </a:bodyPr>
          <a:lstStyle/>
          <a:p>
            <a:pPr algn="just">
              <a:lnSpc>
                <a:spcPct val="150000"/>
              </a:lnSpc>
              <a:spcBef>
                <a:spcPts val="600"/>
              </a:spcBef>
              <a:defRPr/>
            </a:pP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Bản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chất</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r>
              <a:rPr lang="en-US" sz="2800" i="1" dirty="0" err="1">
                <a:solidFill>
                  <a:srgbClr val="002060"/>
                </a:solidFill>
                <a:latin typeface="Times New Roman" pitchFamily="18" charset="0"/>
                <a:cs typeface="Times New Roman" pitchFamily="18" charset="0"/>
              </a:rPr>
              <a:t>Là</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một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kiểu</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nhà</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nước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mới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khác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về</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chất</a:t>
            </a:r>
            <a:r>
              <a:rPr lang="en-US" sz="2800" i="1" dirty="0">
                <a:solidFill>
                  <a:srgbClr val="002060"/>
                </a:solidFill>
                <a:latin typeface="Times New Roman" pitchFamily="18" charset="0"/>
                <a:cs typeface="Times New Roman" pitchFamily="18" charset="0"/>
              </a:rPr>
              <a:t> so </a:t>
            </a:r>
            <a:r>
              <a:rPr lang="en-US" sz="2800" i="1" dirty="0" err="1">
                <a:solidFill>
                  <a:srgbClr val="002060"/>
                </a:solidFill>
                <a:latin typeface="Times New Roman" pitchFamily="18" charset="0"/>
                <a:cs typeface="Times New Roman" pitchFamily="18" charset="0"/>
              </a:rPr>
              <a:t>với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tất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cả</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các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nhà</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nước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đã</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có</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trong</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lịch</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sử</a:t>
            </a:r>
            <a:endParaRPr lang="en-US" sz="2800" i="1" dirty="0">
              <a:solidFill>
                <a:srgbClr val="002060"/>
              </a:solidFill>
              <a:latin typeface="Times New Roman" pitchFamily="18" charset="0"/>
              <a:cs typeface="Times New Roman" pitchFamily="18" charset="0"/>
            </a:endParaRPr>
          </a:p>
          <a:p>
            <a:pPr marL="457200" indent="-457200" algn="just">
              <a:lnSpc>
                <a:spcPct val="150000"/>
              </a:lnSpc>
              <a:spcBef>
                <a:spcPts val="600"/>
              </a:spcBef>
              <a:buFont typeface="Wingdings" pitchFamily="2" charset="2"/>
              <a:buChar char="ü"/>
              <a:defRPr/>
            </a:pPr>
            <a:r>
              <a:rPr lang="en-US" sz="2800" b="1" i="1" dirty="0" err="1">
                <a:solidFill>
                  <a:srgbClr val="7030A0"/>
                </a:solidFill>
                <a:latin typeface="Times New Roman" pitchFamily="18" charset="0"/>
                <a:cs typeface="Times New Roman" pitchFamily="18" charset="0"/>
              </a:rPr>
              <a:t>Về</a:t>
            </a:r>
            <a:r>
              <a:rPr lang="en-US" sz="2800" b="1" i="1" dirty="0">
                <a:solidFill>
                  <a:srgbClr val="7030A0"/>
                </a:solidFill>
                <a:latin typeface="Times New Roman" pitchFamily="18" charset="0"/>
                <a:cs typeface="Times New Roman" pitchFamily="18" charset="0"/>
              </a:rPr>
              <a:t> </a:t>
            </a:r>
            <a:r>
              <a:rPr lang="en-US" sz="2800" b="1" i="1" dirty="0" err="1">
                <a:solidFill>
                  <a:srgbClr val="7030A0"/>
                </a:solidFill>
                <a:latin typeface="Times New Roman" pitchFamily="18" charset="0"/>
                <a:cs typeface="Times New Roman" pitchFamily="18" charset="0"/>
              </a:rPr>
              <a:t>chính</a:t>
            </a:r>
            <a:r>
              <a:rPr lang="en-US" sz="2800" b="1" i="1" dirty="0">
                <a:solidFill>
                  <a:srgbClr val="7030A0"/>
                </a:solidFill>
                <a:latin typeface="Times New Roman" pitchFamily="18" charset="0"/>
                <a:cs typeface="Times New Roman" pitchFamily="18" charset="0"/>
              </a:rPr>
              <a:t> </a:t>
            </a:r>
            <a:r>
              <a:rPr lang="en-US" sz="2800" b="1" i="1" dirty="0" err="1">
                <a:solidFill>
                  <a:srgbClr val="7030A0"/>
                </a:solidFill>
                <a:latin typeface="Times New Roman" pitchFamily="18" charset="0"/>
                <a:cs typeface="Times New Roman" pitchFamily="18" charset="0"/>
              </a:rPr>
              <a:t>trị</a:t>
            </a:r>
            <a:r>
              <a:rPr lang="en-US" sz="2800" b="1" i="1" dirty="0">
                <a:solidFill>
                  <a:srgbClr val="7030A0"/>
                </a:solidFill>
                <a:latin typeface="Times New Roman" pitchFamily="18" charset="0"/>
                <a:cs typeface="Times New Roman" pitchFamily="18" charset="0"/>
              </a:rPr>
              <a:t>:</a:t>
            </a:r>
          </a:p>
          <a:p>
            <a:pPr marL="342900" indent="-342900">
              <a:lnSpc>
                <a:spcPts val="4000"/>
              </a:lnSpc>
              <a:buFont typeface="Wingdings" panose="05000000000000000000" pitchFamily="2" charset="2"/>
              <a:buChar char="§"/>
              <a:defRPr/>
            </a:pPr>
            <a:r>
              <a:rPr lang="en-US" altLang="en-US" sz="2800" dirty="0" err="1">
                <a:solidFill>
                  <a:srgbClr val="002060"/>
                </a:solidFill>
                <a:latin typeface="Times New Roman" panose="02020603050405020304" pitchFamily="18" charset="0"/>
                <a:cs typeface="Times New Roman" panose="02020603050405020304" pitchFamily="18" charset="0"/>
              </a:rPr>
              <a:t>Mang</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bản</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chất</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chất</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giai</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cấp</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công</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nhân</a:t>
            </a:r>
            <a:r>
              <a:rPr lang="en-US" altLang="en-US" sz="2800" dirty="0">
                <a:solidFill>
                  <a:srgbClr val="002060"/>
                </a:solidFill>
                <a:latin typeface="Times New Roman" panose="02020603050405020304" pitchFamily="18" charset="0"/>
                <a:cs typeface="Times New Roman" panose="02020603050405020304" pitchFamily="18" charset="0"/>
              </a:rPr>
              <a:t> </a:t>
            </a:r>
          </a:p>
          <a:p>
            <a:pPr marL="342900" indent="-342900">
              <a:lnSpc>
                <a:spcPts val="4000"/>
              </a:lnSpc>
              <a:buFont typeface="Wingdings" panose="05000000000000000000" pitchFamily="2" charset="2"/>
              <a:buChar char="§"/>
              <a:defRPr/>
            </a:pPr>
            <a:r>
              <a:rPr lang="en-US" altLang="en-US" sz="2800" dirty="0">
                <a:solidFill>
                  <a:srgbClr val="002060"/>
                </a:solidFill>
                <a:latin typeface="Times New Roman" panose="02020603050405020304" pitchFamily="18" charset="0"/>
                <a:cs typeface="Times New Roman" panose="02020603050405020304" pitchFamily="18" charset="0"/>
              </a:rPr>
              <a:t>Do </a:t>
            </a:r>
            <a:r>
              <a:rPr lang="en-US" altLang="en-US" sz="2800" dirty="0" err="1">
                <a:solidFill>
                  <a:srgbClr val="002060"/>
                </a:solidFill>
                <a:latin typeface="Times New Roman" panose="02020603050405020304" pitchFamily="18" charset="0"/>
                <a:cs typeface="Times New Roman" panose="02020603050405020304" pitchFamily="18" charset="0"/>
              </a:rPr>
              <a:t>Đảng</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Cộng</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sản</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lãnh</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đạo</a:t>
            </a:r>
            <a:r>
              <a:rPr lang="en-US" altLang="en-US" sz="2800" dirty="0">
                <a:solidFill>
                  <a:srgbClr val="002060"/>
                </a:solidFill>
                <a:latin typeface="Times New Roman" panose="02020603050405020304" pitchFamily="18" charset="0"/>
                <a:cs typeface="Times New Roman" panose="02020603050405020304" pitchFamily="18" charset="0"/>
              </a:rPr>
              <a:t> </a:t>
            </a:r>
          </a:p>
          <a:p>
            <a:pPr marL="342900" indent="-342900">
              <a:lnSpc>
                <a:spcPts val="4000"/>
              </a:lnSpc>
              <a:buFont typeface="Wingdings" panose="05000000000000000000" pitchFamily="2" charset="2"/>
              <a:buChar char="§"/>
              <a:defRPr/>
            </a:pPr>
            <a:r>
              <a:rPr lang="en-US" altLang="en-US" sz="2800" dirty="0" err="1">
                <a:solidFill>
                  <a:srgbClr val="002060"/>
                </a:solidFill>
                <a:latin typeface="Times New Roman" panose="02020603050405020304" pitchFamily="18" charset="0"/>
                <a:cs typeface="Times New Roman" panose="02020603050405020304" pitchFamily="18" charset="0"/>
              </a:rPr>
              <a:t>Nhân</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dân</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là</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chủ</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thể</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của</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quyền</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lực</a:t>
            </a:r>
            <a:r>
              <a:rPr lang="en-US" altLang="en-US" sz="2800" dirty="0">
                <a:solidFill>
                  <a:srgbClr val="002060"/>
                </a:solidFill>
                <a:latin typeface="Times New Roman" panose="02020603050405020304" pitchFamily="18" charset="0"/>
                <a:cs typeface="Times New Roman" panose="02020603050405020304" pitchFamily="18" charset="0"/>
              </a:rPr>
              <a:t> NN (NN </a:t>
            </a:r>
            <a:r>
              <a:rPr lang="en-US" altLang="en-US" sz="2800" dirty="0" err="1">
                <a:solidFill>
                  <a:srgbClr val="002060"/>
                </a:solidFill>
                <a:latin typeface="Times New Roman" panose="02020603050405020304" pitchFamily="18" charset="0"/>
                <a:cs typeface="Times New Roman" panose="02020603050405020304" pitchFamily="18" charset="0"/>
              </a:rPr>
              <a:t>của</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dân</a:t>
            </a:r>
            <a:r>
              <a:rPr lang="en-US" altLang="en-US" sz="2800" dirty="0">
                <a:solidFill>
                  <a:srgbClr val="002060"/>
                </a:solidFill>
                <a:latin typeface="Times New Roman" panose="02020603050405020304" pitchFamily="18" charset="0"/>
                <a:cs typeface="Times New Roman" panose="02020603050405020304" pitchFamily="18" charset="0"/>
              </a:rPr>
              <a:t>, do </a:t>
            </a:r>
            <a:r>
              <a:rPr lang="en-US" altLang="en-US" sz="2800" dirty="0" err="1">
                <a:solidFill>
                  <a:srgbClr val="002060"/>
                </a:solidFill>
                <a:latin typeface="Times New Roman" panose="02020603050405020304" pitchFamily="18" charset="0"/>
                <a:cs typeface="Times New Roman" panose="02020603050405020304" pitchFamily="18" charset="0"/>
              </a:rPr>
              <a:t>dân</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vì</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dân</a:t>
            </a:r>
            <a:r>
              <a:rPr lang="en-US" altLang="en-US" sz="2800" dirty="0">
                <a:solidFill>
                  <a:srgbClr val="002060"/>
                </a:solidFill>
                <a:latin typeface="Times New Roman" panose="02020603050405020304" pitchFamily="18" charset="0"/>
                <a:cs typeface="Times New Roman" panose="02020603050405020304" pitchFamily="18" charset="0"/>
              </a:rPr>
              <a:t>) </a:t>
            </a:r>
          </a:p>
          <a:p>
            <a:pPr marL="342900" indent="-342900">
              <a:lnSpc>
                <a:spcPts val="4000"/>
              </a:lnSpc>
              <a:buFont typeface="Wingdings" panose="05000000000000000000" pitchFamily="2" charset="2"/>
              <a:buChar char="§"/>
              <a:defRPr/>
            </a:pPr>
            <a:r>
              <a:rPr lang="en-US" altLang="en-US" sz="2800" dirty="0" err="1">
                <a:solidFill>
                  <a:srgbClr val="002060"/>
                </a:solidFill>
                <a:latin typeface="Times New Roman" panose="02020603050405020304" pitchFamily="18" charset="0"/>
                <a:cs typeface="Times New Roman" panose="02020603050405020304" pitchFamily="18" charset="0"/>
              </a:rPr>
              <a:t>Tất</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cả</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mọi</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chính</a:t>
            </a:r>
            <a:r>
              <a:rPr lang="en-US" altLang="en-US" sz="2800" dirty="0">
                <a:solidFill>
                  <a:srgbClr val="002060"/>
                </a:solidFill>
                <a:latin typeface="Times New Roman" panose="02020603050405020304" pitchFamily="18" charset="0"/>
                <a:cs typeface="Times New Roman" panose="02020603050405020304" pitchFamily="18" charset="0"/>
              </a:rPr>
              <a:t> </a:t>
            </a:r>
            <a:r>
              <a:rPr lang="en-US" altLang="en-US" sz="2800" dirty="0" err="1">
                <a:solidFill>
                  <a:srgbClr val="002060"/>
                </a:solidFill>
                <a:latin typeface="Times New Roman" panose="02020603050405020304" pitchFamily="18" charset="0"/>
                <a:cs typeface="Times New Roman" panose="02020603050405020304" pitchFamily="18" charset="0"/>
              </a:rPr>
              <a:t>sách</a:t>
            </a:r>
            <a:endParaRPr lang="en-US" altLang="en-US" sz="2800" dirty="0">
              <a:solidFill>
                <a:srgbClr val="00206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2462760" y="522835"/>
            <a:ext cx="7220607" cy="1015663"/>
          </a:xfrm>
          <a:prstGeom prst="rect">
            <a:avLst/>
          </a:prstGeom>
          <a:noFill/>
        </p:spPr>
        <p:txBody>
          <a:bodyPr wrap="squar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4.</a:t>
            </a:r>
            <a:r>
              <a:rPr lang="vi-VN" sz="3000" b="1" dirty="0">
                <a:solidFill>
                  <a:srgbClr val="FF0000"/>
                </a:solidFill>
                <a:latin typeface="Times New Roman" panose="02020603050405020304" pitchFamily="18" charset="0"/>
                <a:cs typeface="Times New Roman" panose="02020603050405020304" pitchFamily="18" charset="0"/>
              </a:rPr>
              <a:t>2. Nhà nước xã hội chủ nghĩa</a:t>
            </a:r>
            <a:endParaRPr lang="en-US" sz="3000" dirty="0">
              <a:solidFill>
                <a:srgbClr val="FF0000"/>
              </a:solidFill>
              <a:latin typeface="Times New Roman" panose="02020603050405020304" pitchFamily="18" charset="0"/>
              <a:cs typeface="Times New Roman" panose="02020603050405020304" pitchFamily="18" charset="0"/>
            </a:endParaRPr>
          </a:p>
          <a:p>
            <a:endParaRPr lang="en-US" sz="3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646787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8178">
                                            <p:txEl>
                                              <p:pRg st="1" end="1"/>
                                            </p:txEl>
                                          </p:spTgt>
                                        </p:tgtEl>
                                        <p:attrNameLst>
                                          <p:attrName>style.visibility</p:attrName>
                                        </p:attrNameLst>
                                      </p:cBhvr>
                                      <p:to>
                                        <p:strVal val="visible"/>
                                      </p:to>
                                    </p:set>
                                    <p:animEffect transition="in" filter="box(in)">
                                      <p:cBhvr>
                                        <p:cTn id="12" dur="500"/>
                                        <p:tgtEl>
                                          <p:spTgt spid="1781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8178">
                                            <p:txEl>
                                              <p:pRg st="2" end="2"/>
                                            </p:txEl>
                                          </p:spTgt>
                                        </p:tgtEl>
                                        <p:attrNameLst>
                                          <p:attrName>style.visibility</p:attrName>
                                        </p:attrNameLst>
                                      </p:cBhvr>
                                      <p:to>
                                        <p:strVal val="visible"/>
                                      </p:to>
                                    </p:set>
                                    <p:animEffect transition="in" filter="box(in)">
                                      <p:cBhvr>
                                        <p:cTn id="17" dur="500"/>
                                        <p:tgtEl>
                                          <p:spTgt spid="1781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78178">
                                            <p:txEl>
                                              <p:pRg st="3" end="3"/>
                                            </p:txEl>
                                          </p:spTgt>
                                        </p:tgtEl>
                                        <p:attrNameLst>
                                          <p:attrName>style.visibility</p:attrName>
                                        </p:attrNameLst>
                                      </p:cBhvr>
                                      <p:to>
                                        <p:strVal val="visible"/>
                                      </p:to>
                                    </p:set>
                                    <p:animEffect transition="in" filter="box(in)">
                                      <p:cBhvr>
                                        <p:cTn id="22" dur="500"/>
                                        <p:tgtEl>
                                          <p:spTgt spid="17817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78178">
                                            <p:txEl>
                                              <p:pRg st="4" end="4"/>
                                            </p:txEl>
                                          </p:spTgt>
                                        </p:tgtEl>
                                        <p:attrNameLst>
                                          <p:attrName>style.visibility</p:attrName>
                                        </p:attrNameLst>
                                      </p:cBhvr>
                                      <p:to>
                                        <p:strVal val="visible"/>
                                      </p:to>
                                    </p:set>
                                    <p:animEffect transition="in" filter="box(in)">
                                      <p:cBhvr>
                                        <p:cTn id="27" dur="500"/>
                                        <p:tgtEl>
                                          <p:spTgt spid="17817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78178">
                                            <p:txEl>
                                              <p:pRg st="5" end="5"/>
                                            </p:txEl>
                                          </p:spTgt>
                                        </p:tgtEl>
                                        <p:attrNameLst>
                                          <p:attrName>style.visibility</p:attrName>
                                        </p:attrNameLst>
                                      </p:cBhvr>
                                      <p:to>
                                        <p:strVal val="visible"/>
                                      </p:to>
                                    </p:set>
                                    <p:animEffect transition="in" filter="box(in)">
                                      <p:cBhvr>
                                        <p:cTn id="32" dur="500"/>
                                        <p:tgtEl>
                                          <p:spTgt spid="17817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4FBDCD48-1197-450A-B774-8E49E5F282E1}" type="slidenum">
              <a:rPr lang="en-US">
                <a:solidFill>
                  <a:srgbClr val="FFFFFF"/>
                </a:solidFill>
              </a:rPr>
              <a:pPr eaLnBrk="1" hangingPunct="1">
                <a:lnSpc>
                  <a:spcPct val="80000"/>
                </a:lnSpc>
              </a:pPr>
              <a:t>37</a:t>
            </a:fld>
            <a:endParaRPr lang="en-US">
              <a:solidFill>
                <a:srgbClr val="FFFFFF"/>
              </a:solidFill>
            </a:endParaRPr>
          </a:p>
        </p:txBody>
      </p:sp>
      <p:sp>
        <p:nvSpPr>
          <p:cNvPr id="176133" name="Text Box 5"/>
          <p:cNvSpPr txBox="1">
            <a:spLocks noChangeArrowheads="1"/>
          </p:cNvSpPr>
          <p:nvPr/>
        </p:nvSpPr>
        <p:spPr bwMode="auto">
          <a:xfrm>
            <a:off x="599090" y="1201901"/>
            <a:ext cx="11256579"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just" eaLnBrk="1" hangingPunct="1">
              <a:lnSpc>
                <a:spcPct val="120000"/>
              </a:lnSpc>
              <a:spcBef>
                <a:spcPts val="600"/>
              </a:spcBef>
              <a:buFont typeface="Wingdings" panose="05000000000000000000" pitchFamily="2" charset="2"/>
              <a:buChar char="ü"/>
            </a:pPr>
            <a:r>
              <a:rPr lang="en-US" altLang="en-US" sz="2800" dirty="0">
                <a:solidFill>
                  <a:srgbClr val="0000CC"/>
                </a:solidFill>
                <a:latin typeface="Arial" panose="020B0604020202020204" pitchFamily="34"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Về</a:t>
            </a:r>
            <a:r>
              <a:rPr lang="en-US" altLang="en-US" sz="2800" dirty="0">
                <a:solidFill>
                  <a:srgbClr val="0000CC"/>
                </a:solidFill>
                <a:latin typeface="Arial" panose="020B0604020202020204" pitchFamily="34"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kinh</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tế</a:t>
            </a:r>
            <a:r>
              <a:rPr lang="en-US" altLang="en-US" sz="2800" i="1" dirty="0">
                <a:solidFill>
                  <a:srgbClr val="7030A0"/>
                </a:solidFill>
                <a:latin typeface="Times New Roman" panose="02020603050405020304" pitchFamily="18" charset="0"/>
                <a:cs typeface="Times New Roman" panose="02020603050405020304" pitchFamily="18" charset="0"/>
              </a:rPr>
              <a:t>: </a:t>
            </a:r>
          </a:p>
          <a:p>
            <a:pPr eaLnBrk="1" hangingPunct="1">
              <a:lnSpc>
                <a:spcPct val="120000"/>
              </a:lnSpc>
              <a:spcBef>
                <a:spcPts val="600"/>
              </a:spcBef>
              <a:buFont typeface="Wingdings" panose="05000000000000000000" pitchFamily="2" charset="2"/>
              <a:buChar char="§"/>
            </a:pPr>
            <a:r>
              <a:rPr lang="en-US" altLang="en-US" sz="2600" dirty="0" err="1">
                <a:solidFill>
                  <a:srgbClr val="002060"/>
                </a:solidFill>
                <a:latin typeface="Times New Roman" panose="02020603050405020304" pitchFamily="18" charset="0"/>
                <a:cs typeface="Times New Roman" panose="02020603050405020304" pitchFamily="18" charset="0"/>
              </a:rPr>
              <a:t>Chịu</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sự</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quy</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định</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của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cơ</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sở</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kinh</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tế</a:t>
            </a:r>
            <a:r>
              <a:rPr lang="en-US" altLang="en-US" sz="2600" dirty="0">
                <a:solidFill>
                  <a:srgbClr val="002060"/>
                </a:solidFill>
                <a:latin typeface="Times New Roman" panose="02020603050405020304" pitchFamily="18" charset="0"/>
                <a:cs typeface="Times New Roman" panose="02020603050405020304" pitchFamily="18" charset="0"/>
              </a:rPr>
              <a:t> XHCN (</a:t>
            </a:r>
            <a:r>
              <a:rPr lang="en-US" altLang="en-US" sz="2600" dirty="0" err="1">
                <a:solidFill>
                  <a:srgbClr val="002060"/>
                </a:solidFill>
                <a:latin typeface="Times New Roman" panose="02020603050405020304" pitchFamily="18" charset="0"/>
                <a:cs typeface="Times New Roman" panose="02020603050405020304" pitchFamily="18" charset="0"/>
              </a:rPr>
              <a:t>chế</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độ</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sở</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hữu</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xã</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hội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về</a:t>
            </a:r>
            <a:r>
              <a:rPr lang="en-US" altLang="en-US" sz="2600" dirty="0">
                <a:solidFill>
                  <a:srgbClr val="002060"/>
                </a:solidFill>
                <a:latin typeface="Times New Roman" panose="02020603050405020304" pitchFamily="18" charset="0"/>
                <a:cs typeface="Times New Roman" panose="02020603050405020304" pitchFamily="18" charset="0"/>
              </a:rPr>
              <a:t> TLSX </a:t>
            </a:r>
            <a:r>
              <a:rPr lang="en-US" altLang="en-US" sz="2600" dirty="0" err="1">
                <a:solidFill>
                  <a:srgbClr val="002060"/>
                </a:solidFill>
                <a:latin typeface="Times New Roman" panose="02020603050405020304" pitchFamily="18" charset="0"/>
                <a:cs typeface="Times New Roman" panose="02020603050405020304" pitchFamily="18" charset="0"/>
              </a:rPr>
              <a:t>chủ</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yếu</a:t>
            </a:r>
            <a:r>
              <a:rPr lang="en-US" altLang="en-US" sz="2600" dirty="0">
                <a:solidFill>
                  <a:srgbClr val="002060"/>
                </a:solidFill>
                <a:latin typeface="Times New Roman" panose="02020603050405020304" pitchFamily="18" charset="0"/>
                <a:cs typeface="Times New Roman" panose="02020603050405020304" pitchFamily="18" charset="0"/>
              </a:rPr>
              <a:t>) </a:t>
            </a:r>
          </a:p>
          <a:p>
            <a:pPr eaLnBrk="1" hangingPunct="1">
              <a:lnSpc>
                <a:spcPct val="120000"/>
              </a:lnSpc>
              <a:spcBef>
                <a:spcPts val="600"/>
              </a:spcBef>
              <a:buFont typeface="Wingdings" panose="05000000000000000000" pitchFamily="2" charset="2"/>
              <a:buChar char="§"/>
            </a:pPr>
            <a:r>
              <a:rPr lang="en-US" altLang="en-US" sz="2600" dirty="0" err="1">
                <a:solidFill>
                  <a:srgbClr val="002060"/>
                </a:solidFill>
                <a:latin typeface="Times New Roman" panose="02020603050405020304" pitchFamily="18" charset="0"/>
                <a:cs typeface="Times New Roman" panose="02020603050405020304" pitchFamily="18" charset="0"/>
              </a:rPr>
              <a:t>Không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ngững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nâng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cao</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đời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sống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vật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chất</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của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nhân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dân</a:t>
            </a:r>
            <a:endParaRPr lang="en-US" altLang="en-US" sz="2600" dirty="0">
              <a:solidFill>
                <a:srgbClr val="002060"/>
              </a:solidFill>
              <a:latin typeface="Times New Roman" panose="02020603050405020304" pitchFamily="18" charset="0"/>
              <a:cs typeface="Times New Roman" panose="02020603050405020304" pitchFamily="18" charset="0"/>
            </a:endParaRPr>
          </a:p>
        </p:txBody>
      </p:sp>
      <p:sp>
        <p:nvSpPr>
          <p:cNvPr id="176134" name="Text Box 6"/>
          <p:cNvSpPr txBox="1">
            <a:spLocks noChangeArrowheads="1"/>
          </p:cNvSpPr>
          <p:nvPr/>
        </p:nvSpPr>
        <p:spPr bwMode="auto">
          <a:xfrm>
            <a:off x="599089" y="3547242"/>
            <a:ext cx="11256579"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itchFamily="34" charset="0"/>
                <a:cs typeface="Arial" charset="0"/>
              </a:defRPr>
            </a:lvl1pPr>
            <a:lvl2pPr marL="742950" indent="-285750" eaLnBrk="0" hangingPunct="0">
              <a:defRPr b="1">
                <a:solidFill>
                  <a:schemeClr val="tx1"/>
                </a:solidFill>
                <a:latin typeface="Verdana" pitchFamily="34" charset="0"/>
                <a:cs typeface="Arial" charset="0"/>
              </a:defRPr>
            </a:lvl2pPr>
            <a:lvl3pPr marL="1143000" indent="-228600" eaLnBrk="0" hangingPunct="0">
              <a:defRPr b="1">
                <a:solidFill>
                  <a:schemeClr val="tx1"/>
                </a:solidFill>
                <a:latin typeface="Verdana" pitchFamily="34" charset="0"/>
                <a:cs typeface="Arial" charset="0"/>
              </a:defRPr>
            </a:lvl3pPr>
            <a:lvl4pPr marL="1600200" indent="-228600" eaLnBrk="0" hangingPunct="0">
              <a:defRPr b="1">
                <a:solidFill>
                  <a:schemeClr val="tx1"/>
                </a:solidFill>
                <a:latin typeface="Verdana" pitchFamily="34" charset="0"/>
                <a:cs typeface="Arial" charset="0"/>
              </a:defRPr>
            </a:lvl4pPr>
            <a:lvl5pPr marL="2057400" indent="-228600" eaLnBrk="0" hangingPunct="0">
              <a:defRPr b="1">
                <a:solidFill>
                  <a:schemeClr val="tx1"/>
                </a:solidFill>
                <a:latin typeface="Verdana" pitchFamily="34" charset="0"/>
                <a:cs typeface="Arial" charset="0"/>
              </a:defRPr>
            </a:lvl5pPr>
            <a:lvl6pPr marL="2514600" indent="-228600" eaLnBrk="0" fontAlgn="base" hangingPunct="0">
              <a:spcBef>
                <a:spcPct val="0"/>
              </a:spcBef>
              <a:spcAft>
                <a:spcPct val="0"/>
              </a:spcAft>
              <a:defRPr b="1">
                <a:solidFill>
                  <a:schemeClr val="tx1"/>
                </a:solidFill>
                <a:latin typeface="Verdana" pitchFamily="34" charset="0"/>
                <a:cs typeface="Arial" charset="0"/>
              </a:defRPr>
            </a:lvl6pPr>
            <a:lvl7pPr marL="2971800" indent="-228600" eaLnBrk="0" fontAlgn="base" hangingPunct="0">
              <a:spcBef>
                <a:spcPct val="0"/>
              </a:spcBef>
              <a:spcAft>
                <a:spcPct val="0"/>
              </a:spcAft>
              <a:defRPr b="1">
                <a:solidFill>
                  <a:schemeClr val="tx1"/>
                </a:solidFill>
                <a:latin typeface="Verdana" pitchFamily="34" charset="0"/>
                <a:cs typeface="Arial" charset="0"/>
              </a:defRPr>
            </a:lvl7pPr>
            <a:lvl8pPr marL="3429000" indent="-228600" eaLnBrk="0" fontAlgn="base" hangingPunct="0">
              <a:spcBef>
                <a:spcPct val="0"/>
              </a:spcBef>
              <a:spcAft>
                <a:spcPct val="0"/>
              </a:spcAft>
              <a:defRPr b="1">
                <a:solidFill>
                  <a:schemeClr val="tx1"/>
                </a:solidFill>
                <a:latin typeface="Verdana" pitchFamily="34" charset="0"/>
                <a:cs typeface="Arial" charset="0"/>
              </a:defRPr>
            </a:lvl8pPr>
            <a:lvl9pPr marL="3886200" indent="-228600" eaLnBrk="0" fontAlgn="base" hangingPunct="0">
              <a:spcBef>
                <a:spcPct val="0"/>
              </a:spcBef>
              <a:spcAft>
                <a:spcPct val="0"/>
              </a:spcAft>
              <a:defRPr b="1">
                <a:solidFill>
                  <a:schemeClr val="tx1"/>
                </a:solidFill>
                <a:latin typeface="Verdana" pitchFamily="34" charset="0"/>
                <a:cs typeface="Arial" charset="0"/>
              </a:defRPr>
            </a:lvl9pPr>
          </a:lstStyle>
          <a:p>
            <a:pPr marL="457200" indent="-457200" algn="just" eaLnBrk="1" hangingPunct="1">
              <a:buFont typeface="Wingdings" panose="05000000000000000000" pitchFamily="2" charset="2"/>
              <a:buChar char="ü"/>
              <a:defRPr/>
            </a:pPr>
            <a:r>
              <a:rPr lang="en-US" altLang="en-US" sz="2800" i="1" dirty="0" err="1">
                <a:solidFill>
                  <a:srgbClr val="7030A0"/>
                </a:solidFill>
                <a:latin typeface="Times New Roman" panose="02020603050405020304" pitchFamily="18" charset="0"/>
                <a:cs typeface="Times New Roman" panose="02020603050405020304" pitchFamily="18" charset="0"/>
              </a:rPr>
              <a:t>Về</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Tư</a:t>
            </a:r>
            <a:r>
              <a:rPr lang="en-US" altLang="en-US" sz="2800" i="1" dirty="0">
                <a:solidFill>
                  <a:srgbClr val="7030A0"/>
                </a:solidFill>
                <a:latin typeface="Times New Roman" panose="02020603050405020304" pitchFamily="18" charset="0"/>
                <a:cs typeface="Times New Roman" panose="02020603050405020304" pitchFamily="18" charset="0"/>
              </a:rPr>
              <a:t> </a:t>
            </a:r>
            <a:r>
              <a:rPr lang="en-US" altLang="en-US" sz="2800" i="1" dirty="0" err="1">
                <a:solidFill>
                  <a:srgbClr val="7030A0"/>
                </a:solidFill>
                <a:latin typeface="Times New Roman" panose="02020603050405020304" pitchFamily="18" charset="0"/>
                <a:cs typeface="Times New Roman" panose="02020603050405020304" pitchFamily="18" charset="0"/>
              </a:rPr>
              <a:t>tưởng</a:t>
            </a:r>
            <a:r>
              <a:rPr lang="en-US" altLang="en-US" sz="2800" i="1" dirty="0">
                <a:solidFill>
                  <a:srgbClr val="7030A0"/>
                </a:solidFill>
                <a:latin typeface="Times New Roman" panose="02020603050405020304" pitchFamily="18" charset="0"/>
                <a:cs typeface="Times New Roman" panose="02020603050405020304" pitchFamily="18" charset="0"/>
              </a:rPr>
              <a:t> - VHXH: </a:t>
            </a: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Hệ</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tư</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tưởng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chủ</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đạo</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trong</a:t>
            </a:r>
            <a:r>
              <a:rPr lang="en-US" altLang="en-US" sz="2600" dirty="0">
                <a:solidFill>
                  <a:srgbClr val="002060"/>
                </a:solidFill>
                <a:latin typeface="Times New Roman" panose="02020603050405020304" pitchFamily="18" charset="0"/>
                <a:cs typeface="Times New Roman" panose="02020603050405020304" pitchFamily="18" charset="0"/>
              </a:rPr>
              <a:t> NN </a:t>
            </a:r>
            <a:r>
              <a:rPr lang="en-US" altLang="en-US" sz="2600" dirty="0" err="1">
                <a:solidFill>
                  <a:srgbClr val="002060"/>
                </a:solidFill>
                <a:latin typeface="Times New Roman" panose="02020603050405020304" pitchFamily="18" charset="0"/>
                <a:cs typeface="Times New Roman" panose="02020603050405020304" pitchFamily="18" charset="0"/>
              </a:rPr>
              <a:t>là</a:t>
            </a:r>
            <a:r>
              <a:rPr lang="en-US" altLang="en-US" sz="2600" dirty="0">
                <a:solidFill>
                  <a:srgbClr val="002060"/>
                </a:solidFill>
                <a:latin typeface="Times New Roman" panose="02020603050405020304" pitchFamily="18" charset="0"/>
                <a:cs typeface="Times New Roman" panose="02020603050405020304" pitchFamily="18" charset="0"/>
              </a:rPr>
              <a:t> CN </a:t>
            </a:r>
            <a:r>
              <a:rPr lang="en-US" altLang="en-US" sz="2600" dirty="0" err="1">
                <a:solidFill>
                  <a:srgbClr val="002060"/>
                </a:solidFill>
                <a:latin typeface="Times New Roman" panose="02020603050405020304" pitchFamily="18" charset="0"/>
                <a:cs typeface="Times New Roman" panose="02020603050405020304" pitchFamily="18" charset="0"/>
              </a:rPr>
              <a:t>Mác</a:t>
            </a:r>
            <a:r>
              <a:rPr lang="en-US" altLang="en-US" sz="2600" dirty="0">
                <a:solidFill>
                  <a:srgbClr val="002060"/>
                </a:solidFill>
                <a:latin typeface="Times New Roman" panose="02020603050405020304" pitchFamily="18" charset="0"/>
                <a:cs typeface="Times New Roman" panose="02020603050405020304" pitchFamily="18" charset="0"/>
              </a:rPr>
              <a:t> – </a:t>
            </a:r>
            <a:r>
              <a:rPr lang="en-US" altLang="en-US" sz="2600" dirty="0" err="1">
                <a:solidFill>
                  <a:srgbClr val="002060"/>
                </a:solidFill>
                <a:latin typeface="Times New Roman" panose="02020603050405020304" pitchFamily="18" charset="0"/>
                <a:cs typeface="Times New Roman" panose="02020603050405020304" pitchFamily="18" charset="0"/>
              </a:rPr>
              <a:t>Lênin</a:t>
            </a:r>
            <a:endParaRPr lang="en-US" altLang="en-US" sz="2600" dirty="0">
              <a:solidFill>
                <a:srgbClr val="002060"/>
              </a:solidFill>
              <a:latin typeface="Times New Roman" panose="02020603050405020304" pitchFamily="18" charset="0"/>
              <a:cs typeface="Times New Roman" panose="02020603050405020304" pitchFamily="18" charset="0"/>
            </a:endParaRP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Kế</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thừa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những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giá</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trị</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của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các</a:t>
            </a:r>
            <a:r>
              <a:rPr lang="en-US" altLang="en-US" sz="2600" dirty="0">
                <a:solidFill>
                  <a:srgbClr val="002060"/>
                </a:solidFill>
                <a:latin typeface="Times New Roman" panose="02020603050405020304" pitchFamily="18" charset="0"/>
                <a:cs typeface="Times New Roman" panose="02020603050405020304" pitchFamily="18" charset="0"/>
              </a:rPr>
              <a:t> NN </a:t>
            </a:r>
            <a:r>
              <a:rPr lang="en-US" altLang="en-US" sz="2600" dirty="0" err="1">
                <a:solidFill>
                  <a:srgbClr val="002060"/>
                </a:solidFill>
                <a:latin typeface="Times New Roman" panose="02020603050405020304" pitchFamily="18" charset="0"/>
                <a:cs typeface="Times New Roman" panose="02020603050405020304" pitchFamily="18" charset="0"/>
              </a:rPr>
              <a:t>trước</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đó</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trong</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xây</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dựng</a:t>
            </a:r>
            <a:r>
              <a:rPr lang="en-US" altLang="en-US" sz="2600" dirty="0">
                <a:solidFill>
                  <a:srgbClr val="002060"/>
                </a:solidFill>
                <a:latin typeface="Times New Roman" panose="02020603050405020304" pitchFamily="18" charset="0"/>
                <a:cs typeface="Times New Roman" panose="02020603050405020304" pitchFamily="18" charset="0"/>
              </a:rPr>
              <a:t> NN XHCN</a:t>
            </a: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Xóa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bỏ</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sự</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phân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hóa</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giai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cấp</a:t>
            </a:r>
            <a:r>
              <a:rPr lang="en-US" altLang="en-US" sz="2600" dirty="0">
                <a:solidFill>
                  <a:srgbClr val="002060"/>
                </a:solidFill>
                <a:latin typeface="Times New Roman" panose="02020603050405020304" pitchFamily="18" charset="0"/>
                <a:cs typeface="Times New Roman" panose="02020603050405020304" pitchFamily="18" charset="0"/>
              </a:rPr>
              <a:t>, TL</a:t>
            </a:r>
          </a:p>
          <a:p>
            <a:pPr marL="342900" indent="-342900" eaLnBrk="1" hangingPunct="1">
              <a:spcBef>
                <a:spcPts val="600"/>
              </a:spcBef>
              <a:buFont typeface="Wingdings" panose="05000000000000000000" pitchFamily="2" charset="2"/>
              <a:buChar char="§"/>
              <a:defRPr/>
            </a:pPr>
            <a:r>
              <a:rPr lang="en-US" altLang="en-US" sz="2600" dirty="0" err="1">
                <a:solidFill>
                  <a:srgbClr val="002060"/>
                </a:solidFill>
                <a:latin typeface="Times New Roman" panose="02020603050405020304" pitchFamily="18" charset="0"/>
                <a:cs typeface="Times New Roman" panose="02020603050405020304" pitchFamily="18" charset="0"/>
              </a:rPr>
              <a:t>Bảo</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đảm</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quyền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cơ</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bản</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của</a:t>
            </a:r>
            <a:r>
              <a:rPr lang="en-US" altLang="en-US" sz="2600" dirty="0">
                <a:solidFill>
                  <a:srgbClr val="002060"/>
                </a:solidFill>
                <a:latin typeface="Times New Roman" panose="02020603050405020304" pitchFamily="18" charset="0"/>
                <a:cs typeface="Times New Roman" panose="02020603050405020304" pitchFamily="18" charset="0"/>
              </a:rPr>
              <a:t> con </a:t>
            </a:r>
            <a:r>
              <a:rPr lang="en-US" altLang="en-US" sz="2600" dirty="0" err="1">
                <a:solidFill>
                  <a:srgbClr val="002060"/>
                </a:solidFill>
                <a:latin typeface="Times New Roman" panose="02020603050405020304" pitchFamily="18" charset="0"/>
                <a:cs typeface="Times New Roman" panose="02020603050405020304" pitchFamily="18" charset="0"/>
              </a:rPr>
              <a:t>người</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tự</a:t>
            </a:r>
            <a:r>
              <a:rPr lang="en-US" altLang="en-US" sz="2600" dirty="0">
                <a:solidFill>
                  <a:srgbClr val="002060"/>
                </a:solidFill>
                <a:latin typeface="Times New Roman" panose="02020603050405020304" pitchFamily="18" charset="0"/>
                <a:cs typeface="Times New Roman" panose="02020603050405020304" pitchFamily="18" charset="0"/>
              </a:rPr>
              <a:t> do, </a:t>
            </a:r>
            <a:r>
              <a:rPr lang="en-US" altLang="en-US" sz="2600" dirty="0" err="1">
                <a:solidFill>
                  <a:srgbClr val="002060"/>
                </a:solidFill>
                <a:latin typeface="Times New Roman" panose="02020603050405020304" pitchFamily="18" charset="0"/>
                <a:cs typeface="Times New Roman" panose="02020603050405020304" pitchFamily="18" charset="0"/>
              </a:rPr>
              <a:t>bình</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err="1">
                <a:solidFill>
                  <a:srgbClr val="002060"/>
                </a:solidFill>
                <a:latin typeface="Times New Roman" panose="02020603050405020304" pitchFamily="18" charset="0"/>
                <a:cs typeface="Times New Roman" panose="02020603050405020304" pitchFamily="18" charset="0"/>
              </a:rPr>
              <a:t>đẳng</a:t>
            </a:r>
            <a:r>
              <a:rPr lang="en-US" altLang="en-US" sz="26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0851340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6133">
                                            <p:txEl>
                                              <p:pRg st="0" end="0"/>
                                            </p:txEl>
                                          </p:spTgt>
                                        </p:tgtEl>
                                        <p:attrNameLst>
                                          <p:attrName>style.visibility</p:attrName>
                                        </p:attrNameLst>
                                      </p:cBhvr>
                                      <p:to>
                                        <p:strVal val="visible"/>
                                      </p:to>
                                    </p:set>
                                    <p:animEffect transition="in" filter="box(in)">
                                      <p:cBhvr>
                                        <p:cTn id="7" dur="500"/>
                                        <p:tgtEl>
                                          <p:spTgt spid="17613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6133">
                                            <p:txEl>
                                              <p:pRg st="1" end="1"/>
                                            </p:txEl>
                                          </p:spTgt>
                                        </p:tgtEl>
                                        <p:attrNameLst>
                                          <p:attrName>style.visibility</p:attrName>
                                        </p:attrNameLst>
                                      </p:cBhvr>
                                      <p:to>
                                        <p:strVal val="visible"/>
                                      </p:to>
                                    </p:set>
                                    <p:animEffect transition="in" filter="box(in)">
                                      <p:cBhvr>
                                        <p:cTn id="12" dur="500"/>
                                        <p:tgtEl>
                                          <p:spTgt spid="17613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6133">
                                            <p:txEl>
                                              <p:pRg st="2" end="2"/>
                                            </p:txEl>
                                          </p:spTgt>
                                        </p:tgtEl>
                                        <p:attrNameLst>
                                          <p:attrName>style.visibility</p:attrName>
                                        </p:attrNameLst>
                                      </p:cBhvr>
                                      <p:to>
                                        <p:strVal val="visible"/>
                                      </p:to>
                                    </p:set>
                                    <p:animEffect transition="in" filter="box(in)">
                                      <p:cBhvr>
                                        <p:cTn id="17" dur="500"/>
                                        <p:tgtEl>
                                          <p:spTgt spid="17613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76134">
                                            <p:txEl>
                                              <p:pRg st="0" end="0"/>
                                            </p:txEl>
                                          </p:spTgt>
                                        </p:tgtEl>
                                        <p:attrNameLst>
                                          <p:attrName>style.visibility</p:attrName>
                                        </p:attrNameLst>
                                      </p:cBhvr>
                                      <p:to>
                                        <p:strVal val="visible"/>
                                      </p:to>
                                    </p:set>
                                    <p:animEffect transition="in" filter="box(in)">
                                      <p:cBhvr>
                                        <p:cTn id="22" dur="500"/>
                                        <p:tgtEl>
                                          <p:spTgt spid="17613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76134">
                                            <p:txEl>
                                              <p:pRg st="1" end="1"/>
                                            </p:txEl>
                                          </p:spTgt>
                                        </p:tgtEl>
                                        <p:attrNameLst>
                                          <p:attrName>style.visibility</p:attrName>
                                        </p:attrNameLst>
                                      </p:cBhvr>
                                      <p:to>
                                        <p:strVal val="visible"/>
                                      </p:to>
                                    </p:set>
                                    <p:animEffect transition="in" filter="box(in)">
                                      <p:cBhvr>
                                        <p:cTn id="27" dur="500"/>
                                        <p:tgtEl>
                                          <p:spTgt spid="176134">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76134">
                                            <p:txEl>
                                              <p:pRg st="2" end="2"/>
                                            </p:txEl>
                                          </p:spTgt>
                                        </p:tgtEl>
                                        <p:attrNameLst>
                                          <p:attrName>style.visibility</p:attrName>
                                        </p:attrNameLst>
                                      </p:cBhvr>
                                      <p:to>
                                        <p:strVal val="visible"/>
                                      </p:to>
                                    </p:set>
                                    <p:animEffect transition="in" filter="box(in)">
                                      <p:cBhvr>
                                        <p:cTn id="32" dur="500"/>
                                        <p:tgtEl>
                                          <p:spTgt spid="176134">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76134">
                                            <p:txEl>
                                              <p:pRg st="3" end="3"/>
                                            </p:txEl>
                                          </p:spTgt>
                                        </p:tgtEl>
                                        <p:attrNameLst>
                                          <p:attrName>style.visibility</p:attrName>
                                        </p:attrNameLst>
                                      </p:cBhvr>
                                      <p:to>
                                        <p:strVal val="visible"/>
                                      </p:to>
                                    </p:set>
                                    <p:animEffect transition="in" filter="box(in)">
                                      <p:cBhvr>
                                        <p:cTn id="37" dur="500"/>
                                        <p:tgtEl>
                                          <p:spTgt spid="176134">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76134">
                                            <p:txEl>
                                              <p:pRg st="4" end="4"/>
                                            </p:txEl>
                                          </p:spTgt>
                                        </p:tgtEl>
                                        <p:attrNameLst>
                                          <p:attrName>style.visibility</p:attrName>
                                        </p:attrNameLst>
                                      </p:cBhvr>
                                      <p:to>
                                        <p:strVal val="visible"/>
                                      </p:to>
                                    </p:set>
                                    <p:animEffect transition="in" filter="box(in)">
                                      <p:cBhvr>
                                        <p:cTn id="42" dur="500"/>
                                        <p:tgtEl>
                                          <p:spTgt spid="1761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A331DF6-3B7A-4CF7-83EB-881D9418ED78}" type="slidenum">
              <a:rPr lang="en-US" altLang="en-US">
                <a:solidFill>
                  <a:schemeClr val="tx2"/>
                </a:solidFill>
              </a:rPr>
              <a:pPr eaLnBrk="1" hangingPunct="1"/>
              <a:t>38</a:t>
            </a:fld>
            <a:endParaRPr lang="en-US" altLang="en-US">
              <a:solidFill>
                <a:schemeClr val="tx2"/>
              </a:solidFill>
            </a:endParaRPr>
          </a:p>
        </p:txBody>
      </p:sp>
      <p:sp>
        <p:nvSpPr>
          <p:cNvPr id="178178" name="Text Box 2"/>
          <p:cNvSpPr txBox="1">
            <a:spLocks noChangeArrowheads="1"/>
          </p:cNvSpPr>
          <p:nvPr/>
        </p:nvSpPr>
        <p:spPr bwMode="auto">
          <a:xfrm>
            <a:off x="483476" y="1757855"/>
            <a:ext cx="11225048" cy="3323987"/>
          </a:xfrm>
          <a:prstGeom prst="rect">
            <a:avLst/>
          </a:prstGeom>
          <a:noFill/>
          <a:ln w="9525">
            <a:noFill/>
            <a:miter lim="800000"/>
            <a:headEnd/>
            <a:tailEnd/>
          </a:ln>
          <a:effectLst/>
        </p:spPr>
        <p:txBody>
          <a:bodyPr wrap="square">
            <a:spAutoFit/>
          </a:bodyPr>
          <a:lstStyle/>
          <a:p>
            <a:pPr algn="just">
              <a:lnSpc>
                <a:spcPct val="150000"/>
              </a:lnSpc>
              <a:spcBef>
                <a:spcPts val="600"/>
              </a:spcBef>
              <a:defRPr/>
            </a:pP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sz="2800" i="1" dirty="0">
                <a:solidFill>
                  <a:srgbClr val="002060"/>
                </a:solidFill>
                <a:latin typeface="Times New Roman" pitchFamily="18" charset="0"/>
                <a:cs typeface="Times New Roman" pitchFamily="18" charset="0"/>
              </a:rPr>
              <a:t>nhà nước xã hội chủ nghĩa là nhà nước mà ở đó, sự thống trị chính trị thuộc về giai cấp công nhân, do cách mạng xã hội chủ nghĩa sản sinh ra và có sứ mệnh xây dựng thành công chủ nghĩa xã hội, đưa nhân dân lao động lên địa vị làm chủ trên tất cả các mặt của đời sống xã hội trong một xã hội phát triển cao – xã hội xã hội chủ nghĩa.</a:t>
            </a:r>
            <a:endParaRPr lang="en-US" sz="2800" i="1" dirty="0">
              <a:solidFill>
                <a:srgbClr val="002060"/>
              </a:solidFill>
              <a:latin typeface="Times New Roman" pitchFamily="18" charset="0"/>
              <a:cs typeface="Times New Roman" pitchFamily="18" charset="0"/>
            </a:endParaRPr>
          </a:p>
        </p:txBody>
      </p:sp>
      <p:pic>
        <p:nvPicPr>
          <p:cNvPr id="47108" name="Picture 5" descr="bee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4840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704211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E4D8F88-E05A-44F3-9E16-FF3C0D330E8B}" type="slidenum">
              <a:rPr lang="en-US" altLang="en-US">
                <a:solidFill>
                  <a:schemeClr val="tx2"/>
                </a:solidFill>
              </a:rPr>
              <a:pPr eaLnBrk="1" hangingPunct="1"/>
              <a:t>39</a:t>
            </a:fld>
            <a:endParaRPr lang="en-US" altLang="en-US">
              <a:solidFill>
                <a:schemeClr val="tx2"/>
              </a:solidFill>
            </a:endParaRPr>
          </a:p>
        </p:txBody>
      </p:sp>
      <p:sp>
        <p:nvSpPr>
          <p:cNvPr id="178178" name="Text Box 2"/>
          <p:cNvSpPr txBox="1">
            <a:spLocks noChangeArrowheads="1"/>
          </p:cNvSpPr>
          <p:nvPr/>
        </p:nvSpPr>
        <p:spPr bwMode="auto">
          <a:xfrm>
            <a:off x="709448" y="450450"/>
            <a:ext cx="11256579" cy="6078537"/>
          </a:xfrm>
          <a:prstGeom prst="rect">
            <a:avLst/>
          </a:prstGeom>
          <a:noFill/>
          <a:ln w="9525">
            <a:noFill/>
            <a:miter lim="800000"/>
            <a:headEnd/>
            <a:tailEnd/>
          </a:ln>
          <a:effectLst/>
        </p:spPr>
        <p:txBody>
          <a:bodyPr wrap="square">
            <a:spAutoFit/>
          </a:bodyPr>
          <a:lstStyle/>
          <a:p>
            <a:pPr algn="ctr">
              <a:lnSpc>
                <a:spcPct val="150000"/>
              </a:lnSpc>
              <a:spcBef>
                <a:spcPts val="600"/>
              </a:spcBef>
              <a:defRPr/>
            </a:pP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Chức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năng</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 </a:t>
            </a:r>
          </a:p>
          <a:p>
            <a:pPr marL="457200" indent="-457200" algn="just">
              <a:lnSpc>
                <a:spcPct val="150000"/>
              </a:lnSpc>
              <a:spcBef>
                <a:spcPts val="600"/>
              </a:spcBef>
              <a:buFont typeface="Wingdings" pitchFamily="2" charset="2"/>
              <a:buChar char="ü"/>
              <a:defRPr/>
            </a:pPr>
            <a:r>
              <a:rPr lang="en-US" sz="2800" i="1" dirty="0" err="1">
                <a:solidFill>
                  <a:srgbClr val="002060"/>
                </a:solidFill>
                <a:latin typeface="Times New Roman" pitchFamily="18" charset="0"/>
                <a:cs typeface="Times New Roman" pitchFamily="18" charset="0"/>
              </a:rPr>
              <a:t>Căn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cứ</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vào</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phạm</a:t>
            </a:r>
            <a:r>
              <a:rPr lang="en-US" sz="2800" i="1" dirty="0">
                <a:solidFill>
                  <a:srgbClr val="002060"/>
                </a:solidFill>
                <a:latin typeface="Times New Roman" pitchFamily="18" charset="0"/>
                <a:cs typeface="Times New Roman" pitchFamily="18" charset="0"/>
              </a:rPr>
              <a:t> vi </a:t>
            </a:r>
            <a:r>
              <a:rPr lang="en-US" sz="2800" i="1" dirty="0" err="1">
                <a:solidFill>
                  <a:srgbClr val="002060"/>
                </a:solidFill>
                <a:latin typeface="Times New Roman" pitchFamily="18" charset="0"/>
                <a:cs typeface="Times New Roman" pitchFamily="18" charset="0"/>
              </a:rPr>
              <a:t>tác</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động</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của</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quyền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lực</a:t>
            </a:r>
            <a:r>
              <a:rPr lang="en-US" sz="2800" i="1" dirty="0">
                <a:solidFill>
                  <a:srgbClr val="002060"/>
                </a:solidFill>
                <a:latin typeface="Times New Roman" pitchFamily="18" charset="0"/>
                <a:cs typeface="Times New Roman" pitchFamily="18" charset="0"/>
              </a:rPr>
              <a:t> NN:</a:t>
            </a:r>
          </a:p>
          <a:p>
            <a:pPr marL="342900" indent="-342900">
              <a:lnSpc>
                <a:spcPts val="4000"/>
              </a:lnSpc>
              <a:buFont typeface="Wingdings" panose="05000000000000000000" pitchFamily="2" charset="2"/>
              <a:buChar char="§"/>
              <a:defRPr/>
            </a:pPr>
            <a:r>
              <a:rPr lang="en-US" altLang="en-US" sz="2800" dirty="0" err="1">
                <a:solidFill>
                  <a:srgbClr val="FF0000"/>
                </a:solidFill>
                <a:latin typeface="Times New Roman" panose="02020603050405020304" pitchFamily="18" charset="0"/>
                <a:cs typeface="Times New Roman" panose="02020603050405020304" pitchFamily="18" charset="0"/>
              </a:rPr>
              <a:t>Chức</a:t>
            </a:r>
            <a:r>
              <a:rPr lang="en-US" altLang="en-US" sz="2800" dirty="0">
                <a:solidFill>
                  <a:srgbClr val="FF0000"/>
                </a:solidFill>
                <a:latin typeface="Times New Roman" panose="02020603050405020304" pitchFamily="18" charset="0"/>
                <a:cs typeface="Times New Roman" panose="02020603050405020304" pitchFamily="18" charset="0"/>
              </a:rPr>
              <a:t> </a:t>
            </a:r>
            <a:r>
              <a:rPr lang="en-US" altLang="en-US" sz="2800" dirty="0" err="1">
                <a:solidFill>
                  <a:srgbClr val="FF0000"/>
                </a:solidFill>
                <a:latin typeface="Times New Roman" panose="02020603050405020304" pitchFamily="18" charset="0"/>
                <a:cs typeface="Times New Roman" panose="02020603050405020304" pitchFamily="18" charset="0"/>
              </a:rPr>
              <a:t>năng</a:t>
            </a:r>
            <a:r>
              <a:rPr lang="en-US" altLang="en-US" sz="2800" dirty="0">
                <a:solidFill>
                  <a:srgbClr val="FF0000"/>
                </a:solidFill>
                <a:latin typeface="Times New Roman" panose="02020603050405020304" pitchFamily="18" charset="0"/>
                <a:cs typeface="Times New Roman" panose="02020603050405020304" pitchFamily="18" charset="0"/>
              </a:rPr>
              <a:t> </a:t>
            </a:r>
            <a:r>
              <a:rPr lang="en-US" altLang="en-US" sz="2800" dirty="0" err="1">
                <a:solidFill>
                  <a:srgbClr val="FF0000"/>
                </a:solidFill>
                <a:latin typeface="Times New Roman" panose="02020603050405020304" pitchFamily="18" charset="0"/>
                <a:cs typeface="Times New Roman" panose="02020603050405020304" pitchFamily="18" charset="0"/>
              </a:rPr>
              <a:t>đối</a:t>
            </a:r>
            <a:r>
              <a:rPr lang="en-US" altLang="en-US" sz="2800" dirty="0">
                <a:solidFill>
                  <a:srgbClr val="FF0000"/>
                </a:solidFill>
                <a:latin typeface="Times New Roman" panose="02020603050405020304" pitchFamily="18" charset="0"/>
                <a:cs typeface="Times New Roman" panose="02020603050405020304" pitchFamily="18" charset="0"/>
              </a:rPr>
              <a:t> </a:t>
            </a:r>
            <a:r>
              <a:rPr lang="en-US" altLang="en-US" sz="2800" dirty="0" err="1">
                <a:solidFill>
                  <a:srgbClr val="FF0000"/>
                </a:solidFill>
                <a:latin typeface="Times New Roman" panose="02020603050405020304" pitchFamily="18" charset="0"/>
                <a:cs typeface="Times New Roman" panose="02020603050405020304" pitchFamily="18" charset="0"/>
              </a:rPr>
              <a:t>nội</a:t>
            </a:r>
            <a:r>
              <a:rPr lang="en-US" altLang="en-US" sz="2800" dirty="0">
                <a:solidFill>
                  <a:srgbClr val="FF0000"/>
                </a:solidFill>
                <a:latin typeface="Times New Roman" panose="02020603050405020304" pitchFamily="18" charset="0"/>
                <a:cs typeface="Times New Roman" panose="02020603050405020304" pitchFamily="18" charset="0"/>
              </a:rPr>
              <a:t> </a:t>
            </a:r>
          </a:p>
          <a:p>
            <a:pPr marL="342900" indent="-342900">
              <a:lnSpc>
                <a:spcPts val="4000"/>
              </a:lnSpc>
              <a:buFont typeface="Wingdings" panose="05000000000000000000" pitchFamily="2" charset="2"/>
              <a:buChar char="§"/>
              <a:defRPr/>
            </a:pP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năng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đối</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ngoại</a:t>
            </a:r>
            <a:endParaRPr lang="en-US" sz="2800" dirty="0">
              <a:solidFill>
                <a:srgbClr val="FF0000"/>
              </a:solidFill>
              <a:latin typeface="Times New Roman" panose="02020603050405020304" pitchFamily="18" charset="0"/>
              <a:cs typeface="Times New Roman" panose="02020603050405020304" pitchFamily="18" charset="0"/>
            </a:endParaRPr>
          </a:p>
          <a:p>
            <a:pPr marL="457200" indent="-457200">
              <a:lnSpc>
                <a:spcPts val="4000"/>
              </a:lnSpc>
              <a:buFont typeface="Wingdings" pitchFamily="2" charset="2"/>
              <a:buChar char="ü"/>
              <a:defRPr/>
            </a:pPr>
            <a:r>
              <a:rPr lang="en-US" sz="2800" i="1" dirty="0" err="1">
                <a:solidFill>
                  <a:srgbClr val="002060"/>
                </a:solidFill>
                <a:latin typeface="Times New Roman" panose="02020603050405020304" pitchFamily="18" charset="0"/>
                <a:cs typeface="Times New Roman" panose="02020603050405020304" pitchFamily="18" charset="0"/>
              </a:rPr>
              <a:t>Căn</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cứ</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vào</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lĩnh</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vực</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tác</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động</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của</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quyền</a:t>
            </a:r>
            <a:r>
              <a:rPr lang="en-US" sz="2800" i="1" dirty="0">
                <a:solidFill>
                  <a:srgbClr val="002060"/>
                </a:solidFill>
                <a:latin typeface="Times New Roman" panose="02020603050405020304" pitchFamily="18" charset="0"/>
                <a:cs typeface="Times New Roman" panose="02020603050405020304" pitchFamily="18" charset="0"/>
              </a:rPr>
              <a:t> </a:t>
            </a:r>
            <a:r>
              <a:rPr lang="en-US" sz="2800" i="1" dirty="0" err="1">
                <a:solidFill>
                  <a:srgbClr val="002060"/>
                </a:solidFill>
                <a:latin typeface="Times New Roman" panose="02020603050405020304" pitchFamily="18" charset="0"/>
                <a:cs typeface="Times New Roman" panose="02020603050405020304" pitchFamily="18" charset="0"/>
              </a:rPr>
              <a:t>lực</a:t>
            </a:r>
            <a:r>
              <a:rPr lang="en-US" sz="2800" i="1" dirty="0">
                <a:solidFill>
                  <a:srgbClr val="002060"/>
                </a:solidFill>
                <a:latin typeface="Times New Roman" panose="02020603050405020304" pitchFamily="18" charset="0"/>
                <a:cs typeface="Times New Roman" panose="02020603050405020304" pitchFamily="18" charset="0"/>
              </a:rPr>
              <a:t> NN:</a:t>
            </a:r>
          </a:p>
          <a:p>
            <a:pPr marL="342900" indent="-342900">
              <a:lnSpc>
                <a:spcPts val="4000"/>
              </a:lnSpc>
              <a:buFont typeface="Wingdings" panose="05000000000000000000" pitchFamily="2" charset="2"/>
              <a:buChar char="§"/>
              <a:defRPr/>
            </a:pP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năng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kinh</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tế</a:t>
            </a:r>
            <a:endParaRPr lang="en-US" sz="2800" dirty="0">
              <a:solidFill>
                <a:srgbClr val="FF0000"/>
              </a:solidFill>
              <a:latin typeface="Times New Roman" panose="02020603050405020304" pitchFamily="18" charset="0"/>
              <a:cs typeface="Times New Roman" panose="02020603050405020304" pitchFamily="18" charset="0"/>
            </a:endParaRPr>
          </a:p>
          <a:p>
            <a:pPr marL="342900" indent="-342900">
              <a:lnSpc>
                <a:spcPts val="4000"/>
              </a:lnSpc>
              <a:buFont typeface="Wingdings" panose="05000000000000000000" pitchFamily="2" charset="2"/>
              <a:buChar char="§"/>
              <a:defRPr/>
            </a:pP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năng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chính</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trị</a:t>
            </a:r>
            <a:endParaRPr lang="en-US" sz="2800" dirty="0">
              <a:solidFill>
                <a:srgbClr val="FF0000"/>
              </a:solidFill>
              <a:latin typeface="Times New Roman" panose="02020603050405020304" pitchFamily="18" charset="0"/>
              <a:cs typeface="Times New Roman" panose="02020603050405020304" pitchFamily="18" charset="0"/>
            </a:endParaRPr>
          </a:p>
          <a:p>
            <a:pPr marL="342900" indent="-342900">
              <a:lnSpc>
                <a:spcPts val="4000"/>
              </a:lnSpc>
              <a:buFont typeface="Wingdings" panose="05000000000000000000" pitchFamily="2" charset="2"/>
              <a:buChar char="§"/>
              <a:defRPr/>
            </a:pP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năng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văn</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hóa</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xã</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hội</a:t>
            </a:r>
            <a:endParaRPr lang="en-US" sz="2800" dirty="0">
              <a:solidFill>
                <a:srgbClr val="FF0000"/>
              </a:solidFill>
              <a:latin typeface="Times New Roman" panose="02020603050405020304" pitchFamily="18" charset="0"/>
              <a:cs typeface="Times New Roman" panose="02020603050405020304" pitchFamily="18" charset="0"/>
            </a:endParaRPr>
          </a:p>
          <a:p>
            <a:pPr marL="457200" indent="-457200">
              <a:lnSpc>
                <a:spcPts val="4000"/>
              </a:lnSpc>
              <a:buFont typeface="Wingdings" pitchFamily="2" charset="2"/>
              <a:buChar char="ü"/>
              <a:defRPr/>
            </a:pPr>
            <a:r>
              <a:rPr lang="en-US" sz="2800" i="1" dirty="0" err="1">
                <a:solidFill>
                  <a:srgbClr val="002060"/>
                </a:solidFill>
                <a:latin typeface="Times New Roman" pitchFamily="18" charset="0"/>
                <a:cs typeface="Times New Roman" pitchFamily="18" charset="0"/>
              </a:rPr>
              <a:t>Căn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cứ</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vào</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tính</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chất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quyền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lực</a:t>
            </a:r>
            <a:r>
              <a:rPr lang="en-US" sz="2800" i="1" dirty="0">
                <a:solidFill>
                  <a:srgbClr val="002060"/>
                </a:solidFill>
                <a:latin typeface="Times New Roman" pitchFamily="18" charset="0"/>
                <a:cs typeface="Times New Roman" pitchFamily="18" charset="0"/>
              </a:rPr>
              <a:t> NN</a:t>
            </a:r>
          </a:p>
          <a:p>
            <a:pPr marL="342900" indent="-342900">
              <a:lnSpc>
                <a:spcPts val="4000"/>
              </a:lnSpc>
              <a:buFont typeface="Wingdings" panose="05000000000000000000" pitchFamily="2" charset="2"/>
              <a:buChar char="§"/>
              <a:defRPr/>
            </a:pP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năng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giai</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cấp</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trấn</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áp</a:t>
            </a:r>
            <a:r>
              <a:rPr lang="en-US" sz="2800" dirty="0">
                <a:solidFill>
                  <a:srgbClr val="FF0000"/>
                </a:solidFill>
                <a:latin typeface="Times New Roman" panose="02020603050405020304" pitchFamily="18" charset="0"/>
                <a:cs typeface="Times New Roman" panose="02020603050405020304" pitchFamily="18" charset="0"/>
              </a:rPr>
              <a:t>)</a:t>
            </a:r>
          </a:p>
          <a:p>
            <a:pPr marL="342900" indent="-342900">
              <a:lnSpc>
                <a:spcPts val="4000"/>
              </a:lnSpc>
              <a:buFont typeface="Wingdings" panose="05000000000000000000" pitchFamily="2" charset="2"/>
              <a:buChar char="§"/>
              <a:defRPr/>
            </a:pP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năng</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xã</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hội</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tổ</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chức</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và</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xây</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dựng</a:t>
            </a:r>
            <a:r>
              <a:rPr lang="en-US" sz="2800" dirty="0">
                <a:solidFill>
                  <a:srgbClr val="FF0000"/>
                </a:solidFill>
                <a:latin typeface="Times New Roman" pitchFamily="18" charset="0"/>
                <a:cs typeface="Times New Roman" pitchFamily="18" charset="0"/>
              </a:rPr>
              <a:t>)</a:t>
            </a:r>
          </a:p>
        </p:txBody>
      </p:sp>
    </p:spTree>
    <p:extLst>
      <p:ext uri="{BB962C8B-B14F-4D97-AF65-F5344CB8AC3E}">
        <p14:creationId xmlns:p14="http://schemas.microsoft.com/office/powerpoint/2010/main" val="6557210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8178">
                                            <p:txEl>
                                              <p:pRg st="1" end="1"/>
                                            </p:txEl>
                                          </p:spTgt>
                                        </p:tgtEl>
                                        <p:attrNameLst>
                                          <p:attrName>style.visibility</p:attrName>
                                        </p:attrNameLst>
                                      </p:cBhvr>
                                      <p:to>
                                        <p:strVal val="visible"/>
                                      </p:to>
                                    </p:set>
                                    <p:animEffect transition="in" filter="box(in)">
                                      <p:cBhvr>
                                        <p:cTn id="12" dur="500"/>
                                        <p:tgtEl>
                                          <p:spTgt spid="1781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8178">
                                            <p:txEl>
                                              <p:pRg st="2" end="2"/>
                                            </p:txEl>
                                          </p:spTgt>
                                        </p:tgtEl>
                                        <p:attrNameLst>
                                          <p:attrName>style.visibility</p:attrName>
                                        </p:attrNameLst>
                                      </p:cBhvr>
                                      <p:to>
                                        <p:strVal val="visible"/>
                                      </p:to>
                                    </p:set>
                                    <p:animEffect transition="in" filter="box(in)">
                                      <p:cBhvr>
                                        <p:cTn id="17" dur="500"/>
                                        <p:tgtEl>
                                          <p:spTgt spid="1781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78178">
                                            <p:txEl>
                                              <p:pRg st="3" end="3"/>
                                            </p:txEl>
                                          </p:spTgt>
                                        </p:tgtEl>
                                        <p:attrNameLst>
                                          <p:attrName>style.visibility</p:attrName>
                                        </p:attrNameLst>
                                      </p:cBhvr>
                                      <p:to>
                                        <p:strVal val="visible"/>
                                      </p:to>
                                    </p:set>
                                    <p:animEffect transition="in" filter="box(in)">
                                      <p:cBhvr>
                                        <p:cTn id="22" dur="500"/>
                                        <p:tgtEl>
                                          <p:spTgt spid="17817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78178">
                                            <p:txEl>
                                              <p:pRg st="4" end="4"/>
                                            </p:txEl>
                                          </p:spTgt>
                                        </p:tgtEl>
                                        <p:attrNameLst>
                                          <p:attrName>style.visibility</p:attrName>
                                        </p:attrNameLst>
                                      </p:cBhvr>
                                      <p:to>
                                        <p:strVal val="visible"/>
                                      </p:to>
                                    </p:set>
                                    <p:animEffect transition="in" filter="box(in)">
                                      <p:cBhvr>
                                        <p:cTn id="27" dur="500"/>
                                        <p:tgtEl>
                                          <p:spTgt spid="17817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78178">
                                            <p:txEl>
                                              <p:pRg st="5" end="5"/>
                                            </p:txEl>
                                          </p:spTgt>
                                        </p:tgtEl>
                                        <p:attrNameLst>
                                          <p:attrName>style.visibility</p:attrName>
                                        </p:attrNameLst>
                                      </p:cBhvr>
                                      <p:to>
                                        <p:strVal val="visible"/>
                                      </p:to>
                                    </p:set>
                                    <p:animEffect transition="in" filter="box(in)">
                                      <p:cBhvr>
                                        <p:cTn id="32" dur="500"/>
                                        <p:tgtEl>
                                          <p:spTgt spid="178178">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78178">
                                            <p:txEl>
                                              <p:pRg st="6" end="6"/>
                                            </p:txEl>
                                          </p:spTgt>
                                        </p:tgtEl>
                                        <p:attrNameLst>
                                          <p:attrName>style.visibility</p:attrName>
                                        </p:attrNameLst>
                                      </p:cBhvr>
                                      <p:to>
                                        <p:strVal val="visible"/>
                                      </p:to>
                                    </p:set>
                                    <p:animEffect transition="in" filter="box(in)">
                                      <p:cBhvr>
                                        <p:cTn id="37" dur="500"/>
                                        <p:tgtEl>
                                          <p:spTgt spid="178178">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78178">
                                            <p:txEl>
                                              <p:pRg st="7" end="7"/>
                                            </p:txEl>
                                          </p:spTgt>
                                        </p:tgtEl>
                                        <p:attrNameLst>
                                          <p:attrName>style.visibility</p:attrName>
                                        </p:attrNameLst>
                                      </p:cBhvr>
                                      <p:to>
                                        <p:strVal val="visible"/>
                                      </p:to>
                                    </p:set>
                                    <p:animEffect transition="in" filter="box(in)">
                                      <p:cBhvr>
                                        <p:cTn id="42" dur="500"/>
                                        <p:tgtEl>
                                          <p:spTgt spid="178178">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178178">
                                            <p:txEl>
                                              <p:pRg st="8" end="8"/>
                                            </p:txEl>
                                          </p:spTgt>
                                        </p:tgtEl>
                                        <p:attrNameLst>
                                          <p:attrName>style.visibility</p:attrName>
                                        </p:attrNameLst>
                                      </p:cBhvr>
                                      <p:to>
                                        <p:strVal val="visible"/>
                                      </p:to>
                                    </p:set>
                                    <p:animEffect transition="in" filter="box(in)">
                                      <p:cBhvr>
                                        <p:cTn id="47" dur="500"/>
                                        <p:tgtEl>
                                          <p:spTgt spid="178178">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178178">
                                            <p:txEl>
                                              <p:pRg st="9" end="9"/>
                                            </p:txEl>
                                          </p:spTgt>
                                        </p:tgtEl>
                                        <p:attrNameLst>
                                          <p:attrName>style.visibility</p:attrName>
                                        </p:attrNameLst>
                                      </p:cBhvr>
                                      <p:to>
                                        <p:strVal val="visible"/>
                                      </p:to>
                                    </p:set>
                                    <p:animEffect transition="in" filter="box(in)">
                                      <p:cBhvr>
                                        <p:cTn id="52" dur="500"/>
                                        <p:tgtEl>
                                          <p:spTgt spid="178178">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178178">
                                            <p:txEl>
                                              <p:pRg st="10" end="10"/>
                                            </p:txEl>
                                          </p:spTgt>
                                        </p:tgtEl>
                                        <p:attrNameLst>
                                          <p:attrName>style.visibility</p:attrName>
                                        </p:attrNameLst>
                                      </p:cBhvr>
                                      <p:to>
                                        <p:strVal val="visible"/>
                                      </p:to>
                                    </p:set>
                                    <p:animEffect transition="in" filter="box(in)">
                                      <p:cBhvr>
                                        <p:cTn id="57" dur="500"/>
                                        <p:tgtEl>
                                          <p:spTgt spid="17817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4.</a:t>
            </a:r>
            <a:r>
              <a:rPr lang="vi-VN" sz="3000" b="1" dirty="0">
                <a:solidFill>
                  <a:srgbClr val="FF0000"/>
                </a:solidFill>
                <a:latin typeface="Times New Roman" panose="02020603050405020304" pitchFamily="18" charset="0"/>
                <a:cs typeface="Times New Roman" panose="02020603050405020304" pitchFamily="18" charset="0"/>
              </a:rPr>
              <a:t>2.2. Mối quan hệ giữa dân chủ xã hội chủ nghĩa và nhà nước xã hội chủ nghĩa</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5197" y="1667718"/>
            <a:ext cx="11100021" cy="4866198"/>
          </a:xfrm>
        </p:spPr>
        <p:txBody>
          <a:bodyPr/>
          <a:lstStyle/>
          <a:p>
            <a:pPr marL="0" indent="0">
              <a:buNone/>
            </a:pPr>
            <a:r>
              <a:rPr lang="en-US" b="1" dirty="0">
                <a:solidFill>
                  <a:schemeClr val="accent1">
                    <a:lumMod val="50000"/>
                  </a:schemeClr>
                </a:solidFill>
                <a:latin typeface="Times New Roman" panose="02020603050405020304" pitchFamily="18" charset="0"/>
                <a:cs typeface="Times New Roman" panose="02020603050405020304" pitchFamily="18" charset="0"/>
              </a:rPr>
              <a:t>* </a:t>
            </a:r>
            <a:r>
              <a:rPr lang="vi-VN" b="1" dirty="0">
                <a:solidFill>
                  <a:schemeClr val="accent1">
                    <a:lumMod val="50000"/>
                  </a:schemeClr>
                </a:solidFill>
                <a:latin typeface="Times New Roman" panose="02020603050405020304" pitchFamily="18" charset="0"/>
                <a:cs typeface="Times New Roman" panose="02020603050405020304" pitchFamily="18" charset="0"/>
              </a:rPr>
              <a:t>Giữa dân chủ xã hội chủ nghĩa và nhà nước xã hội chủ nghĩa có mối quan hệ thống nhất, tác động qua lại lẫn nhau, cụ thể:</a:t>
            </a:r>
            <a:endParaRPr lang="en-US" b="1" dirty="0">
              <a:solidFill>
                <a:schemeClr val="accent1">
                  <a:lumMod val="50000"/>
                </a:schemeClr>
              </a:solidFill>
              <a:latin typeface="Times New Roman" panose="02020603050405020304" pitchFamily="18" charset="0"/>
              <a:cs typeface="Times New Roman" panose="02020603050405020304" pitchFamily="18" charset="0"/>
            </a:endParaRPr>
          </a:p>
          <a:p>
            <a:pPr marL="0" indent="0">
              <a:buNone/>
            </a:pPr>
            <a:endParaRPr lang="en-US" b="1" dirty="0">
              <a:solidFill>
                <a:schemeClr val="accent1">
                  <a:lumMod val="50000"/>
                </a:schemeClr>
              </a:solidFill>
              <a:latin typeface="Times New Roman" panose="02020603050405020304" pitchFamily="18" charset="0"/>
              <a:cs typeface="Times New Roman" panose="02020603050405020304" pitchFamily="18" charset="0"/>
            </a:endParaRPr>
          </a:p>
          <a:p>
            <a:r>
              <a:rPr lang="vi-VN" b="1" i="1" dirty="0">
                <a:latin typeface="Times New Roman" panose="02020603050405020304" pitchFamily="18" charset="0"/>
                <a:cs typeface="Times New Roman" panose="02020603050405020304" pitchFamily="18" charset="0"/>
              </a:rPr>
              <a:t>Dân chủ xã hội chủ nghĩa là cơ sở, nền tảng cho việc xây dựng và hoạt động của nhà nước xã hội chủ nghĩa.</a:t>
            </a:r>
            <a:r>
              <a:rPr lang="vi-VN"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r>
              <a:rPr lang="vi-VN" b="1" i="1" dirty="0">
                <a:latin typeface="Times New Roman" panose="02020603050405020304" pitchFamily="18" charset="0"/>
                <a:cs typeface="Times New Roman" panose="02020603050405020304" pitchFamily="18" charset="0"/>
              </a:rPr>
              <a:t>Ra đời trên cơ sở nền dân chủ xã hội chủ nghĩa, nhà nước xã hội chủ nghĩa trở thành công cụ quan trọng cho việc thực thi quyền làm chủ của người dân. </a:t>
            </a:r>
            <a:endParaRPr lang="en-US"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8076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930164" y="2759715"/>
            <a:ext cx="11871433" cy="1066800"/>
          </a:xfrm>
        </p:spPr>
        <p:txBody>
          <a:bodyPr/>
          <a:lstStyle/>
          <a:p>
            <a:pPr algn="ctr" eaLnBrk="1" hangingPunct="1"/>
            <a:r>
              <a:rPr lang="en-US" altLang="en-US" sz="2800" b="1" dirty="0">
                <a:solidFill>
                  <a:srgbClr val="C00000"/>
                </a:solidFill>
                <a:latin typeface="Times New Roman" panose="02020603050405020304" pitchFamily="18" charset="0"/>
                <a:cs typeface="Times New Roman" panose="02020603050405020304" pitchFamily="18" charset="0"/>
              </a:rPr>
              <a:t>BẢN CHẤT CỦA NỀN DÂN CHỦ XHCN Ở VIỆT NAM</a:t>
            </a:r>
            <a:endParaRPr lang="en-US" altLang="en-US" sz="2800" dirty="0">
              <a:solidFill>
                <a:srgbClr val="C00000"/>
              </a:solidFill>
              <a:latin typeface=".VnArialH" panose="020B7200000000000000" pitchFamily="34" charset="0"/>
            </a:endParaRPr>
          </a:p>
        </p:txBody>
      </p:sp>
      <p:sp>
        <p:nvSpPr>
          <p:cNvPr id="23554"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4D7E2A80-7DDF-463E-8305-5A9AC24CF269}" type="slidenum">
              <a:rPr lang="en-US">
                <a:solidFill>
                  <a:srgbClr val="FFFFFF"/>
                </a:solidFill>
              </a:rPr>
              <a:pPr eaLnBrk="1" hangingPunct="1">
                <a:lnSpc>
                  <a:spcPct val="80000"/>
                </a:lnSpc>
              </a:pPr>
              <a:t>41</a:t>
            </a:fld>
            <a:endParaRPr lang="en-US">
              <a:solidFill>
                <a:srgbClr val="FFFFFF"/>
              </a:solidFill>
            </a:endParaRPr>
          </a:p>
        </p:txBody>
      </p:sp>
      <p:sp>
        <p:nvSpPr>
          <p:cNvPr id="132099" name="Rectangle 3"/>
          <p:cNvSpPr>
            <a:spLocks noGrp="1" noChangeArrowheads="1"/>
          </p:cNvSpPr>
          <p:nvPr>
            <p:ph sz="quarter" idx="1"/>
          </p:nvPr>
        </p:nvSpPr>
        <p:spPr>
          <a:xfrm>
            <a:off x="585952" y="3826515"/>
            <a:ext cx="8839200" cy="5486400"/>
          </a:xfrm>
        </p:spPr>
        <p:txBody>
          <a:bodyPr/>
          <a:lstStyle/>
          <a:p>
            <a:pPr>
              <a:lnSpc>
                <a:spcPts val="3800"/>
              </a:lnSpc>
            </a:pPr>
            <a:r>
              <a:rPr lang="en-US" altLang="en-US" b="1" dirty="0" err="1">
                <a:solidFill>
                  <a:srgbClr val="002060"/>
                </a:solidFill>
                <a:latin typeface="Times New Roman" panose="02020603050405020304" pitchFamily="18" charset="0"/>
                <a:cs typeface="Times New Roman" panose="02020603050405020304" pitchFamily="18" charset="0"/>
              </a:rPr>
              <a:t>Bản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chất</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chính</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trị</a:t>
            </a:r>
            <a:endParaRPr lang="en-US" altLang="en-US" b="1" dirty="0">
              <a:solidFill>
                <a:srgbClr val="002060"/>
              </a:solidFill>
              <a:latin typeface="Times New Roman" panose="02020603050405020304" pitchFamily="18" charset="0"/>
              <a:cs typeface="Times New Roman" panose="02020603050405020304" pitchFamily="18" charset="0"/>
            </a:endParaRPr>
          </a:p>
          <a:p>
            <a:pPr>
              <a:lnSpc>
                <a:spcPts val="3800"/>
              </a:lnSpc>
            </a:pPr>
            <a:r>
              <a:rPr lang="en-US" altLang="en-US" b="1" dirty="0" err="1">
                <a:solidFill>
                  <a:srgbClr val="002060"/>
                </a:solidFill>
                <a:latin typeface="Times New Roman" panose="02020603050405020304" pitchFamily="18" charset="0"/>
                <a:cs typeface="Times New Roman" panose="02020603050405020304" pitchFamily="18" charset="0"/>
              </a:rPr>
              <a:t>Bản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chất</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kinh</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tế</a:t>
            </a:r>
            <a:endParaRPr lang="en-US" altLang="en-US" b="1" dirty="0">
              <a:solidFill>
                <a:srgbClr val="002060"/>
              </a:solidFill>
              <a:latin typeface="Times New Roman" panose="02020603050405020304" pitchFamily="18" charset="0"/>
              <a:cs typeface="Times New Roman" panose="02020603050405020304" pitchFamily="18" charset="0"/>
            </a:endParaRPr>
          </a:p>
          <a:p>
            <a:pPr>
              <a:lnSpc>
                <a:spcPts val="3800"/>
              </a:lnSpc>
            </a:pPr>
            <a:r>
              <a:rPr lang="en-US" altLang="en-US" b="1" dirty="0" err="1">
                <a:solidFill>
                  <a:srgbClr val="002060"/>
                </a:solidFill>
                <a:latin typeface="Times New Roman" panose="02020603050405020304" pitchFamily="18" charset="0"/>
                <a:cs typeface="Times New Roman" panose="02020603050405020304" pitchFamily="18" charset="0"/>
              </a:rPr>
              <a:t>Bản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chất</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văn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hóa</a:t>
            </a:r>
            <a:r>
              <a:rPr lang="en-US" altLang="en-US" b="1" dirty="0">
                <a:solidFill>
                  <a:srgbClr val="002060"/>
                </a:solidFill>
                <a:latin typeface="Times New Roman" panose="02020603050405020304" pitchFamily="18" charset="0"/>
                <a:cs typeface="Times New Roman" panose="02020603050405020304" pitchFamily="18" charset="0"/>
              </a:rPr>
              <a:t> – </a:t>
            </a:r>
            <a:r>
              <a:rPr lang="en-US" altLang="en-US" b="1" dirty="0" err="1">
                <a:solidFill>
                  <a:srgbClr val="002060"/>
                </a:solidFill>
                <a:latin typeface="Times New Roman" panose="02020603050405020304" pitchFamily="18" charset="0"/>
                <a:cs typeface="Times New Roman" panose="02020603050405020304" pitchFamily="18" charset="0"/>
              </a:rPr>
              <a:t>xã</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hội</a:t>
            </a:r>
            <a:endParaRPr lang="en-US" altLang="en-US" b="1" dirty="0">
              <a:solidFill>
                <a:srgbClr val="00206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538248" y="403459"/>
            <a:ext cx="8403021" cy="1477328"/>
          </a:xfrm>
          <a:prstGeom prst="rect">
            <a:avLst/>
          </a:prstGeom>
          <a:noFill/>
        </p:spPr>
        <p:txBody>
          <a:bodyPr wrap="squar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4.</a:t>
            </a:r>
            <a:r>
              <a:rPr lang="vi-VN" sz="3000" b="1" dirty="0">
                <a:solidFill>
                  <a:srgbClr val="FF0000"/>
                </a:solidFill>
                <a:latin typeface="Times New Roman" panose="02020603050405020304" pitchFamily="18" charset="0"/>
                <a:cs typeface="Times New Roman" panose="02020603050405020304" pitchFamily="18" charset="0"/>
              </a:rPr>
              <a:t>3</a:t>
            </a:r>
            <a:r>
              <a:rPr lang="en-US" sz="3000" b="1" dirty="0">
                <a:solidFill>
                  <a:srgbClr val="FF0000"/>
                </a:solidFill>
                <a:latin typeface="Times New Roman" panose="02020603050405020304" pitchFamily="18" charset="0"/>
                <a:cs typeface="Times New Roman" panose="02020603050405020304" pitchFamily="18" charset="0"/>
              </a:rPr>
              <a:t>. D</a:t>
            </a:r>
            <a:r>
              <a:rPr lang="vi-VN" sz="3000" b="1" dirty="0">
                <a:solidFill>
                  <a:srgbClr val="FF0000"/>
                </a:solidFill>
                <a:latin typeface="Times New Roman" panose="02020603050405020304" pitchFamily="18" charset="0"/>
                <a:cs typeface="Times New Roman" panose="02020603050405020304" pitchFamily="18" charset="0"/>
              </a:rPr>
              <a:t>ân chủ xã hội chủ nghĩa và nhà nước pháp quyền xã hội chủ nghĩa ở Việt Nam </a:t>
            </a:r>
            <a:endParaRPr lang="en-US" sz="3000" dirty="0">
              <a:solidFill>
                <a:srgbClr val="FF0000"/>
              </a:solidFill>
              <a:latin typeface="Times New Roman" panose="02020603050405020304" pitchFamily="18" charset="0"/>
              <a:cs typeface="Times New Roman" panose="02020603050405020304" pitchFamily="18" charset="0"/>
            </a:endParaRPr>
          </a:p>
          <a:p>
            <a:endParaRPr lang="en-US" sz="3000" dirty="0">
              <a:solidFill>
                <a:srgbClr val="FF000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423041" y="1950634"/>
            <a:ext cx="10518228" cy="553998"/>
          </a:xfrm>
          <a:prstGeom prst="rect">
            <a:avLst/>
          </a:prstGeom>
          <a:noFill/>
        </p:spPr>
        <p:txBody>
          <a:bodyPr wrap="squar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4.3.1. </a:t>
            </a:r>
            <a:r>
              <a:rPr lang="en-US" sz="3000" b="1" dirty="0" err="1">
                <a:solidFill>
                  <a:srgbClr val="FF0000"/>
                </a:solidFill>
                <a:latin typeface="Times New Roman" panose="02020603050405020304" pitchFamily="18" charset="0"/>
                <a:cs typeface="Times New Roman" panose="02020603050405020304" pitchFamily="18" charset="0"/>
              </a:rPr>
              <a:t>Dân</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chủ</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xã</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hội</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chủ</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nghĩa</a:t>
            </a:r>
            <a:r>
              <a:rPr lang="en-US" sz="3000" b="1" dirty="0">
                <a:solidFill>
                  <a:srgbClr val="FF0000"/>
                </a:solidFill>
                <a:latin typeface="Times New Roman" panose="02020603050405020304" pitchFamily="18" charset="0"/>
                <a:cs typeface="Times New Roman" panose="02020603050405020304" pitchFamily="18" charset="0"/>
              </a:rPr>
              <a:t> ở </a:t>
            </a:r>
            <a:r>
              <a:rPr lang="en-US" sz="3000" b="1" dirty="0" err="1">
                <a:solidFill>
                  <a:srgbClr val="FF0000"/>
                </a:solidFill>
                <a:latin typeface="Times New Roman" panose="02020603050405020304" pitchFamily="18" charset="0"/>
                <a:cs typeface="Times New Roman" panose="02020603050405020304" pitchFamily="18" charset="0"/>
              </a:rPr>
              <a:t>Việt</a:t>
            </a:r>
            <a:r>
              <a:rPr lang="en-US" sz="3000" b="1" dirty="0">
                <a:solidFill>
                  <a:srgbClr val="FF0000"/>
                </a:solidFill>
                <a:latin typeface="Times New Roman" panose="02020603050405020304" pitchFamily="18" charset="0"/>
                <a:cs typeface="Times New Roman" panose="02020603050405020304" pitchFamily="18" charset="0"/>
              </a:rPr>
              <a:t> Nam</a:t>
            </a:r>
          </a:p>
        </p:txBody>
      </p:sp>
    </p:spTree>
    <p:extLst>
      <p:ext uri="{BB962C8B-B14F-4D97-AF65-F5344CB8AC3E}">
        <p14:creationId xmlns:p14="http://schemas.microsoft.com/office/powerpoint/2010/main" val="254738917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additive="base">
                                        <p:cTn id="7" dur="500" fill="hold"/>
                                        <p:tgtEl>
                                          <p:spTgt spid="132098"/>
                                        </p:tgtEl>
                                        <p:attrNameLst>
                                          <p:attrName>ppt_x</p:attrName>
                                        </p:attrNameLst>
                                      </p:cBhvr>
                                      <p:tavLst>
                                        <p:tav tm="0">
                                          <p:val>
                                            <p:strVal val="0-#ppt_w/2"/>
                                          </p:val>
                                        </p:tav>
                                        <p:tav tm="100000">
                                          <p:val>
                                            <p:strVal val="#ppt_x"/>
                                          </p:val>
                                        </p:tav>
                                      </p:tavLst>
                                    </p:anim>
                                    <p:anim calcmode="lin" valueType="num">
                                      <p:cBhvr additive="base">
                                        <p:cTn id="8" dur="500" fill="hold"/>
                                        <p:tgtEl>
                                          <p:spTgt spid="1320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32099">
                                            <p:txEl>
                                              <p:pRg st="0" end="0"/>
                                            </p:txEl>
                                          </p:spTgt>
                                        </p:tgtEl>
                                        <p:attrNameLst>
                                          <p:attrName>style.visibility</p:attrName>
                                        </p:attrNameLst>
                                      </p:cBhvr>
                                      <p:to>
                                        <p:strVal val="visible"/>
                                      </p:to>
                                    </p:set>
                                    <p:anim calcmode="lin" valueType="num">
                                      <p:cBhvr additive="base">
                                        <p:cTn id="13" dur="500" fill="hold"/>
                                        <p:tgtEl>
                                          <p:spTgt spid="13209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32099">
                                            <p:txEl>
                                              <p:pRg st="1" end="1"/>
                                            </p:txEl>
                                          </p:spTgt>
                                        </p:tgtEl>
                                        <p:attrNameLst>
                                          <p:attrName>style.visibility</p:attrName>
                                        </p:attrNameLst>
                                      </p:cBhvr>
                                      <p:to>
                                        <p:strVal val="visible"/>
                                      </p:to>
                                    </p:set>
                                    <p:anim calcmode="lin" valueType="num">
                                      <p:cBhvr additive="base">
                                        <p:cTn id="19" dur="500" fill="hold"/>
                                        <p:tgtEl>
                                          <p:spTgt spid="132099">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32099">
                                            <p:txEl>
                                              <p:pRg st="2" end="2"/>
                                            </p:txEl>
                                          </p:spTgt>
                                        </p:tgtEl>
                                        <p:attrNameLst>
                                          <p:attrName>style.visibility</p:attrName>
                                        </p:attrNameLst>
                                      </p:cBhvr>
                                      <p:to>
                                        <p:strVal val="visible"/>
                                      </p:to>
                                    </p:set>
                                    <p:anim calcmode="lin" valueType="num">
                                      <p:cBhvr additive="base">
                                        <p:cTn id="25" dur="500" fill="hold"/>
                                        <p:tgtEl>
                                          <p:spTgt spid="132099">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0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utoUpdateAnimBg="0"/>
      <p:bldP spid="132099"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752600" y="152400"/>
            <a:ext cx="10103068" cy="1066800"/>
          </a:xfrm>
        </p:spPr>
        <p:txBody>
          <a:bodyPr/>
          <a:lstStyle/>
          <a:p>
            <a:pPr algn="ctr" eaLnBrk="1" hangingPunct="1"/>
            <a:r>
              <a:rPr lang="en-US" altLang="en-US" sz="2800" b="1" dirty="0">
                <a:solidFill>
                  <a:srgbClr val="C00000"/>
                </a:solidFill>
                <a:latin typeface=".VnArialH" panose="020B7200000000000000" pitchFamily="34" charset="0"/>
              </a:rPr>
              <a:t> </a:t>
            </a:r>
            <a:r>
              <a:rPr lang="en-US" altLang="en-US" sz="2800" b="1" dirty="0">
                <a:solidFill>
                  <a:srgbClr val="C00000"/>
                </a:solidFill>
                <a:latin typeface="Times New Roman" panose="02020603050405020304" pitchFamily="18" charset="0"/>
                <a:cs typeface="Times New Roman" panose="02020603050405020304" pitchFamily="18" charset="0"/>
              </a:rPr>
              <a:t>BẢN CHẤT CỦA NỀN DÂN CHỦ XHCN Ở VIỆT NAM</a:t>
            </a:r>
            <a:endParaRPr lang="en-US" altLang="en-US" sz="2800" dirty="0">
              <a:solidFill>
                <a:srgbClr val="C00000"/>
              </a:solidFill>
              <a:latin typeface=".VnArialH" panose="020B7200000000000000" pitchFamily="34" charset="0"/>
            </a:endParaRPr>
          </a:p>
        </p:txBody>
      </p:sp>
      <p:sp>
        <p:nvSpPr>
          <p:cNvPr id="23554"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A29A88EB-DF75-4800-BE5C-B9183AB7D766}" type="slidenum">
              <a:rPr lang="en-US">
                <a:solidFill>
                  <a:srgbClr val="FFFFFF"/>
                </a:solidFill>
              </a:rPr>
              <a:pPr eaLnBrk="1" hangingPunct="1">
                <a:lnSpc>
                  <a:spcPct val="80000"/>
                </a:lnSpc>
              </a:pPr>
              <a:t>42</a:t>
            </a:fld>
            <a:endParaRPr lang="en-US">
              <a:solidFill>
                <a:srgbClr val="FFFFFF"/>
              </a:solidFill>
            </a:endParaRPr>
          </a:p>
        </p:txBody>
      </p:sp>
      <p:sp>
        <p:nvSpPr>
          <p:cNvPr id="132099" name="Rectangle 3"/>
          <p:cNvSpPr>
            <a:spLocks noGrp="1" noChangeArrowheads="1"/>
          </p:cNvSpPr>
          <p:nvPr>
            <p:ph sz="quarter" idx="1"/>
          </p:nvPr>
        </p:nvSpPr>
        <p:spPr>
          <a:xfrm>
            <a:off x="252248" y="1392832"/>
            <a:ext cx="11603420" cy="5486400"/>
          </a:xfrm>
        </p:spPr>
        <p:txBody>
          <a:bodyPr/>
          <a:lstStyle/>
          <a:p>
            <a:pPr algn="just">
              <a:lnSpc>
                <a:spcPts val="3800"/>
              </a:lnSpc>
              <a:buFont typeface="Wingdings" panose="05000000000000000000" pitchFamily="2" charset="2"/>
              <a:buChar char="ü"/>
            </a:pP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chủ</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là</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mục</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tiêu</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của</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chế</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độ</a:t>
            </a:r>
            <a:r>
              <a:rPr lang="en-US" altLang="en-US" b="1" dirty="0">
                <a:solidFill>
                  <a:srgbClr val="002060"/>
                </a:solidFill>
                <a:latin typeface="Times New Roman" panose="02020603050405020304" pitchFamily="18" charset="0"/>
                <a:cs typeface="Times New Roman" panose="02020603050405020304" pitchFamily="18" charset="0"/>
              </a:rPr>
              <a:t> XHCN (</a:t>
            </a:r>
            <a:r>
              <a:rPr lang="en-US" altLang="en-US" b="1" i="1" dirty="0" err="1">
                <a:solidFill>
                  <a:srgbClr val="002060"/>
                </a:solidFill>
                <a:latin typeface="Times New Roman" panose="02020603050405020304" pitchFamily="18" charset="0"/>
                <a:cs typeface="Times New Roman" panose="02020603050405020304" pitchFamily="18" charset="0"/>
              </a:rPr>
              <a:t>dân</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giàu</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nước</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mạnh</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C00000"/>
                </a:solidFill>
                <a:latin typeface="Times New Roman" panose="02020603050405020304" pitchFamily="18" charset="0"/>
                <a:cs typeface="Times New Roman" panose="02020603050405020304" pitchFamily="18" charset="0"/>
              </a:rPr>
              <a:t>dân</a:t>
            </a:r>
            <a:r>
              <a:rPr lang="en-US" altLang="en-US" b="1" i="1" dirty="0">
                <a:solidFill>
                  <a:srgbClr val="C00000"/>
                </a:solidFill>
                <a:latin typeface="Times New Roman" panose="02020603050405020304" pitchFamily="18" charset="0"/>
                <a:cs typeface="Times New Roman" panose="02020603050405020304" pitchFamily="18" charset="0"/>
              </a:rPr>
              <a:t> </a:t>
            </a:r>
            <a:r>
              <a:rPr lang="en-US" altLang="en-US" b="1" i="1" dirty="0" err="1">
                <a:solidFill>
                  <a:srgbClr val="C00000"/>
                </a:solidFill>
                <a:latin typeface="Times New Roman" panose="02020603050405020304" pitchFamily="18" charset="0"/>
                <a:cs typeface="Times New Roman" panose="02020603050405020304" pitchFamily="18" charset="0"/>
              </a:rPr>
              <a:t>chủ</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công</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bằng</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văn</a:t>
            </a:r>
            <a:r>
              <a:rPr lang="en-US" altLang="en-US" b="1" i="1" dirty="0">
                <a:solidFill>
                  <a:srgbClr val="002060"/>
                </a:solidFill>
                <a:latin typeface="Times New Roman" panose="02020603050405020304" pitchFamily="18" charset="0"/>
                <a:cs typeface="Times New Roman" panose="02020603050405020304" pitchFamily="18" charset="0"/>
              </a:rPr>
              <a:t> minh)</a:t>
            </a:r>
          </a:p>
          <a:p>
            <a:pPr algn="just">
              <a:lnSpc>
                <a:spcPts val="3800"/>
              </a:lnSpc>
              <a:buFont typeface="Wingdings" panose="05000000000000000000" pitchFamily="2" charset="2"/>
              <a:buChar char="ü"/>
            </a:pP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chủ</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là</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bản</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chất</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của</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chế</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độ</a:t>
            </a:r>
            <a:r>
              <a:rPr lang="en-US" altLang="en-US" b="1" dirty="0">
                <a:solidFill>
                  <a:srgbClr val="002060"/>
                </a:solidFill>
                <a:latin typeface="Times New Roman" panose="02020603050405020304" pitchFamily="18" charset="0"/>
                <a:cs typeface="Times New Roman" panose="02020603050405020304" pitchFamily="18" charset="0"/>
              </a:rPr>
              <a:t> XHCN (</a:t>
            </a:r>
            <a:r>
              <a:rPr lang="en-US" altLang="en-US" b="1" i="1" dirty="0">
                <a:solidFill>
                  <a:srgbClr val="002060"/>
                </a:solidFill>
                <a:latin typeface="Times New Roman" panose="02020603050405020304" pitchFamily="18" charset="0"/>
                <a:cs typeface="Times New Roman" panose="02020603050405020304" pitchFamily="18" charset="0"/>
              </a:rPr>
              <a:t>do </a:t>
            </a:r>
            <a:r>
              <a:rPr lang="en-US" altLang="en-US" b="1" i="1" dirty="0" err="1">
                <a:solidFill>
                  <a:srgbClr val="002060"/>
                </a:solidFill>
                <a:latin typeface="Times New Roman" panose="02020603050405020304" pitchFamily="18" charset="0"/>
                <a:cs typeface="Times New Roman" panose="02020603050405020304" pitchFamily="18" charset="0"/>
              </a:rPr>
              <a:t>nhân</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dân</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làm</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chủ</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quyền</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lực</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thuộc</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về</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nhân</a:t>
            </a:r>
            <a:r>
              <a:rPr lang="en-US" altLang="en-US" b="1" i="1" dirty="0">
                <a:solidFill>
                  <a:srgbClr val="002060"/>
                </a:solidFill>
                <a:latin typeface="Times New Roman" panose="02020603050405020304" pitchFamily="18" charset="0"/>
                <a:cs typeface="Times New Roman" panose="02020603050405020304" pitchFamily="18" charset="0"/>
              </a:rPr>
              <a:t> </a:t>
            </a:r>
            <a:r>
              <a:rPr lang="en-US" altLang="en-US" b="1" i="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a:t>
            </a:r>
          </a:p>
          <a:p>
            <a:pPr algn="just">
              <a:lnSpc>
                <a:spcPts val="3800"/>
              </a:lnSpc>
              <a:buFont typeface="Wingdings" panose="05000000000000000000" pitchFamily="2" charset="2"/>
              <a:buChar char="ü"/>
            </a:pP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chủ</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là</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động</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lực</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để</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xây</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dựng</a:t>
            </a:r>
            <a:r>
              <a:rPr lang="en-US" altLang="en-US" b="1" dirty="0">
                <a:solidFill>
                  <a:srgbClr val="002060"/>
                </a:solidFill>
                <a:latin typeface="Times New Roman" panose="02020603050405020304" pitchFamily="18" charset="0"/>
                <a:cs typeface="Times New Roman" panose="02020603050405020304" pitchFamily="18" charset="0"/>
              </a:rPr>
              <a:t> CNXH (</a:t>
            </a:r>
            <a:r>
              <a:rPr lang="en-US" altLang="en-US" b="1" dirty="0" err="1">
                <a:solidFill>
                  <a:srgbClr val="002060"/>
                </a:solidFill>
                <a:latin typeface="Times New Roman" panose="02020603050405020304" pitchFamily="18" charset="0"/>
                <a:cs typeface="Times New Roman" panose="02020603050405020304" pitchFamily="18" charset="0"/>
              </a:rPr>
              <a:t>phát</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huy</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sức</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mạnh</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của</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nhân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của</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tộc</a:t>
            </a:r>
            <a:r>
              <a:rPr lang="en-US" altLang="en-US" b="1" dirty="0">
                <a:solidFill>
                  <a:srgbClr val="002060"/>
                </a:solidFill>
                <a:latin typeface="Times New Roman" panose="02020603050405020304" pitchFamily="18" charset="0"/>
                <a:cs typeface="Times New Roman" panose="02020603050405020304" pitchFamily="18" charset="0"/>
              </a:rPr>
              <a:t> )</a:t>
            </a:r>
          </a:p>
          <a:p>
            <a:pPr algn="just">
              <a:lnSpc>
                <a:spcPts val="3800"/>
              </a:lnSpc>
              <a:buFont typeface="Wingdings" panose="05000000000000000000" pitchFamily="2" charset="2"/>
              <a:buChar char="ü"/>
            </a:pP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chủ</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gắn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với</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pháp</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luật</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gắn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liền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với</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kỷ</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luật</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kỷ</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cương</a:t>
            </a:r>
            <a:r>
              <a:rPr lang="en-US" altLang="en-US" b="1" dirty="0">
                <a:solidFill>
                  <a:srgbClr val="C00000"/>
                </a:solidFill>
                <a:latin typeface="Times New Roman" panose="02020603050405020304" pitchFamily="18" charset="0"/>
                <a:cs typeface="Times New Roman" panose="02020603050405020304" pitchFamily="18" charset="0"/>
              </a:rPr>
              <a:t>)</a:t>
            </a:r>
          </a:p>
          <a:p>
            <a:pPr algn="just">
              <a:lnSpc>
                <a:spcPts val="3800"/>
              </a:lnSpc>
              <a:buFont typeface="Wingdings" panose="05000000000000000000" pitchFamily="2" charset="2"/>
              <a:buChar char="ü"/>
            </a:pP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Dân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chủ</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phải</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được</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thực</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hiện</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trong</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đời</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sống</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thực</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err="1">
                <a:solidFill>
                  <a:srgbClr val="C00000"/>
                </a:solidFill>
                <a:latin typeface="Times New Roman" panose="02020603050405020304" pitchFamily="18" charset="0"/>
                <a:cs typeface="Times New Roman" panose="02020603050405020304" pitchFamily="18" charset="0"/>
              </a:rPr>
              <a:t>tiễn</a:t>
            </a:r>
            <a:r>
              <a:rPr lang="en-US" altLang="en-US" b="1" dirty="0">
                <a:solidFill>
                  <a:srgbClr val="C00000"/>
                </a:solidFill>
                <a:latin typeface="Times New Roman" panose="02020603050405020304" pitchFamily="18" charset="0"/>
                <a:cs typeface="Times New Roman" panose="02020603050405020304" pitchFamily="18" charset="0"/>
              </a:rPr>
              <a:t> </a:t>
            </a:r>
            <a:r>
              <a:rPr lang="en-US" altLang="en-US" b="1" dirty="0">
                <a:solidFill>
                  <a:srgbClr val="002060"/>
                </a:solidFill>
                <a:latin typeface="Times New Roman" panose="02020603050405020304" pitchFamily="18" charset="0"/>
                <a:cs typeface="Times New Roman" panose="02020603050405020304" pitchFamily="18" charset="0"/>
              </a:rPr>
              <a:t>ở </a:t>
            </a:r>
            <a:r>
              <a:rPr lang="en-US" altLang="en-US" b="1" dirty="0" err="1">
                <a:solidFill>
                  <a:srgbClr val="002060"/>
                </a:solidFill>
                <a:latin typeface="Times New Roman" panose="02020603050405020304" pitchFamily="18" charset="0"/>
                <a:cs typeface="Times New Roman" panose="02020603050405020304" pitchFamily="18" charset="0"/>
              </a:rPr>
              <a:t>tất</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cả</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các</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cấp</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mọi</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lĩnh</a:t>
            </a:r>
            <a:r>
              <a:rPr lang="en-US" altLang="en-US" b="1" dirty="0">
                <a:solidFill>
                  <a:srgbClr val="002060"/>
                </a:solidFill>
                <a:latin typeface="Times New Roman" panose="02020603050405020304" pitchFamily="18" charset="0"/>
                <a:cs typeface="Times New Roman" panose="02020603050405020304" pitchFamily="18" charset="0"/>
              </a:rPr>
              <a:t> </a:t>
            </a:r>
            <a:r>
              <a:rPr lang="en-US" altLang="en-US" b="1" dirty="0" err="1">
                <a:solidFill>
                  <a:srgbClr val="002060"/>
                </a:solidFill>
                <a:latin typeface="Times New Roman" panose="02020603050405020304" pitchFamily="18" charset="0"/>
                <a:cs typeface="Times New Roman" panose="02020603050405020304" pitchFamily="18" charset="0"/>
              </a:rPr>
              <a:t>vực</a:t>
            </a:r>
            <a:r>
              <a:rPr lang="en-US" altLang="en-US" b="1" dirty="0">
                <a:solidFill>
                  <a:srgbClr val="00206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3790142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additive="base">
                                        <p:cTn id="7" dur="500" fill="hold"/>
                                        <p:tgtEl>
                                          <p:spTgt spid="132098"/>
                                        </p:tgtEl>
                                        <p:attrNameLst>
                                          <p:attrName>ppt_x</p:attrName>
                                        </p:attrNameLst>
                                      </p:cBhvr>
                                      <p:tavLst>
                                        <p:tav tm="0">
                                          <p:val>
                                            <p:strVal val="0-#ppt_w/2"/>
                                          </p:val>
                                        </p:tav>
                                        <p:tav tm="100000">
                                          <p:val>
                                            <p:strVal val="#ppt_x"/>
                                          </p:val>
                                        </p:tav>
                                      </p:tavLst>
                                    </p:anim>
                                    <p:anim calcmode="lin" valueType="num">
                                      <p:cBhvr additive="base">
                                        <p:cTn id="8" dur="500" fill="hold"/>
                                        <p:tgtEl>
                                          <p:spTgt spid="1320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32099">
                                            <p:txEl>
                                              <p:pRg st="0" end="0"/>
                                            </p:txEl>
                                          </p:spTgt>
                                        </p:tgtEl>
                                        <p:attrNameLst>
                                          <p:attrName>style.visibility</p:attrName>
                                        </p:attrNameLst>
                                      </p:cBhvr>
                                      <p:to>
                                        <p:strVal val="visible"/>
                                      </p:to>
                                    </p:set>
                                    <p:anim calcmode="lin" valueType="num">
                                      <p:cBhvr additive="base">
                                        <p:cTn id="13" dur="500" fill="hold"/>
                                        <p:tgtEl>
                                          <p:spTgt spid="13209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32099">
                                            <p:txEl>
                                              <p:pRg st="1" end="1"/>
                                            </p:txEl>
                                          </p:spTgt>
                                        </p:tgtEl>
                                        <p:attrNameLst>
                                          <p:attrName>style.visibility</p:attrName>
                                        </p:attrNameLst>
                                      </p:cBhvr>
                                      <p:to>
                                        <p:strVal val="visible"/>
                                      </p:to>
                                    </p:set>
                                    <p:anim calcmode="lin" valueType="num">
                                      <p:cBhvr additive="base">
                                        <p:cTn id="19" dur="500" fill="hold"/>
                                        <p:tgtEl>
                                          <p:spTgt spid="132099">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32099">
                                            <p:txEl>
                                              <p:pRg st="2" end="2"/>
                                            </p:txEl>
                                          </p:spTgt>
                                        </p:tgtEl>
                                        <p:attrNameLst>
                                          <p:attrName>style.visibility</p:attrName>
                                        </p:attrNameLst>
                                      </p:cBhvr>
                                      <p:to>
                                        <p:strVal val="visible"/>
                                      </p:to>
                                    </p:set>
                                    <p:anim calcmode="lin" valueType="num">
                                      <p:cBhvr additive="base">
                                        <p:cTn id="25" dur="500" fill="hold"/>
                                        <p:tgtEl>
                                          <p:spTgt spid="132099">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32099">
                                            <p:txEl>
                                              <p:pRg st="3" end="3"/>
                                            </p:txEl>
                                          </p:spTgt>
                                        </p:tgtEl>
                                        <p:attrNameLst>
                                          <p:attrName>style.visibility</p:attrName>
                                        </p:attrNameLst>
                                      </p:cBhvr>
                                      <p:to>
                                        <p:strVal val="visible"/>
                                      </p:to>
                                    </p:set>
                                    <p:anim calcmode="lin" valueType="num">
                                      <p:cBhvr additive="base">
                                        <p:cTn id="31" dur="500" fill="hold"/>
                                        <p:tgtEl>
                                          <p:spTgt spid="132099">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20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132099">
                                            <p:txEl>
                                              <p:pRg st="4" end="4"/>
                                            </p:txEl>
                                          </p:spTgt>
                                        </p:tgtEl>
                                        <p:attrNameLst>
                                          <p:attrName>style.visibility</p:attrName>
                                        </p:attrNameLst>
                                      </p:cBhvr>
                                      <p:to>
                                        <p:strVal val="visible"/>
                                      </p:to>
                                    </p:set>
                                    <p:anim calcmode="lin" valueType="num">
                                      <p:cBhvr additive="base">
                                        <p:cTn id="37" dur="500" fill="hold"/>
                                        <p:tgtEl>
                                          <p:spTgt spid="132099">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0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utoUpdateAnimBg="0"/>
      <p:bldP spid="132099"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45CD600-C890-4802-8908-A8E14ED8EF90}" type="slidenum">
              <a:rPr lang="en-US" altLang="en-US">
                <a:solidFill>
                  <a:schemeClr val="tx2"/>
                </a:solidFill>
              </a:rPr>
              <a:pPr eaLnBrk="1" hangingPunct="1"/>
              <a:t>43</a:t>
            </a:fld>
            <a:endParaRPr lang="en-US" altLang="en-US">
              <a:solidFill>
                <a:schemeClr val="tx2"/>
              </a:solidFill>
            </a:endParaRPr>
          </a:p>
        </p:txBody>
      </p:sp>
      <p:sp>
        <p:nvSpPr>
          <p:cNvPr id="178178" name="Text Box 2"/>
          <p:cNvSpPr txBox="1">
            <a:spLocks noChangeArrowheads="1"/>
          </p:cNvSpPr>
          <p:nvPr/>
        </p:nvSpPr>
        <p:spPr bwMode="auto">
          <a:xfrm>
            <a:off x="504498" y="1606918"/>
            <a:ext cx="11240812" cy="3994940"/>
          </a:xfrm>
          <a:prstGeom prst="rect">
            <a:avLst/>
          </a:prstGeom>
          <a:noFill/>
          <a:ln w="9525">
            <a:noFill/>
            <a:miter lim="800000"/>
            <a:headEnd/>
            <a:tailEnd/>
          </a:ln>
          <a:effectLst/>
        </p:spPr>
        <p:txBody>
          <a:bodyPr wrap="square">
            <a:spAutoFit/>
          </a:bodyPr>
          <a:lstStyle/>
          <a:p>
            <a:pPr algn="just">
              <a:lnSpc>
                <a:spcPct val="120000"/>
              </a:lnSpc>
              <a:spcBef>
                <a:spcPts val="600"/>
              </a:spcBef>
              <a:defRPr/>
            </a:pP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Quan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niệm</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chung</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về</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pháp</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p>
          <a:p>
            <a:pPr marL="457200" indent="-457200" algn="just">
              <a:lnSpc>
                <a:spcPct val="150000"/>
              </a:lnSpc>
              <a:spcBef>
                <a:spcPts val="600"/>
              </a:spcBef>
              <a:buFont typeface="Wingdings" pitchFamily="2" charset="2"/>
              <a:buChar char="§"/>
              <a:defRPr/>
            </a:pPr>
            <a:r>
              <a:rPr lang="en-US" sz="2800" dirty="0">
                <a:solidFill>
                  <a:srgbClr val="002060"/>
                </a:solidFill>
                <a:latin typeface="Times New Roman" panose="02020603050405020304" pitchFamily="18" charset="0"/>
                <a:cs typeface="Times New Roman" panose="02020603050405020304" pitchFamily="18" charset="0"/>
              </a:rPr>
              <a:t>L</a:t>
            </a:r>
            <a:r>
              <a:rPr lang="vi-VN" sz="2800" dirty="0">
                <a:solidFill>
                  <a:srgbClr val="002060"/>
                </a:solidFill>
                <a:latin typeface="Times New Roman" panose="02020603050405020304" pitchFamily="18" charset="0"/>
                <a:cs typeface="Times New Roman" panose="02020603050405020304" pitchFamily="18" charset="0"/>
              </a:rPr>
              <a:t>à nhà nước mà ở đó, tất cả mọi công dân đều được giáo dục pháp luật và phải hiểu biết pháp luật, tuân thủ pháp luật, pháp luật phải đảm bảo tính nghiêm minh; </a:t>
            </a:r>
            <a:endParaRPr lang="en-US" sz="2800" dirty="0">
              <a:solidFill>
                <a:srgbClr val="002060"/>
              </a:solidFill>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itchFamily="2" charset="2"/>
              <a:buChar char="§"/>
              <a:defRPr/>
            </a:pPr>
            <a:r>
              <a:rPr lang="en-US" sz="2800" dirty="0">
                <a:solidFill>
                  <a:srgbClr val="002060"/>
                </a:solidFill>
                <a:latin typeface="Times New Roman" panose="02020603050405020304" pitchFamily="18" charset="0"/>
                <a:cs typeface="Times New Roman" panose="02020603050405020304" pitchFamily="18" charset="0"/>
              </a:rPr>
              <a:t>T</a:t>
            </a:r>
            <a:r>
              <a:rPr lang="vi-VN" sz="2800" dirty="0">
                <a:solidFill>
                  <a:srgbClr val="002060"/>
                </a:solidFill>
                <a:latin typeface="Times New Roman" panose="02020603050405020304" pitchFamily="18" charset="0"/>
                <a:cs typeface="Times New Roman" panose="02020603050405020304" pitchFamily="18" charset="0"/>
              </a:rPr>
              <a:t>rong hoạt động của các cơ quan nhà nước, phải có sự kiểm soát lẫn nhau, tất cả vì mục tiêu phục vụ nhân dân. . </a:t>
            </a:r>
            <a:endParaRPr lang="en-US" sz="2800" dirty="0">
              <a:solidFill>
                <a:srgbClr val="002060"/>
              </a:solidFill>
              <a:latin typeface="Times New Roman" panose="02020603050405020304" pitchFamily="18" charset="0"/>
              <a:cs typeface="Times New Roman" panose="02020603050405020304" pitchFamily="18" charset="0"/>
            </a:endParaRPr>
          </a:p>
        </p:txBody>
      </p:sp>
      <p:pic>
        <p:nvPicPr>
          <p:cNvPr id="53252" name="Picture 5" descr="bee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4840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396358" y="450961"/>
            <a:ext cx="9159766" cy="1015663"/>
          </a:xfrm>
          <a:prstGeom prst="rect">
            <a:avLst/>
          </a:prstGeom>
          <a:noFill/>
        </p:spPr>
        <p:txBody>
          <a:bodyPr wrap="square" rtlCol="0">
            <a:spAutoFit/>
          </a:bodyPr>
          <a:lstStyle/>
          <a:p>
            <a:pPr marL="0" lvl="1"/>
            <a:r>
              <a:rPr lang="en-US" sz="3000" b="1" dirty="0">
                <a:solidFill>
                  <a:srgbClr val="FF0000"/>
                </a:solidFill>
                <a:latin typeface="Times New Roman" panose="02020603050405020304" pitchFamily="18" charset="0"/>
                <a:cs typeface="Times New Roman" panose="02020603050405020304" pitchFamily="18" charset="0"/>
              </a:rPr>
              <a:t>4.3.2. </a:t>
            </a:r>
            <a:r>
              <a:rPr lang="vi-VN" sz="3000" b="1" dirty="0">
                <a:solidFill>
                  <a:srgbClr val="FF0000"/>
                </a:solidFill>
                <a:latin typeface="Times New Roman" panose="02020603050405020304" pitchFamily="18" charset="0"/>
                <a:cs typeface="Times New Roman" panose="02020603050405020304" pitchFamily="18" charset="0"/>
              </a:rPr>
              <a:t>Nhà nước pháp quyền xã hội chủ nghĩa Việt Nam</a:t>
            </a:r>
            <a:endParaRPr lang="en-US" sz="3000" b="1" dirty="0">
              <a:solidFill>
                <a:srgbClr val="FF0000"/>
              </a:solidFill>
              <a:latin typeface="Times New Roman" panose="02020603050405020304" pitchFamily="18" charset="0"/>
              <a:cs typeface="Times New Roman" panose="02020603050405020304" pitchFamily="18" charset="0"/>
            </a:endParaRPr>
          </a:p>
          <a:p>
            <a:endParaRPr lang="en-US" sz="3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30447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8178">
                                            <p:txEl>
                                              <p:pRg st="1" end="1"/>
                                            </p:txEl>
                                          </p:spTgt>
                                        </p:tgtEl>
                                        <p:attrNameLst>
                                          <p:attrName>style.visibility</p:attrName>
                                        </p:attrNameLst>
                                      </p:cBhvr>
                                      <p:to>
                                        <p:strVal val="visible"/>
                                      </p:to>
                                    </p:set>
                                    <p:animEffect transition="in" filter="box(in)">
                                      <p:cBhvr>
                                        <p:cTn id="12" dur="500"/>
                                        <p:tgtEl>
                                          <p:spTgt spid="1781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8178">
                                            <p:txEl>
                                              <p:pRg st="2" end="2"/>
                                            </p:txEl>
                                          </p:spTgt>
                                        </p:tgtEl>
                                        <p:attrNameLst>
                                          <p:attrName>style.visibility</p:attrName>
                                        </p:attrNameLst>
                                      </p:cBhvr>
                                      <p:to>
                                        <p:strVal val="visible"/>
                                      </p:to>
                                    </p:set>
                                    <p:animEffect transition="in" filter="box(in)">
                                      <p:cBhvr>
                                        <p:cTn id="17" dur="500"/>
                                        <p:tgtEl>
                                          <p:spTgt spid="1781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D1DB2BE0-D015-404A-9699-6A7146D7004C}" type="slidenum">
              <a:rPr lang="en-US" altLang="en-US">
                <a:solidFill>
                  <a:schemeClr val="tx2"/>
                </a:solidFill>
              </a:rPr>
              <a:pPr eaLnBrk="1" hangingPunct="1"/>
              <a:t>44</a:t>
            </a:fld>
            <a:endParaRPr lang="en-US" altLang="en-US">
              <a:solidFill>
                <a:schemeClr val="tx2"/>
              </a:solidFill>
            </a:endParaRPr>
          </a:p>
        </p:txBody>
      </p:sp>
      <p:sp>
        <p:nvSpPr>
          <p:cNvPr id="178178" name="Text Box 2"/>
          <p:cNvSpPr txBox="1">
            <a:spLocks noChangeArrowheads="1"/>
          </p:cNvSpPr>
          <p:nvPr/>
        </p:nvSpPr>
        <p:spPr bwMode="auto">
          <a:xfrm>
            <a:off x="457201" y="374815"/>
            <a:ext cx="11335406" cy="5570756"/>
          </a:xfrm>
          <a:prstGeom prst="rect">
            <a:avLst/>
          </a:prstGeom>
          <a:noFill/>
          <a:ln w="9525">
            <a:noFill/>
            <a:miter lim="800000"/>
            <a:headEnd/>
            <a:tailEnd/>
          </a:ln>
          <a:effectLst/>
        </p:spPr>
        <p:txBody>
          <a:bodyPr wrap="square">
            <a:spAutoFit/>
          </a:bodyPr>
          <a:lstStyle/>
          <a:p>
            <a:pPr algn="ctr">
              <a:lnSpc>
                <a:spcPct val="120000"/>
              </a:lnSpc>
              <a:spcBef>
                <a:spcPts val="600"/>
              </a:spcBef>
              <a:defRPr/>
            </a:pPr>
            <a:r>
              <a:rPr lang="en-US" sz="2800" dirty="0">
                <a:solidFill>
                  <a:srgbClr val="C00000"/>
                </a:solidFill>
                <a:effectLst>
                  <a:outerShdw blurRad="38100" dist="38100" dir="2700000" algn="tl">
                    <a:srgbClr val="C0C0C0"/>
                  </a:outerShdw>
                </a:effectLst>
                <a:latin typeface="Arial" pitchFamily="34"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Đặc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điểm</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pháp</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 VN</a:t>
            </a:r>
          </a:p>
          <a:p>
            <a:pPr algn="ctr">
              <a:lnSpc>
                <a:spcPct val="120000"/>
              </a:lnSpc>
              <a:spcBef>
                <a:spcPts val="600"/>
              </a:spcBef>
              <a:defRPr/>
            </a:pPr>
            <a:endPar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itchFamily="2" charset="2"/>
              <a:buChar char="§"/>
              <a:defRPr/>
            </a:pPr>
            <a:r>
              <a:rPr lang="en-US" sz="2800" dirty="0" err="1">
                <a:solidFill>
                  <a:srgbClr val="002060"/>
                </a:solidFill>
                <a:latin typeface="Times New Roman" panose="02020603050405020304" pitchFamily="18" charset="0"/>
                <a:cs typeface="Times New Roman" panose="02020603050405020304" pitchFamily="18" charset="0"/>
              </a:rPr>
              <a:t>Xây</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dựng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nước</a:t>
            </a:r>
            <a:r>
              <a:rPr lang="en-US" sz="2800" dirty="0">
                <a:solidFill>
                  <a:srgbClr val="002060"/>
                </a:solidFill>
                <a:latin typeface="Times New Roman" panose="02020603050405020304" pitchFamily="18" charset="0"/>
                <a:cs typeface="Times New Roman" panose="02020603050405020304" pitchFamily="18" charset="0"/>
              </a:rPr>
              <a:t> do </a:t>
            </a:r>
            <a:r>
              <a:rPr lang="en-US" sz="2800" dirty="0" err="1">
                <a:solidFill>
                  <a:srgbClr val="002060"/>
                </a:solidFill>
                <a:latin typeface="Times New Roman" panose="02020603050405020304" pitchFamily="18" charset="0"/>
                <a:cs typeface="Times New Roman" panose="02020603050405020304" pitchFamily="18" charset="0"/>
              </a:rPr>
              <a:t>nhân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dân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lao</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động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làm</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chủ</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đó</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nước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của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dân</a:t>
            </a:r>
            <a:r>
              <a:rPr lang="en-US" sz="2800" dirty="0">
                <a:solidFill>
                  <a:srgbClr val="002060"/>
                </a:solidFill>
                <a:latin typeface="Times New Roman" panose="02020603050405020304" pitchFamily="18" charset="0"/>
                <a:cs typeface="Times New Roman" panose="02020603050405020304" pitchFamily="18" charset="0"/>
              </a:rPr>
              <a:t>, do </a:t>
            </a:r>
            <a:r>
              <a:rPr lang="en-US" sz="2800" dirty="0" err="1">
                <a:solidFill>
                  <a:srgbClr val="002060"/>
                </a:solidFill>
                <a:latin typeface="Times New Roman" panose="02020603050405020304" pitchFamily="18" charset="0"/>
                <a:cs typeface="Times New Roman" panose="02020603050405020304" pitchFamily="18" charset="0"/>
              </a:rPr>
              <a:t>dân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vì</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dân</a:t>
            </a:r>
            <a:r>
              <a:rPr lang="en-US" sz="28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120000"/>
              </a:lnSpc>
              <a:spcBef>
                <a:spcPts val="600"/>
              </a:spcBef>
              <a:buFont typeface="Wingdings" pitchFamily="2" charset="2"/>
              <a:buChar char="§"/>
              <a:defRPr/>
            </a:pPr>
            <a:r>
              <a:rPr lang="en-US" sz="2800" dirty="0" err="1">
                <a:solidFill>
                  <a:srgbClr val="002060"/>
                </a:solidFill>
                <a:latin typeface="Times New Roman" panose="02020603050405020304" pitchFamily="18" charset="0"/>
                <a:cs typeface="Times New Roman" panose="02020603050405020304" pitchFamily="18" charset="0"/>
              </a:rPr>
              <a:t>Nhà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nước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được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tổ</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chức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hoạt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động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dựa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trên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cơ</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sở</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của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Hiến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luật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Trong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tất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cả</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các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hoạt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động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của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xã</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hội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luật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được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đặt</a:t>
            </a:r>
            <a:r>
              <a:rPr lang="en-US" sz="2800" dirty="0">
                <a:solidFill>
                  <a:srgbClr val="002060"/>
                </a:solidFill>
                <a:latin typeface="Times New Roman" panose="02020603050405020304" pitchFamily="18" charset="0"/>
                <a:cs typeface="Times New Roman" panose="02020603050405020304" pitchFamily="18" charset="0"/>
              </a:rPr>
              <a:t> ở </a:t>
            </a:r>
            <a:r>
              <a:rPr lang="en-US" sz="2800" dirty="0" err="1">
                <a:solidFill>
                  <a:srgbClr val="002060"/>
                </a:solidFill>
                <a:latin typeface="Times New Roman" panose="02020603050405020304" pitchFamily="18" charset="0"/>
                <a:cs typeface="Times New Roman" panose="02020603050405020304" pitchFamily="18" charset="0"/>
              </a:rPr>
              <a:t>vị</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trí</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tối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thượng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để</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điều</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chỉnh</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các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quan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hệ</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xã</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hội</a:t>
            </a:r>
            <a:r>
              <a:rPr lang="en-US" sz="28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120000"/>
              </a:lnSpc>
              <a:spcBef>
                <a:spcPts val="600"/>
              </a:spcBef>
              <a:buFont typeface="Wingdings" pitchFamily="2" charset="2"/>
              <a:buChar char="§"/>
              <a:defRPr/>
            </a:pPr>
            <a:r>
              <a:rPr lang="en-US" sz="2800" dirty="0" err="1">
                <a:solidFill>
                  <a:srgbClr val="002060"/>
                </a:solidFill>
                <a:latin typeface="Times New Roman" panose="02020603050405020304" pitchFamily="18" charset="0"/>
                <a:cs typeface="Times New Roman" panose="02020603050405020304" pitchFamily="18" charset="0"/>
              </a:rPr>
              <a:t>Quyền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lực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nước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thống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nhất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có</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sự</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công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rõ</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ràng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có</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cơ</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chế</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phối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hợp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nhịp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nhàng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kiểm</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soát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giữa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các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cơ</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quan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lập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hành</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tư</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4842981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81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817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8178">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81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187891F-5A33-489B-AAB0-0E58AB25EB84}" type="slidenum">
              <a:rPr lang="en-US" altLang="en-US">
                <a:solidFill>
                  <a:schemeClr val="tx2"/>
                </a:solidFill>
              </a:rPr>
              <a:pPr eaLnBrk="1" hangingPunct="1"/>
              <a:t>45</a:t>
            </a:fld>
            <a:endParaRPr lang="en-US" altLang="en-US">
              <a:solidFill>
                <a:schemeClr val="tx2"/>
              </a:solidFill>
            </a:endParaRPr>
          </a:p>
        </p:txBody>
      </p:sp>
      <p:sp>
        <p:nvSpPr>
          <p:cNvPr id="178178" name="Text Box 2"/>
          <p:cNvSpPr txBox="1">
            <a:spLocks noChangeArrowheads="1"/>
          </p:cNvSpPr>
          <p:nvPr/>
        </p:nvSpPr>
        <p:spPr bwMode="auto">
          <a:xfrm>
            <a:off x="536029" y="437878"/>
            <a:ext cx="11366936" cy="5053691"/>
          </a:xfrm>
          <a:prstGeom prst="rect">
            <a:avLst/>
          </a:prstGeom>
          <a:noFill/>
          <a:ln w="9525">
            <a:noFill/>
            <a:miter lim="800000"/>
            <a:headEnd/>
            <a:tailEnd/>
          </a:ln>
          <a:effectLst/>
        </p:spPr>
        <p:txBody>
          <a:bodyPr wrap="square">
            <a:spAutoFit/>
          </a:bodyPr>
          <a:lstStyle/>
          <a:p>
            <a:pPr algn="ctr">
              <a:lnSpc>
                <a:spcPct val="120000"/>
              </a:lnSpc>
              <a:spcBef>
                <a:spcPts val="600"/>
              </a:spcBef>
              <a:defRPr/>
            </a:pPr>
            <a:r>
              <a:rPr lang="en-US" sz="2800" dirty="0">
                <a:solidFill>
                  <a:srgbClr val="C00000"/>
                </a:solidFill>
                <a:effectLst>
                  <a:outerShdw blurRad="38100" dist="38100" dir="2700000" algn="tl">
                    <a:srgbClr val="C0C0C0"/>
                  </a:outerShdw>
                </a:effectLst>
                <a:latin typeface="Arial" pitchFamily="34"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Đặc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điểm</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của</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nhà</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nước</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pháp</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800" dirty="0" err="1">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quyền</a:t>
            </a:r>
            <a:r>
              <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XHCN VN: </a:t>
            </a:r>
          </a:p>
          <a:p>
            <a:pPr algn="ctr">
              <a:lnSpc>
                <a:spcPct val="120000"/>
              </a:lnSpc>
              <a:spcBef>
                <a:spcPts val="600"/>
              </a:spcBef>
              <a:defRPr/>
            </a:pPr>
            <a:endParaRPr lang="en-US" sz="28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457200" indent="-457200" algn="just">
              <a:lnSpc>
                <a:spcPct val="120000"/>
              </a:lnSpc>
              <a:spcBef>
                <a:spcPts val="600"/>
              </a:spcBef>
              <a:buFont typeface="Wingdings" pitchFamily="2" charset="2"/>
              <a:buChar char="§"/>
              <a:defRPr/>
            </a:pPr>
            <a:r>
              <a:rPr lang="en-US" sz="2800" dirty="0">
                <a:solidFill>
                  <a:srgbClr val="002060"/>
                </a:solidFill>
                <a:latin typeface="Times New Roman" panose="02020603050405020304" pitchFamily="18" charset="0"/>
                <a:cs typeface="Times New Roman" panose="02020603050405020304" pitchFamily="18" charset="0"/>
              </a:rPr>
              <a:t>NN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quyền</a:t>
            </a:r>
            <a:r>
              <a:rPr lang="en-US" sz="2800" dirty="0">
                <a:solidFill>
                  <a:srgbClr val="002060"/>
                </a:solidFill>
                <a:latin typeface="Times New Roman" panose="02020603050405020304" pitchFamily="18" charset="0"/>
                <a:cs typeface="Times New Roman" panose="02020603050405020304" pitchFamily="18" charset="0"/>
              </a:rPr>
              <a:t> XHCN VN </a:t>
            </a:r>
            <a:r>
              <a:rPr lang="en-US" sz="2800" dirty="0" err="1">
                <a:solidFill>
                  <a:srgbClr val="002060"/>
                </a:solidFill>
                <a:latin typeface="Times New Roman" panose="02020603050405020304" pitchFamily="18" charset="0"/>
                <a:cs typeface="Times New Roman" panose="02020603050405020304" pitchFamily="18" charset="0"/>
              </a:rPr>
              <a:t>phải</a:t>
            </a:r>
            <a:r>
              <a:rPr lang="en-US" sz="2800" dirty="0">
                <a:solidFill>
                  <a:srgbClr val="002060"/>
                </a:solidFill>
                <a:latin typeface="Times New Roman" panose="02020603050405020304" pitchFamily="18" charset="0"/>
                <a:cs typeface="Times New Roman" panose="02020603050405020304" pitchFamily="18" charset="0"/>
              </a:rPr>
              <a:t> do </a:t>
            </a:r>
            <a:r>
              <a:rPr lang="en-US" sz="2800" dirty="0" err="1">
                <a:solidFill>
                  <a:srgbClr val="002060"/>
                </a:solidFill>
                <a:latin typeface="Times New Roman" panose="02020603050405020304" pitchFamily="18" charset="0"/>
                <a:cs typeface="Times New Roman" panose="02020603050405020304" pitchFamily="18" charset="0"/>
              </a:rPr>
              <a:t>Đảng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Cộng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sản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Việt</a:t>
            </a:r>
            <a:r>
              <a:rPr lang="en-US" sz="2800" dirty="0">
                <a:solidFill>
                  <a:srgbClr val="002060"/>
                </a:solidFill>
                <a:latin typeface="Times New Roman" panose="02020603050405020304" pitchFamily="18" charset="0"/>
                <a:cs typeface="Times New Roman" panose="02020603050405020304" pitchFamily="18" charset="0"/>
              </a:rPr>
              <a:t> Nam </a:t>
            </a:r>
            <a:r>
              <a:rPr lang="en-US" sz="2800" dirty="0" err="1">
                <a:solidFill>
                  <a:srgbClr val="002060"/>
                </a:solidFill>
                <a:latin typeface="Times New Roman" panose="02020603050405020304" pitchFamily="18" charset="0"/>
                <a:cs typeface="Times New Roman" panose="02020603050405020304" pitchFamily="18" charset="0"/>
              </a:rPr>
              <a:t>lãnh</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đạo</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phù</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hợp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với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điều</a:t>
            </a:r>
            <a:r>
              <a:rPr lang="en-US" sz="2800" dirty="0">
                <a:solidFill>
                  <a:srgbClr val="002060"/>
                </a:solidFill>
                <a:latin typeface="Times New Roman" panose="02020603050405020304" pitchFamily="18" charset="0"/>
                <a:cs typeface="Times New Roman" panose="02020603050405020304" pitchFamily="18" charset="0"/>
              </a:rPr>
              <a:t> 4 </a:t>
            </a:r>
            <a:r>
              <a:rPr lang="en-US" sz="2800" dirty="0" err="1">
                <a:solidFill>
                  <a:srgbClr val="002060"/>
                </a:solidFill>
                <a:latin typeface="Times New Roman" panose="02020603050405020304" pitchFamily="18" charset="0"/>
                <a:cs typeface="Times New Roman" panose="02020603050405020304" pitchFamily="18" charset="0"/>
              </a:rPr>
              <a:t>Hiến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năm</a:t>
            </a:r>
            <a:r>
              <a:rPr lang="en-US" sz="2800" dirty="0">
                <a:solidFill>
                  <a:srgbClr val="002060"/>
                </a:solidFill>
                <a:latin typeface="Times New Roman" panose="02020603050405020304" pitchFamily="18" charset="0"/>
                <a:cs typeface="Times New Roman" panose="02020603050405020304" pitchFamily="18" charset="0"/>
              </a:rPr>
              <a:t> 2013.</a:t>
            </a:r>
          </a:p>
          <a:p>
            <a:pPr marL="457200" indent="-457200" algn="just">
              <a:lnSpc>
                <a:spcPct val="120000"/>
              </a:lnSpc>
              <a:spcBef>
                <a:spcPts val="600"/>
              </a:spcBef>
              <a:buFont typeface="Wingdings" pitchFamily="2" charset="2"/>
              <a:buChar char="§"/>
              <a:defRPr/>
            </a:pPr>
            <a:r>
              <a:rPr lang="en-US" sz="2800" dirty="0">
                <a:solidFill>
                  <a:srgbClr val="002060"/>
                </a:solidFill>
                <a:latin typeface="Times New Roman" panose="02020603050405020304" pitchFamily="18" charset="0"/>
                <a:cs typeface="Times New Roman" panose="02020603050405020304" pitchFamily="18" charset="0"/>
              </a:rPr>
              <a:t>NN PQ XHCN VN </a:t>
            </a:r>
            <a:r>
              <a:rPr lang="en-US" sz="2800" dirty="0" err="1">
                <a:solidFill>
                  <a:srgbClr val="002060"/>
                </a:solidFill>
                <a:latin typeface="Times New Roman" panose="02020603050405020304" pitchFamily="18" charset="0"/>
                <a:cs typeface="Times New Roman" panose="02020603050405020304" pitchFamily="18" charset="0"/>
              </a:rPr>
              <a:t>tôn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trọng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quyền</a:t>
            </a:r>
            <a:r>
              <a:rPr lang="en-US" sz="2800" dirty="0">
                <a:solidFill>
                  <a:srgbClr val="002060"/>
                </a:solidFill>
                <a:latin typeface="Times New Roman" panose="02020603050405020304" pitchFamily="18" charset="0"/>
                <a:cs typeface="Times New Roman" panose="02020603050405020304" pitchFamily="18" charset="0"/>
              </a:rPr>
              <a:t> con </a:t>
            </a:r>
            <a:r>
              <a:rPr lang="en-US" sz="2800" dirty="0" err="1">
                <a:solidFill>
                  <a:srgbClr val="002060"/>
                </a:solidFill>
                <a:latin typeface="Times New Roman" panose="02020603050405020304" pitchFamily="18" charset="0"/>
                <a:cs typeface="Times New Roman" panose="02020603050405020304" pitchFamily="18" charset="0"/>
              </a:rPr>
              <a:t>người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coi</a:t>
            </a:r>
            <a:r>
              <a:rPr lang="en-US" sz="2800" dirty="0">
                <a:solidFill>
                  <a:srgbClr val="002060"/>
                </a:solidFill>
                <a:latin typeface="Times New Roman" panose="02020603050405020304" pitchFamily="18" charset="0"/>
                <a:cs typeface="Times New Roman" panose="02020603050405020304" pitchFamily="18" charset="0"/>
              </a:rPr>
              <a:t> con </a:t>
            </a:r>
            <a:r>
              <a:rPr lang="en-US" sz="2800" dirty="0" err="1">
                <a:solidFill>
                  <a:srgbClr val="002060"/>
                </a:solidFill>
                <a:latin typeface="Times New Roman" panose="02020603050405020304" pitchFamily="18" charset="0"/>
                <a:cs typeface="Times New Roman" panose="02020603050405020304" pitchFamily="18" charset="0"/>
              </a:rPr>
              <a:t>người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chủ</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thể</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trung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tâm</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của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sự</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phát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triển</a:t>
            </a:r>
            <a:r>
              <a:rPr lang="en-US" sz="2800" dirty="0">
                <a:solidFill>
                  <a:srgbClr val="002060"/>
                </a:solidFill>
                <a:latin typeface="Times New Roman" panose="02020603050405020304" pitchFamily="18" charset="0"/>
                <a:cs typeface="Times New Roman" panose="02020603050405020304" pitchFamily="18" charset="0"/>
              </a:rPr>
              <a:t>. </a:t>
            </a:r>
          </a:p>
          <a:p>
            <a:pPr marL="457200" indent="-457200" algn="just">
              <a:lnSpc>
                <a:spcPct val="120000"/>
              </a:lnSpc>
              <a:spcBef>
                <a:spcPts val="600"/>
              </a:spcBef>
              <a:buFont typeface="Wingdings" pitchFamily="2" charset="2"/>
              <a:buChar char="§"/>
              <a:defRPr/>
            </a:pPr>
            <a:r>
              <a:rPr lang="en-US" sz="2800" dirty="0" err="1">
                <a:solidFill>
                  <a:srgbClr val="002060"/>
                </a:solidFill>
                <a:latin typeface="Times New Roman" panose="02020603050405020304" pitchFamily="18" charset="0"/>
                <a:cs typeface="Times New Roman" panose="02020603050405020304" pitchFamily="18" charset="0"/>
              </a:rPr>
              <a:t>Tổ</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chức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hoạt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động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của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bộ</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máy</a:t>
            </a:r>
            <a:r>
              <a:rPr lang="en-US" sz="2800" dirty="0">
                <a:solidFill>
                  <a:srgbClr val="002060"/>
                </a:solidFill>
                <a:latin typeface="Times New Roman" panose="02020603050405020304" pitchFamily="18" charset="0"/>
                <a:cs typeface="Times New Roman" panose="02020603050405020304" pitchFamily="18" charset="0"/>
              </a:rPr>
              <a:t> NN </a:t>
            </a:r>
            <a:r>
              <a:rPr lang="en-US" sz="2800" dirty="0" err="1">
                <a:solidFill>
                  <a:srgbClr val="002060"/>
                </a:solidFill>
                <a:latin typeface="Times New Roman" panose="02020603050405020304" pitchFamily="18" charset="0"/>
                <a:cs typeface="Times New Roman" panose="02020603050405020304" pitchFamily="18" charset="0"/>
              </a:rPr>
              <a:t>theo</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nguyên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tắc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tập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trung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dân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chủ</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có</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sự</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công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phân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cấp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phối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hợp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kiểm</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soát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lẫn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nhau</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nhưng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bảo</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đảm</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quyền</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lực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là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thống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nhất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và</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sự</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chỉ</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đạo</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thống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nhất</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của</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Trung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ương</a:t>
            </a:r>
            <a:r>
              <a:rPr lang="en-US" sz="28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172713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Effect transition="in" filter="box(in)">
                                      <p:cBhvr>
                                        <p:cTn id="7" dur="500"/>
                                        <p:tgtEl>
                                          <p:spTgt spid="1781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78178">
                                            <p:txEl>
                                              <p:pRg st="2" end="2"/>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78178">
                                            <p:txEl>
                                              <p:pRg st="3" end="3"/>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781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2186151" y="538656"/>
            <a:ext cx="9779876" cy="838200"/>
          </a:xfrm>
        </p:spPr>
        <p:txBody>
          <a:bodyPr>
            <a:noAutofit/>
          </a:bodyPr>
          <a:lstStyle/>
          <a:p>
            <a:pPr algn="ctr"/>
            <a:r>
              <a:rPr lang="en-US" altLang="en-US" sz="3000" b="1" dirty="0">
                <a:solidFill>
                  <a:srgbClr val="FF0000"/>
                </a:solidFill>
                <a:latin typeface="Times New Roman" panose="02020603050405020304" pitchFamily="18" charset="0"/>
                <a:cs typeface="Times New Roman" panose="02020603050405020304" pitchFamily="18" charset="0"/>
              </a:rPr>
              <a:t> 4.3.3. </a:t>
            </a:r>
            <a:r>
              <a:rPr lang="vi-VN" sz="3000" b="1" dirty="0">
                <a:solidFill>
                  <a:srgbClr val="FF0000"/>
                </a:solidFill>
                <a:latin typeface="Times New Roman" panose="02020603050405020304" pitchFamily="18" charset="0"/>
                <a:cs typeface="Times New Roman" panose="02020603050405020304" pitchFamily="18" charset="0"/>
              </a:rPr>
              <a:t>Phát huy dân chủ, xây dựng nhà nước pháp quyền xã hội chủ nghĩa ở Việt Nam</a:t>
            </a:r>
            <a:endParaRPr lang="en-US" sz="3000" b="1" dirty="0">
              <a:solidFill>
                <a:srgbClr val="FF0000"/>
              </a:solidFill>
              <a:latin typeface="Times New Roman" panose="02020603050405020304" pitchFamily="18" charset="0"/>
              <a:cs typeface="Times New Roman" panose="02020603050405020304" pitchFamily="18" charset="0"/>
            </a:endParaRPr>
          </a:p>
        </p:txBody>
      </p:sp>
      <p:sp>
        <p:nvSpPr>
          <p:cNvPr id="25602"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1C992C87-5A5D-492C-B542-2626327AB682}" type="slidenum">
              <a:rPr lang="en-US">
                <a:solidFill>
                  <a:srgbClr val="FFFFFF"/>
                </a:solidFill>
              </a:rPr>
              <a:pPr eaLnBrk="1" hangingPunct="1">
                <a:lnSpc>
                  <a:spcPct val="80000"/>
                </a:lnSpc>
              </a:pPr>
              <a:t>46</a:t>
            </a:fld>
            <a:endParaRPr lang="en-US">
              <a:solidFill>
                <a:srgbClr val="FFFFFF"/>
              </a:solidFill>
            </a:endParaRPr>
          </a:p>
        </p:txBody>
      </p:sp>
      <p:sp>
        <p:nvSpPr>
          <p:cNvPr id="2" name="Content Placeholder 1"/>
          <p:cNvSpPr>
            <a:spLocks noGrp="1"/>
          </p:cNvSpPr>
          <p:nvPr>
            <p:ph idx="1"/>
          </p:nvPr>
        </p:nvSpPr>
        <p:spPr>
          <a:xfrm>
            <a:off x="459186" y="2314103"/>
            <a:ext cx="11100021" cy="4866198"/>
          </a:xfrm>
        </p:spPr>
        <p:txBody>
          <a:bodyPr/>
          <a:lstStyle/>
          <a:p>
            <a:r>
              <a:rPr lang="en-US" dirty="0">
                <a:latin typeface="Times New Roman" panose="02020603050405020304" pitchFamily="18" charset="0"/>
                <a:cs typeface="Times New Roman" panose="02020603050405020304" pitchFamily="18" charset="0"/>
              </a:rPr>
              <a:t>X</a:t>
            </a:r>
            <a:r>
              <a:rPr lang="vi-VN" dirty="0">
                <a:latin typeface="Times New Roman" panose="02020603050405020304" pitchFamily="18" charset="0"/>
                <a:cs typeface="Times New Roman" panose="02020603050405020304" pitchFamily="18" charset="0"/>
              </a:rPr>
              <a:t>ây dựng </a:t>
            </a:r>
            <a:r>
              <a:rPr lang="en-US" dirty="0">
                <a:latin typeface="Times New Roman" panose="02020603050405020304" pitchFamily="18" charset="0"/>
                <a:cs typeface="Times New Roman" panose="02020603050405020304" pitchFamily="18" charset="0"/>
              </a:rPr>
              <a:t>ĐCS VN </a:t>
            </a:r>
            <a:r>
              <a:rPr lang="vi-VN" dirty="0">
                <a:latin typeface="Times New Roman" panose="02020603050405020304" pitchFamily="18" charset="0"/>
                <a:cs typeface="Times New Roman" panose="02020603050405020304" pitchFamily="18" charset="0"/>
              </a:rPr>
              <a:t>trong sạch, vững mạnh với tư cách điều kiện tiên quyết để xây dựng nền dân chủ </a:t>
            </a:r>
            <a:r>
              <a:rPr lang="en-US" dirty="0">
                <a:latin typeface="Times New Roman" panose="02020603050405020304" pitchFamily="18" charset="0"/>
                <a:cs typeface="Times New Roman" panose="02020603050405020304" pitchFamily="18" charset="0"/>
              </a:rPr>
              <a:t>XHCN </a:t>
            </a:r>
            <a:r>
              <a:rPr lang="vi-VN" dirty="0">
                <a:latin typeface="Times New Roman" panose="02020603050405020304" pitchFamily="18" charset="0"/>
                <a:cs typeface="Times New Roman" panose="02020603050405020304" pitchFamily="18" charset="0"/>
              </a:rPr>
              <a:t>Việt Nam.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a:t>
            </a:r>
            <a:r>
              <a:rPr lang="vi-VN" dirty="0">
                <a:latin typeface="Times New Roman" panose="02020603050405020304" pitchFamily="18" charset="0"/>
                <a:cs typeface="Times New Roman" panose="02020603050405020304" pitchFamily="18" charset="0"/>
              </a:rPr>
              <a:t>ây dựng Nhà nước pháp quyền </a:t>
            </a:r>
            <a:r>
              <a:rPr lang="en-US" dirty="0">
                <a:latin typeface="Times New Roman" panose="02020603050405020304" pitchFamily="18" charset="0"/>
                <a:cs typeface="Times New Roman" panose="02020603050405020304" pitchFamily="18" charset="0"/>
              </a:rPr>
              <a:t>XHCN </a:t>
            </a:r>
            <a:r>
              <a:rPr lang="vi-VN" dirty="0">
                <a:latin typeface="Times New Roman" panose="02020603050405020304" pitchFamily="18" charset="0"/>
                <a:cs typeface="Times New Roman" panose="02020603050405020304" pitchFamily="18" charset="0"/>
              </a:rPr>
              <a:t>vững mạnh với tư cách điều kiện để thực thi dân chủ </a:t>
            </a:r>
            <a:r>
              <a:rPr lang="en-US" dirty="0">
                <a:latin typeface="Times New Roman" panose="02020603050405020304" pitchFamily="18" charset="0"/>
                <a:cs typeface="Times New Roman" panose="02020603050405020304" pitchFamily="18" charset="0"/>
              </a:rPr>
              <a:t>XHCN</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a:t>
            </a:r>
            <a:r>
              <a:rPr lang="vi-VN" dirty="0">
                <a:latin typeface="Times New Roman" panose="02020603050405020304" pitchFamily="18" charset="0"/>
                <a:cs typeface="Times New Roman" panose="02020603050405020304" pitchFamily="18" charset="0"/>
              </a:rPr>
              <a:t>âng cao vai trò của các tổ chức chính trị - xã hội trong xây dựng nền dân chủ </a:t>
            </a:r>
            <a:r>
              <a:rPr lang="en-US" dirty="0">
                <a:latin typeface="Times New Roman" panose="02020603050405020304" pitchFamily="18" charset="0"/>
                <a:cs typeface="Times New Roman" panose="02020603050405020304" pitchFamily="18" charset="0"/>
              </a:rPr>
              <a:t>XHCN</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a:t>
            </a:r>
            <a:r>
              <a:rPr lang="vi-VN" dirty="0">
                <a:latin typeface="Times New Roman" panose="02020603050405020304" pitchFamily="18" charset="0"/>
                <a:cs typeface="Times New Roman" panose="02020603050405020304" pitchFamily="18" charset="0"/>
              </a:rPr>
              <a:t>ây dựng và từng bước hoàn thiện các hệ thống giám sát, phản biện xã hội để phát huy quyền làm chủ của nhân dân</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0962" y="1541696"/>
            <a:ext cx="10294883" cy="892552"/>
          </a:xfrm>
          <a:prstGeom prst="rect">
            <a:avLst/>
          </a:prstGeom>
          <a:noFill/>
        </p:spPr>
        <p:txBody>
          <a:bodyPr wrap="square" rtlCol="0">
            <a:spAutoFit/>
          </a:bodyPr>
          <a:lstStyle/>
          <a:p>
            <a:pPr lvl="0"/>
            <a:r>
              <a:rPr lang="vi-VN" sz="2600" b="1" dirty="0">
                <a:solidFill>
                  <a:schemeClr val="accent1">
                    <a:lumMod val="75000"/>
                  </a:schemeClr>
                </a:solidFill>
                <a:latin typeface="+mj-lt"/>
              </a:rPr>
              <a:t>Phát huy dân chủ ở Việt Nam hiện nay</a:t>
            </a:r>
            <a:endParaRPr lang="en-US" sz="2600" b="1" dirty="0">
              <a:solidFill>
                <a:schemeClr val="accent1">
                  <a:lumMod val="75000"/>
                </a:schemeClr>
              </a:solidFill>
              <a:latin typeface="+mj-lt"/>
            </a:endParaRPr>
          </a:p>
          <a:p>
            <a:endParaRPr lang="en-US" sz="2600" b="1" dirty="0">
              <a:solidFill>
                <a:schemeClr val="accent1">
                  <a:lumMod val="75000"/>
                </a:schemeClr>
              </a:solidFill>
              <a:latin typeface="+mj-lt"/>
            </a:endParaRPr>
          </a:p>
        </p:txBody>
      </p:sp>
    </p:spTree>
    <p:extLst>
      <p:ext uri="{BB962C8B-B14F-4D97-AF65-F5344CB8AC3E}">
        <p14:creationId xmlns:p14="http://schemas.microsoft.com/office/powerpoint/2010/main" val="1511389447"/>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2422634" y="727842"/>
            <a:ext cx="8534400" cy="838200"/>
          </a:xfrm>
        </p:spPr>
        <p:txBody>
          <a:bodyPr>
            <a:noAutofit/>
          </a:bodyPr>
          <a:lstStyle/>
          <a:p>
            <a:pPr algn="ctr" eaLnBrk="1" hangingPunct="1">
              <a:defRPr/>
            </a:pPr>
            <a:r>
              <a:rPr lang="en-US" altLang="en-US" sz="3000" b="1" dirty="0">
                <a:solidFill>
                  <a:srgbClr val="FF0000"/>
                </a:solidFill>
                <a:latin typeface="Times New Roman" pitchFamily="18" charset="0"/>
                <a:cs typeface="Times New Roman" pitchFamily="18" charset="0"/>
              </a:rPr>
              <a:t>GIẢI PHÁP XÂY DỰNG NỀN DÂN CHỦ    </a:t>
            </a:r>
            <a:br>
              <a:rPr lang="en-US" altLang="en-US" sz="3000" b="1" dirty="0">
                <a:solidFill>
                  <a:srgbClr val="FF0000"/>
                </a:solidFill>
                <a:latin typeface="Times New Roman" pitchFamily="18" charset="0"/>
                <a:cs typeface="Times New Roman" pitchFamily="18" charset="0"/>
              </a:rPr>
            </a:br>
            <a:r>
              <a:rPr lang="en-US" altLang="en-US" sz="3000" b="1" dirty="0">
                <a:solidFill>
                  <a:srgbClr val="FF0000"/>
                </a:solidFill>
                <a:latin typeface="Times New Roman" pitchFamily="18" charset="0"/>
                <a:cs typeface="Times New Roman" pitchFamily="18" charset="0"/>
              </a:rPr>
              <a:t>Ở NƯỚC TA HIỆN NAY</a:t>
            </a:r>
            <a:br>
              <a:rPr lang="en-US" altLang="en-US" sz="3000" b="1" dirty="0">
                <a:solidFill>
                  <a:srgbClr val="FF0000"/>
                </a:solidFill>
                <a:latin typeface="Times New Roman" pitchFamily="18" charset="0"/>
                <a:cs typeface="Times New Roman" pitchFamily="18" charset="0"/>
              </a:rPr>
            </a:br>
            <a:endParaRPr lang="en-US" altLang="en-US" sz="3000" dirty="0">
              <a:solidFill>
                <a:srgbClr val="FF0000"/>
              </a:solidFill>
              <a:latin typeface="Arial" pitchFamily="34" charset="0"/>
              <a:cs typeface="Arial" pitchFamily="34" charset="0"/>
            </a:endParaRPr>
          </a:p>
        </p:txBody>
      </p:sp>
      <p:sp>
        <p:nvSpPr>
          <p:cNvPr id="25602" name="Slide Number Placeholder 5"/>
          <p:cNvSpPr>
            <a:spLocks noGrp="1"/>
          </p:cNvSpPr>
          <p:nvPr>
            <p:ph type="sldNum" sz="quarter" idx="12"/>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fld id="{231A1BA9-FD3F-4871-8051-191598543463}" type="slidenum">
              <a:rPr lang="en-US">
                <a:solidFill>
                  <a:srgbClr val="FFFFFF"/>
                </a:solidFill>
              </a:rPr>
              <a:pPr eaLnBrk="1" hangingPunct="1">
                <a:lnSpc>
                  <a:spcPct val="80000"/>
                </a:lnSpc>
              </a:pPr>
              <a:t>47</a:t>
            </a:fld>
            <a:endParaRPr lang="en-US">
              <a:solidFill>
                <a:srgbClr val="FFFFFF"/>
              </a:solidFill>
            </a:endParaRPr>
          </a:p>
        </p:txBody>
      </p:sp>
      <p:sp>
        <p:nvSpPr>
          <p:cNvPr id="39940" name="Rectangle 3"/>
          <p:cNvSpPr>
            <a:spLocks noGrp="1" noChangeArrowheads="1"/>
          </p:cNvSpPr>
          <p:nvPr>
            <p:ph sz="quarter" idx="1"/>
          </p:nvPr>
        </p:nvSpPr>
        <p:spPr>
          <a:xfrm>
            <a:off x="472966" y="1910466"/>
            <a:ext cx="11193517" cy="5105400"/>
          </a:xfrm>
        </p:spPr>
        <p:txBody>
          <a:bodyPr>
            <a:normAutofit/>
          </a:bodyPr>
          <a:lstStyle/>
          <a:p>
            <a:pPr algn="just">
              <a:lnSpc>
                <a:spcPts val="3900"/>
              </a:lnSpc>
              <a:spcBef>
                <a:spcPts val="600"/>
              </a:spcBef>
              <a:spcAft>
                <a:spcPts val="600"/>
              </a:spcAft>
              <a:defRPr/>
            </a:pPr>
            <a:r>
              <a:rPr lang="en-US" dirty="0">
                <a:latin typeface="Times New Roman" panose="02020603050405020304" pitchFamily="18" charset="0"/>
                <a:cs typeface="Times New Roman" panose="02020603050405020304" pitchFamily="18" charset="0"/>
              </a:rPr>
              <a:t>X</a:t>
            </a:r>
            <a:r>
              <a:rPr lang="vi-VN" dirty="0">
                <a:latin typeface="Times New Roman" panose="02020603050405020304" pitchFamily="18" charset="0"/>
                <a:cs typeface="Times New Roman" panose="02020603050405020304" pitchFamily="18" charset="0"/>
              </a:rPr>
              <a:t>ây dựng Nhà nước pháp quyền xã hội chủ nghĩa dưới sự lãnh đạo của Đảng.</a:t>
            </a:r>
            <a:endParaRPr lang="en-US" dirty="0">
              <a:latin typeface="Times New Roman" panose="02020603050405020304" pitchFamily="18" charset="0"/>
              <a:cs typeface="Times New Roman" panose="02020603050405020304" pitchFamily="18" charset="0"/>
            </a:endParaRPr>
          </a:p>
          <a:p>
            <a:pPr algn="just">
              <a:lnSpc>
                <a:spcPts val="3900"/>
              </a:lnSpc>
              <a:spcBef>
                <a:spcPts val="600"/>
              </a:spcBef>
              <a:spcAft>
                <a:spcPts val="600"/>
              </a:spcAft>
              <a:defRPr/>
            </a:pPr>
            <a:r>
              <a:rPr lang="en-US" dirty="0">
                <a:latin typeface="Times New Roman" panose="02020603050405020304" pitchFamily="18" charset="0"/>
                <a:cs typeface="Times New Roman" panose="02020603050405020304" pitchFamily="18" charset="0"/>
              </a:rPr>
              <a:t>C</a:t>
            </a:r>
            <a:r>
              <a:rPr lang="vi-VN" dirty="0">
                <a:latin typeface="Times New Roman" panose="02020603050405020304" pitchFamily="18" charset="0"/>
                <a:cs typeface="Times New Roman" panose="02020603050405020304" pitchFamily="18" charset="0"/>
              </a:rPr>
              <a:t>ải cách thể chế và phương thức hoạt động của Nhà nước.</a:t>
            </a:r>
            <a:endParaRPr lang="en-US" dirty="0">
              <a:latin typeface="Times New Roman" panose="02020603050405020304" pitchFamily="18" charset="0"/>
              <a:cs typeface="Times New Roman" panose="02020603050405020304" pitchFamily="18" charset="0"/>
            </a:endParaRPr>
          </a:p>
          <a:p>
            <a:pPr algn="just">
              <a:lnSpc>
                <a:spcPts val="3900"/>
              </a:lnSpc>
              <a:spcBef>
                <a:spcPts val="600"/>
              </a:spcBef>
              <a:spcAft>
                <a:spcPts val="600"/>
              </a:spcAft>
              <a:defRPr/>
            </a:pPr>
            <a:r>
              <a:rPr lang="en-US" dirty="0">
                <a:latin typeface="Times New Roman" panose="02020603050405020304" pitchFamily="18" charset="0"/>
                <a:cs typeface="Times New Roman" panose="02020603050405020304" pitchFamily="18" charset="0"/>
              </a:rPr>
              <a:t>X</a:t>
            </a:r>
            <a:r>
              <a:rPr lang="vi-VN" dirty="0">
                <a:latin typeface="Times New Roman" panose="02020603050405020304" pitchFamily="18" charset="0"/>
                <a:cs typeface="Times New Roman" panose="02020603050405020304" pitchFamily="18" charset="0"/>
              </a:rPr>
              <a:t>ây dựng đội ngũ cán bộ, công chức trong sạch, có năng lực.</a:t>
            </a:r>
            <a:endParaRPr lang="en-US" dirty="0">
              <a:latin typeface="Times New Roman" panose="02020603050405020304" pitchFamily="18" charset="0"/>
              <a:cs typeface="Times New Roman" panose="02020603050405020304" pitchFamily="18" charset="0"/>
            </a:endParaRPr>
          </a:p>
          <a:p>
            <a:pPr algn="just">
              <a:lnSpc>
                <a:spcPts val="3900"/>
              </a:lnSpc>
              <a:spcBef>
                <a:spcPts val="600"/>
              </a:spcBef>
              <a:spcAft>
                <a:spcPts val="600"/>
              </a:spcAft>
              <a:defRPr/>
            </a:pPr>
            <a:r>
              <a:rPr lang="en-US" dirty="0">
                <a:latin typeface="Times New Roman" panose="02020603050405020304" pitchFamily="18" charset="0"/>
                <a:cs typeface="Times New Roman" panose="02020603050405020304" pitchFamily="18" charset="0"/>
              </a:rPr>
              <a:t>Đ</a:t>
            </a:r>
            <a:r>
              <a:rPr lang="vi-VN" dirty="0">
                <a:latin typeface="Times New Roman" panose="02020603050405020304" pitchFamily="18" charset="0"/>
                <a:cs typeface="Times New Roman" panose="02020603050405020304" pitchFamily="18" charset="0"/>
              </a:rPr>
              <a:t>ấu tranh phòng, chống tham nhũng.</a:t>
            </a:r>
            <a:endParaRPr lang="en-US" altLang="en-US" dirty="0">
              <a:latin typeface="Times New Roman" panose="02020603050405020304" pitchFamily="18" charset="0"/>
              <a:cs typeface="Times New Roman" panose="02020603050405020304" pitchFamily="18" charset="0"/>
            </a:endParaRPr>
          </a:p>
          <a:p>
            <a:pPr marL="0" indent="0" algn="just">
              <a:buNone/>
              <a:defRPr/>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1366057"/>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7668</TotalTime>
  <Words>2713</Words>
  <Application>Microsoft Office PowerPoint</Application>
  <PresentationFormat>Widescreen</PresentationFormat>
  <Paragraphs>255</Paragraphs>
  <Slides>47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.VnArial</vt:lpstr>
      <vt:lpstr>.VnArialH</vt:lpstr>
      <vt:lpstr>.VnAvant</vt:lpstr>
      <vt:lpstr>Arial</vt:lpstr>
      <vt:lpstr>Calibri</vt:lpstr>
      <vt:lpstr>Calibri Light</vt:lpstr>
      <vt:lpstr>Times New Roman</vt:lpstr>
      <vt:lpstr>Tw Cen MT</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QUAN NIỆM VỀ DÂN CHỦ</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4.2.2. Mối quan hệ giữa dân chủ xã hội chủ nghĩa và nhà nước xã hội chủ nghĩa</vt:lpstr>
      <vt:lpstr>BẢN CHẤT CỦA NỀN DÂN CHỦ XHCN Ở VIỆT NAM</vt:lpstr>
      <vt:lpstr> BẢN CHẤT CỦA NỀN DÂN CHỦ XHCN Ở VIỆT NAM</vt:lpstr>
      <vt:lpstr>PowerPoint Presentation</vt:lpstr>
      <vt:lpstr>PowerPoint Presentation</vt:lpstr>
      <vt:lpstr>PowerPoint Presentation</vt:lpstr>
      <vt:lpstr> 4.3.3. Phát huy dân chủ, xây dựng nhà nước pháp quyền xã hội chủ nghĩa ở Việt Nam</vt:lpstr>
      <vt:lpstr>GIẢI PHÁP XÂY DỰNG NỀN DÂN CHỦ     Ở NƯỚC TA HIỆN NAY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Admin</cp:lastModifiedBy>
  <cp:revision>132</cp:revision>
  <dcterms:created xsi:type="dcterms:W3CDTF">2020-07-15T05:19:11Z</dcterms:created>
  <dcterms:modified xsi:type="dcterms:W3CDTF">2026-03-17T03:32:00Z</dcterms:modified>
</cp:coreProperties>
</file>